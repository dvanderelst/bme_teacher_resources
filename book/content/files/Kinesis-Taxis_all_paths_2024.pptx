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7" r:id="rId2"/>
    <p:sldId id="256" r:id="rId3"/>
    <p:sldId id="258" r:id="rId4"/>
    <p:sldId id="259" r:id="rId5"/>
    <p:sldId id="260" r:id="rId6"/>
    <p:sldId id="261" r:id="rId7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>
        <p:scale>
          <a:sx n="106" d="100"/>
          <a:sy n="106" d="100"/>
        </p:scale>
        <p:origin x="390" y="-51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3225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948889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4584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914387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065547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48945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59966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302759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19804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56846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78274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65BCECC-05D9-4FF8-824F-B2EF5AF1E681}" type="datetimeFigureOut">
              <a:rPr lang="en-US" smtClean="0"/>
              <a:t>9/25/2024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09780DD-CD03-45DD-82B5-104B5971A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8911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05"/>
          <p:cNvGrpSpPr>
            <a:grpSpLocks/>
          </p:cNvGrpSpPr>
          <p:nvPr/>
        </p:nvGrpSpPr>
        <p:grpSpPr bwMode="auto">
          <a:xfrm>
            <a:off x="3443287" y="1408113"/>
            <a:ext cx="2622550" cy="3887788"/>
            <a:chOff x="2169" y="887"/>
            <a:chExt cx="1652" cy="2449"/>
          </a:xfrm>
        </p:grpSpPr>
        <p:sp>
          <p:nvSpPr>
            <p:cNvPr id="1534" name="Rectangle 5"/>
            <p:cNvSpPr>
              <a:spLocks noChangeArrowheads="1"/>
            </p:cNvSpPr>
            <p:nvPr/>
          </p:nvSpPr>
          <p:spPr bwMode="auto">
            <a:xfrm>
              <a:off x="2170" y="887"/>
              <a:ext cx="1645" cy="24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Rectangle 6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7"/>
            <p:cNvSpPr>
              <a:spLocks noEditPoints="1"/>
            </p:cNvSpPr>
            <p:nvPr/>
          </p:nvSpPr>
          <p:spPr bwMode="auto">
            <a:xfrm>
              <a:off x="216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Rectangle 8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Rectangle 9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0"/>
            <p:cNvSpPr>
              <a:spLocks noEditPoints="1"/>
            </p:cNvSpPr>
            <p:nvPr/>
          </p:nvSpPr>
          <p:spPr bwMode="auto">
            <a:xfrm>
              <a:off x="222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Rectangle 11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Rectangle 12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3"/>
            <p:cNvSpPr>
              <a:spLocks noEditPoints="1"/>
            </p:cNvSpPr>
            <p:nvPr/>
          </p:nvSpPr>
          <p:spPr bwMode="auto">
            <a:xfrm>
              <a:off x="2282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Rectangle 14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Rectangle 15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6"/>
            <p:cNvSpPr>
              <a:spLocks noEditPoints="1"/>
            </p:cNvSpPr>
            <p:nvPr/>
          </p:nvSpPr>
          <p:spPr bwMode="auto">
            <a:xfrm>
              <a:off x="233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Rectangle 17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Rectangle 18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9"/>
            <p:cNvSpPr>
              <a:spLocks noEditPoints="1"/>
            </p:cNvSpPr>
            <p:nvPr/>
          </p:nvSpPr>
          <p:spPr bwMode="auto">
            <a:xfrm>
              <a:off x="239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Rectangle 20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Rectangle 21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22"/>
            <p:cNvSpPr>
              <a:spLocks noEditPoints="1"/>
            </p:cNvSpPr>
            <p:nvPr/>
          </p:nvSpPr>
          <p:spPr bwMode="auto">
            <a:xfrm>
              <a:off x="2453" y="892"/>
              <a:ext cx="2" cy="2440"/>
            </a:xfrm>
            <a:custGeom>
              <a:avLst/>
              <a:gdLst>
                <a:gd name="T0" fmla="*/ 2 w 2"/>
                <a:gd name="T1" fmla="*/ 2384 h 2440"/>
                <a:gd name="T2" fmla="*/ 2 w 2"/>
                <a:gd name="T3" fmla="*/ 2343 h 2440"/>
                <a:gd name="T4" fmla="*/ 0 w 2"/>
                <a:gd name="T5" fmla="*/ 2306 h 2440"/>
                <a:gd name="T6" fmla="*/ 0 w 2"/>
                <a:gd name="T7" fmla="*/ 2274 h 2440"/>
                <a:gd name="T8" fmla="*/ 2 w 2"/>
                <a:gd name="T9" fmla="*/ 2237 h 2440"/>
                <a:gd name="T10" fmla="*/ 2 w 2"/>
                <a:gd name="T11" fmla="*/ 2181 h 2440"/>
                <a:gd name="T12" fmla="*/ 2 w 2"/>
                <a:gd name="T13" fmla="*/ 2140 h 2440"/>
                <a:gd name="T14" fmla="*/ 0 w 2"/>
                <a:gd name="T15" fmla="*/ 2103 h 2440"/>
                <a:gd name="T16" fmla="*/ 0 w 2"/>
                <a:gd name="T17" fmla="*/ 2071 h 2440"/>
                <a:gd name="T18" fmla="*/ 2 w 2"/>
                <a:gd name="T19" fmla="*/ 2034 h 2440"/>
                <a:gd name="T20" fmla="*/ 2 w 2"/>
                <a:gd name="T21" fmla="*/ 1978 h 2440"/>
                <a:gd name="T22" fmla="*/ 2 w 2"/>
                <a:gd name="T23" fmla="*/ 1937 h 2440"/>
                <a:gd name="T24" fmla="*/ 0 w 2"/>
                <a:gd name="T25" fmla="*/ 1900 h 2440"/>
                <a:gd name="T26" fmla="*/ 0 w 2"/>
                <a:gd name="T27" fmla="*/ 1868 h 2440"/>
                <a:gd name="T28" fmla="*/ 2 w 2"/>
                <a:gd name="T29" fmla="*/ 1831 h 2440"/>
                <a:gd name="T30" fmla="*/ 2 w 2"/>
                <a:gd name="T31" fmla="*/ 1775 h 2440"/>
                <a:gd name="T32" fmla="*/ 2 w 2"/>
                <a:gd name="T33" fmla="*/ 1734 h 2440"/>
                <a:gd name="T34" fmla="*/ 0 w 2"/>
                <a:gd name="T35" fmla="*/ 1697 h 2440"/>
                <a:gd name="T36" fmla="*/ 0 w 2"/>
                <a:gd name="T37" fmla="*/ 1665 h 2440"/>
                <a:gd name="T38" fmla="*/ 2 w 2"/>
                <a:gd name="T39" fmla="*/ 1628 h 2440"/>
                <a:gd name="T40" fmla="*/ 2 w 2"/>
                <a:gd name="T41" fmla="*/ 1572 h 2440"/>
                <a:gd name="T42" fmla="*/ 2 w 2"/>
                <a:gd name="T43" fmla="*/ 1531 h 2440"/>
                <a:gd name="T44" fmla="*/ 0 w 2"/>
                <a:gd name="T45" fmla="*/ 1494 h 2440"/>
                <a:gd name="T46" fmla="*/ 0 w 2"/>
                <a:gd name="T47" fmla="*/ 1462 h 2440"/>
                <a:gd name="T48" fmla="*/ 2 w 2"/>
                <a:gd name="T49" fmla="*/ 1425 h 2440"/>
                <a:gd name="T50" fmla="*/ 2 w 2"/>
                <a:gd name="T51" fmla="*/ 1370 h 2440"/>
                <a:gd name="T52" fmla="*/ 2 w 2"/>
                <a:gd name="T53" fmla="*/ 1328 h 2440"/>
                <a:gd name="T54" fmla="*/ 0 w 2"/>
                <a:gd name="T55" fmla="*/ 1291 h 2440"/>
                <a:gd name="T56" fmla="*/ 0 w 2"/>
                <a:gd name="T57" fmla="*/ 1259 h 2440"/>
                <a:gd name="T58" fmla="*/ 2 w 2"/>
                <a:gd name="T59" fmla="*/ 1222 h 2440"/>
                <a:gd name="T60" fmla="*/ 2 w 2"/>
                <a:gd name="T61" fmla="*/ 1167 h 2440"/>
                <a:gd name="T62" fmla="*/ 2 w 2"/>
                <a:gd name="T63" fmla="*/ 1125 h 2440"/>
                <a:gd name="T64" fmla="*/ 0 w 2"/>
                <a:gd name="T65" fmla="*/ 1088 h 2440"/>
                <a:gd name="T66" fmla="*/ 0 w 2"/>
                <a:gd name="T67" fmla="*/ 1056 h 2440"/>
                <a:gd name="T68" fmla="*/ 2 w 2"/>
                <a:gd name="T69" fmla="*/ 1019 h 2440"/>
                <a:gd name="T70" fmla="*/ 2 w 2"/>
                <a:gd name="T71" fmla="*/ 964 h 2440"/>
                <a:gd name="T72" fmla="*/ 2 w 2"/>
                <a:gd name="T73" fmla="*/ 922 h 2440"/>
                <a:gd name="T74" fmla="*/ 0 w 2"/>
                <a:gd name="T75" fmla="*/ 885 h 2440"/>
                <a:gd name="T76" fmla="*/ 0 w 2"/>
                <a:gd name="T77" fmla="*/ 853 h 2440"/>
                <a:gd name="T78" fmla="*/ 2 w 2"/>
                <a:gd name="T79" fmla="*/ 816 h 2440"/>
                <a:gd name="T80" fmla="*/ 2 w 2"/>
                <a:gd name="T81" fmla="*/ 761 h 2440"/>
                <a:gd name="T82" fmla="*/ 2 w 2"/>
                <a:gd name="T83" fmla="*/ 719 h 2440"/>
                <a:gd name="T84" fmla="*/ 0 w 2"/>
                <a:gd name="T85" fmla="*/ 682 h 2440"/>
                <a:gd name="T86" fmla="*/ 0 w 2"/>
                <a:gd name="T87" fmla="*/ 650 h 2440"/>
                <a:gd name="T88" fmla="*/ 2 w 2"/>
                <a:gd name="T89" fmla="*/ 613 h 2440"/>
                <a:gd name="T90" fmla="*/ 2 w 2"/>
                <a:gd name="T91" fmla="*/ 558 h 2440"/>
                <a:gd name="T92" fmla="*/ 2 w 2"/>
                <a:gd name="T93" fmla="*/ 516 h 2440"/>
                <a:gd name="T94" fmla="*/ 0 w 2"/>
                <a:gd name="T95" fmla="*/ 479 h 2440"/>
                <a:gd name="T96" fmla="*/ 0 w 2"/>
                <a:gd name="T97" fmla="*/ 447 h 2440"/>
                <a:gd name="T98" fmla="*/ 2 w 2"/>
                <a:gd name="T99" fmla="*/ 410 h 2440"/>
                <a:gd name="T100" fmla="*/ 2 w 2"/>
                <a:gd name="T101" fmla="*/ 355 h 2440"/>
                <a:gd name="T102" fmla="*/ 2 w 2"/>
                <a:gd name="T103" fmla="*/ 313 h 2440"/>
                <a:gd name="T104" fmla="*/ 0 w 2"/>
                <a:gd name="T105" fmla="*/ 276 h 2440"/>
                <a:gd name="T106" fmla="*/ 0 w 2"/>
                <a:gd name="T107" fmla="*/ 244 h 2440"/>
                <a:gd name="T108" fmla="*/ 2 w 2"/>
                <a:gd name="T109" fmla="*/ 207 h 2440"/>
                <a:gd name="T110" fmla="*/ 2 w 2"/>
                <a:gd name="T111" fmla="*/ 152 h 2440"/>
                <a:gd name="T112" fmla="*/ 2 w 2"/>
                <a:gd name="T113" fmla="*/ 110 h 2440"/>
                <a:gd name="T114" fmla="*/ 0 w 2"/>
                <a:gd name="T115" fmla="*/ 73 h 2440"/>
                <a:gd name="T116" fmla="*/ 0 w 2"/>
                <a:gd name="T117" fmla="*/ 41 h 2440"/>
                <a:gd name="T118" fmla="*/ 2 w 2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" h="2440">
                  <a:moveTo>
                    <a:pt x="2" y="2421"/>
                  </a:moveTo>
                  <a:lnTo>
                    <a:pt x="2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2" y="2421"/>
                  </a:lnTo>
                  <a:close/>
                  <a:moveTo>
                    <a:pt x="2" y="2403"/>
                  </a:moveTo>
                  <a:lnTo>
                    <a:pt x="2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2" y="2403"/>
                  </a:lnTo>
                  <a:close/>
                  <a:moveTo>
                    <a:pt x="2" y="2384"/>
                  </a:moveTo>
                  <a:lnTo>
                    <a:pt x="2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2" y="2384"/>
                  </a:lnTo>
                  <a:close/>
                  <a:moveTo>
                    <a:pt x="2" y="2366"/>
                  </a:moveTo>
                  <a:lnTo>
                    <a:pt x="2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2" y="2366"/>
                  </a:lnTo>
                  <a:close/>
                  <a:moveTo>
                    <a:pt x="2" y="2347"/>
                  </a:moveTo>
                  <a:lnTo>
                    <a:pt x="2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2" y="2347"/>
                  </a:lnTo>
                  <a:close/>
                  <a:moveTo>
                    <a:pt x="2" y="2329"/>
                  </a:moveTo>
                  <a:lnTo>
                    <a:pt x="2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2" y="2329"/>
                  </a:lnTo>
                  <a:close/>
                  <a:moveTo>
                    <a:pt x="2" y="2310"/>
                  </a:moveTo>
                  <a:lnTo>
                    <a:pt x="2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2" y="2310"/>
                  </a:lnTo>
                  <a:close/>
                  <a:moveTo>
                    <a:pt x="2" y="2292"/>
                  </a:moveTo>
                  <a:lnTo>
                    <a:pt x="2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2" y="2292"/>
                  </a:lnTo>
                  <a:close/>
                  <a:moveTo>
                    <a:pt x="2" y="2274"/>
                  </a:moveTo>
                  <a:lnTo>
                    <a:pt x="2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2" y="2274"/>
                  </a:lnTo>
                  <a:close/>
                  <a:moveTo>
                    <a:pt x="2" y="2255"/>
                  </a:moveTo>
                  <a:lnTo>
                    <a:pt x="2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2" y="2255"/>
                  </a:lnTo>
                  <a:close/>
                  <a:moveTo>
                    <a:pt x="2" y="2237"/>
                  </a:moveTo>
                  <a:lnTo>
                    <a:pt x="2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2" y="2237"/>
                  </a:lnTo>
                  <a:close/>
                  <a:moveTo>
                    <a:pt x="2" y="2218"/>
                  </a:moveTo>
                  <a:lnTo>
                    <a:pt x="2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2" y="2218"/>
                  </a:lnTo>
                  <a:close/>
                  <a:moveTo>
                    <a:pt x="2" y="2200"/>
                  </a:moveTo>
                  <a:lnTo>
                    <a:pt x="2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2" y="2200"/>
                  </a:lnTo>
                  <a:close/>
                  <a:moveTo>
                    <a:pt x="2" y="2181"/>
                  </a:moveTo>
                  <a:lnTo>
                    <a:pt x="2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2" y="2181"/>
                  </a:lnTo>
                  <a:close/>
                  <a:moveTo>
                    <a:pt x="2" y="2163"/>
                  </a:moveTo>
                  <a:lnTo>
                    <a:pt x="2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2" y="2163"/>
                  </a:lnTo>
                  <a:close/>
                  <a:moveTo>
                    <a:pt x="2" y="2144"/>
                  </a:moveTo>
                  <a:lnTo>
                    <a:pt x="2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2" y="2144"/>
                  </a:lnTo>
                  <a:close/>
                  <a:moveTo>
                    <a:pt x="2" y="2126"/>
                  </a:moveTo>
                  <a:lnTo>
                    <a:pt x="2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2" y="2126"/>
                  </a:lnTo>
                  <a:close/>
                  <a:moveTo>
                    <a:pt x="2" y="2107"/>
                  </a:moveTo>
                  <a:lnTo>
                    <a:pt x="2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2" y="2107"/>
                  </a:lnTo>
                  <a:close/>
                  <a:moveTo>
                    <a:pt x="2" y="2089"/>
                  </a:moveTo>
                  <a:lnTo>
                    <a:pt x="2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2" y="2089"/>
                  </a:lnTo>
                  <a:close/>
                  <a:moveTo>
                    <a:pt x="2" y="2071"/>
                  </a:moveTo>
                  <a:lnTo>
                    <a:pt x="2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2" y="2071"/>
                  </a:lnTo>
                  <a:close/>
                  <a:moveTo>
                    <a:pt x="2" y="2052"/>
                  </a:moveTo>
                  <a:lnTo>
                    <a:pt x="2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2" y="2052"/>
                  </a:lnTo>
                  <a:close/>
                  <a:moveTo>
                    <a:pt x="2" y="2034"/>
                  </a:moveTo>
                  <a:lnTo>
                    <a:pt x="2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2" y="2034"/>
                  </a:lnTo>
                  <a:close/>
                  <a:moveTo>
                    <a:pt x="2" y="2015"/>
                  </a:moveTo>
                  <a:lnTo>
                    <a:pt x="2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2" y="2015"/>
                  </a:lnTo>
                  <a:close/>
                  <a:moveTo>
                    <a:pt x="2" y="1997"/>
                  </a:moveTo>
                  <a:lnTo>
                    <a:pt x="2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2" y="1997"/>
                  </a:lnTo>
                  <a:close/>
                  <a:moveTo>
                    <a:pt x="2" y="1978"/>
                  </a:moveTo>
                  <a:lnTo>
                    <a:pt x="2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2" y="1978"/>
                  </a:lnTo>
                  <a:close/>
                  <a:moveTo>
                    <a:pt x="2" y="1960"/>
                  </a:moveTo>
                  <a:lnTo>
                    <a:pt x="2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2" y="1960"/>
                  </a:lnTo>
                  <a:close/>
                  <a:moveTo>
                    <a:pt x="2" y="1941"/>
                  </a:moveTo>
                  <a:lnTo>
                    <a:pt x="2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2" y="1941"/>
                  </a:lnTo>
                  <a:close/>
                  <a:moveTo>
                    <a:pt x="2" y="1923"/>
                  </a:moveTo>
                  <a:lnTo>
                    <a:pt x="2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2" y="1923"/>
                  </a:lnTo>
                  <a:close/>
                  <a:moveTo>
                    <a:pt x="2" y="1905"/>
                  </a:moveTo>
                  <a:lnTo>
                    <a:pt x="2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2" y="1905"/>
                  </a:lnTo>
                  <a:close/>
                  <a:moveTo>
                    <a:pt x="2" y="1886"/>
                  </a:moveTo>
                  <a:lnTo>
                    <a:pt x="2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2" y="1886"/>
                  </a:lnTo>
                  <a:close/>
                  <a:moveTo>
                    <a:pt x="2" y="1868"/>
                  </a:moveTo>
                  <a:lnTo>
                    <a:pt x="2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2" y="1868"/>
                  </a:lnTo>
                  <a:close/>
                  <a:moveTo>
                    <a:pt x="2" y="1849"/>
                  </a:moveTo>
                  <a:lnTo>
                    <a:pt x="2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2" y="1849"/>
                  </a:lnTo>
                  <a:close/>
                  <a:moveTo>
                    <a:pt x="2" y="1831"/>
                  </a:moveTo>
                  <a:lnTo>
                    <a:pt x="2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2" y="1831"/>
                  </a:lnTo>
                  <a:close/>
                  <a:moveTo>
                    <a:pt x="2" y="1812"/>
                  </a:moveTo>
                  <a:lnTo>
                    <a:pt x="2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2" y="1812"/>
                  </a:lnTo>
                  <a:close/>
                  <a:moveTo>
                    <a:pt x="2" y="1794"/>
                  </a:moveTo>
                  <a:lnTo>
                    <a:pt x="2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2" y="1794"/>
                  </a:lnTo>
                  <a:close/>
                  <a:moveTo>
                    <a:pt x="2" y="1775"/>
                  </a:moveTo>
                  <a:lnTo>
                    <a:pt x="2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2" y="1775"/>
                  </a:lnTo>
                  <a:close/>
                  <a:moveTo>
                    <a:pt x="2" y="1757"/>
                  </a:moveTo>
                  <a:lnTo>
                    <a:pt x="2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2" y="1757"/>
                  </a:lnTo>
                  <a:close/>
                  <a:moveTo>
                    <a:pt x="2" y="1739"/>
                  </a:moveTo>
                  <a:lnTo>
                    <a:pt x="2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2" y="1739"/>
                  </a:lnTo>
                  <a:close/>
                  <a:moveTo>
                    <a:pt x="2" y="1720"/>
                  </a:moveTo>
                  <a:lnTo>
                    <a:pt x="2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2" y="1720"/>
                  </a:lnTo>
                  <a:close/>
                  <a:moveTo>
                    <a:pt x="2" y="1702"/>
                  </a:moveTo>
                  <a:lnTo>
                    <a:pt x="2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2" y="1702"/>
                  </a:lnTo>
                  <a:close/>
                  <a:moveTo>
                    <a:pt x="2" y="1683"/>
                  </a:moveTo>
                  <a:lnTo>
                    <a:pt x="2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2" y="1683"/>
                  </a:lnTo>
                  <a:close/>
                  <a:moveTo>
                    <a:pt x="2" y="1665"/>
                  </a:moveTo>
                  <a:lnTo>
                    <a:pt x="2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2" y="1665"/>
                  </a:lnTo>
                  <a:close/>
                  <a:moveTo>
                    <a:pt x="2" y="1646"/>
                  </a:moveTo>
                  <a:lnTo>
                    <a:pt x="2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2" y="1646"/>
                  </a:lnTo>
                  <a:close/>
                  <a:moveTo>
                    <a:pt x="2" y="1628"/>
                  </a:moveTo>
                  <a:lnTo>
                    <a:pt x="2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2" y="1628"/>
                  </a:lnTo>
                  <a:close/>
                  <a:moveTo>
                    <a:pt x="2" y="1609"/>
                  </a:moveTo>
                  <a:lnTo>
                    <a:pt x="2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2" y="1609"/>
                  </a:lnTo>
                  <a:close/>
                  <a:moveTo>
                    <a:pt x="2" y="1591"/>
                  </a:moveTo>
                  <a:lnTo>
                    <a:pt x="2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2" y="1591"/>
                  </a:lnTo>
                  <a:close/>
                  <a:moveTo>
                    <a:pt x="2" y="1572"/>
                  </a:moveTo>
                  <a:lnTo>
                    <a:pt x="2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2" y="1572"/>
                  </a:lnTo>
                  <a:close/>
                  <a:moveTo>
                    <a:pt x="2" y="1554"/>
                  </a:moveTo>
                  <a:lnTo>
                    <a:pt x="2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2" y="1554"/>
                  </a:lnTo>
                  <a:close/>
                  <a:moveTo>
                    <a:pt x="2" y="1536"/>
                  </a:moveTo>
                  <a:lnTo>
                    <a:pt x="2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2" y="1536"/>
                  </a:lnTo>
                  <a:close/>
                  <a:moveTo>
                    <a:pt x="2" y="1517"/>
                  </a:moveTo>
                  <a:lnTo>
                    <a:pt x="2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2" y="1517"/>
                  </a:lnTo>
                  <a:close/>
                  <a:moveTo>
                    <a:pt x="2" y="1499"/>
                  </a:moveTo>
                  <a:lnTo>
                    <a:pt x="2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2" y="1499"/>
                  </a:lnTo>
                  <a:close/>
                  <a:moveTo>
                    <a:pt x="2" y="1480"/>
                  </a:moveTo>
                  <a:lnTo>
                    <a:pt x="2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2" y="1480"/>
                  </a:lnTo>
                  <a:close/>
                  <a:moveTo>
                    <a:pt x="2" y="1462"/>
                  </a:moveTo>
                  <a:lnTo>
                    <a:pt x="2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2" y="1462"/>
                  </a:lnTo>
                  <a:close/>
                  <a:moveTo>
                    <a:pt x="2" y="1443"/>
                  </a:moveTo>
                  <a:lnTo>
                    <a:pt x="2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2" y="1443"/>
                  </a:lnTo>
                  <a:close/>
                  <a:moveTo>
                    <a:pt x="2" y="1425"/>
                  </a:moveTo>
                  <a:lnTo>
                    <a:pt x="2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2" y="1425"/>
                  </a:lnTo>
                  <a:close/>
                  <a:moveTo>
                    <a:pt x="2" y="1406"/>
                  </a:moveTo>
                  <a:lnTo>
                    <a:pt x="2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2" y="1406"/>
                  </a:lnTo>
                  <a:close/>
                  <a:moveTo>
                    <a:pt x="2" y="1388"/>
                  </a:moveTo>
                  <a:lnTo>
                    <a:pt x="2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2" y="1388"/>
                  </a:lnTo>
                  <a:close/>
                  <a:moveTo>
                    <a:pt x="2" y="1370"/>
                  </a:moveTo>
                  <a:lnTo>
                    <a:pt x="2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2" y="1370"/>
                  </a:lnTo>
                  <a:close/>
                  <a:moveTo>
                    <a:pt x="2" y="1351"/>
                  </a:moveTo>
                  <a:lnTo>
                    <a:pt x="2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2" y="1351"/>
                  </a:lnTo>
                  <a:close/>
                  <a:moveTo>
                    <a:pt x="2" y="1333"/>
                  </a:moveTo>
                  <a:lnTo>
                    <a:pt x="2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2" y="1333"/>
                  </a:lnTo>
                  <a:close/>
                  <a:moveTo>
                    <a:pt x="2" y="1314"/>
                  </a:moveTo>
                  <a:lnTo>
                    <a:pt x="2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2" y="1314"/>
                  </a:lnTo>
                  <a:close/>
                  <a:moveTo>
                    <a:pt x="2" y="1296"/>
                  </a:moveTo>
                  <a:lnTo>
                    <a:pt x="2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2" y="1296"/>
                  </a:lnTo>
                  <a:close/>
                  <a:moveTo>
                    <a:pt x="2" y="1277"/>
                  </a:moveTo>
                  <a:lnTo>
                    <a:pt x="2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2" y="1277"/>
                  </a:lnTo>
                  <a:close/>
                  <a:moveTo>
                    <a:pt x="2" y="1259"/>
                  </a:moveTo>
                  <a:lnTo>
                    <a:pt x="2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2" y="1259"/>
                  </a:lnTo>
                  <a:close/>
                  <a:moveTo>
                    <a:pt x="2" y="1240"/>
                  </a:moveTo>
                  <a:lnTo>
                    <a:pt x="2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2" y="1240"/>
                  </a:lnTo>
                  <a:close/>
                  <a:moveTo>
                    <a:pt x="2" y="1222"/>
                  </a:moveTo>
                  <a:lnTo>
                    <a:pt x="2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2" y="1222"/>
                  </a:lnTo>
                  <a:close/>
                  <a:moveTo>
                    <a:pt x="2" y="1203"/>
                  </a:moveTo>
                  <a:lnTo>
                    <a:pt x="2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2" y="1203"/>
                  </a:lnTo>
                  <a:close/>
                  <a:moveTo>
                    <a:pt x="2" y="1185"/>
                  </a:moveTo>
                  <a:lnTo>
                    <a:pt x="2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2" y="1185"/>
                  </a:lnTo>
                  <a:close/>
                  <a:moveTo>
                    <a:pt x="2" y="1167"/>
                  </a:moveTo>
                  <a:lnTo>
                    <a:pt x="2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2" y="1167"/>
                  </a:lnTo>
                  <a:close/>
                  <a:moveTo>
                    <a:pt x="2" y="1148"/>
                  </a:moveTo>
                  <a:lnTo>
                    <a:pt x="2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2" y="1148"/>
                  </a:lnTo>
                  <a:close/>
                  <a:moveTo>
                    <a:pt x="2" y="1130"/>
                  </a:moveTo>
                  <a:lnTo>
                    <a:pt x="2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2" y="1130"/>
                  </a:lnTo>
                  <a:close/>
                  <a:moveTo>
                    <a:pt x="2" y="1111"/>
                  </a:moveTo>
                  <a:lnTo>
                    <a:pt x="2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2" y="1111"/>
                  </a:lnTo>
                  <a:close/>
                  <a:moveTo>
                    <a:pt x="2" y="1093"/>
                  </a:moveTo>
                  <a:lnTo>
                    <a:pt x="2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2" y="1093"/>
                  </a:lnTo>
                  <a:close/>
                  <a:moveTo>
                    <a:pt x="2" y="1074"/>
                  </a:moveTo>
                  <a:lnTo>
                    <a:pt x="2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2" y="1074"/>
                  </a:lnTo>
                  <a:close/>
                  <a:moveTo>
                    <a:pt x="2" y="1056"/>
                  </a:moveTo>
                  <a:lnTo>
                    <a:pt x="2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2" y="1056"/>
                  </a:lnTo>
                  <a:close/>
                  <a:moveTo>
                    <a:pt x="2" y="1037"/>
                  </a:moveTo>
                  <a:lnTo>
                    <a:pt x="2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2" y="1037"/>
                  </a:lnTo>
                  <a:close/>
                  <a:moveTo>
                    <a:pt x="2" y="1019"/>
                  </a:moveTo>
                  <a:lnTo>
                    <a:pt x="2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2" y="1019"/>
                  </a:lnTo>
                  <a:close/>
                  <a:moveTo>
                    <a:pt x="2" y="1001"/>
                  </a:moveTo>
                  <a:lnTo>
                    <a:pt x="2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2" y="1001"/>
                  </a:lnTo>
                  <a:close/>
                  <a:moveTo>
                    <a:pt x="2" y="982"/>
                  </a:moveTo>
                  <a:lnTo>
                    <a:pt x="2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2" y="982"/>
                  </a:lnTo>
                  <a:close/>
                  <a:moveTo>
                    <a:pt x="2" y="964"/>
                  </a:moveTo>
                  <a:lnTo>
                    <a:pt x="2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2" y="964"/>
                  </a:lnTo>
                  <a:close/>
                  <a:moveTo>
                    <a:pt x="2" y="945"/>
                  </a:moveTo>
                  <a:lnTo>
                    <a:pt x="2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2" y="945"/>
                  </a:lnTo>
                  <a:close/>
                  <a:moveTo>
                    <a:pt x="2" y="927"/>
                  </a:moveTo>
                  <a:lnTo>
                    <a:pt x="2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2" y="927"/>
                  </a:lnTo>
                  <a:close/>
                  <a:moveTo>
                    <a:pt x="2" y="908"/>
                  </a:moveTo>
                  <a:lnTo>
                    <a:pt x="2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2" y="908"/>
                  </a:lnTo>
                  <a:close/>
                  <a:moveTo>
                    <a:pt x="2" y="890"/>
                  </a:moveTo>
                  <a:lnTo>
                    <a:pt x="2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2" y="890"/>
                  </a:lnTo>
                  <a:close/>
                  <a:moveTo>
                    <a:pt x="2" y="871"/>
                  </a:moveTo>
                  <a:lnTo>
                    <a:pt x="2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2" y="871"/>
                  </a:lnTo>
                  <a:close/>
                  <a:moveTo>
                    <a:pt x="2" y="853"/>
                  </a:moveTo>
                  <a:lnTo>
                    <a:pt x="2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2" y="853"/>
                  </a:lnTo>
                  <a:close/>
                  <a:moveTo>
                    <a:pt x="2" y="834"/>
                  </a:moveTo>
                  <a:lnTo>
                    <a:pt x="2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2" y="834"/>
                  </a:lnTo>
                  <a:close/>
                  <a:moveTo>
                    <a:pt x="2" y="816"/>
                  </a:moveTo>
                  <a:lnTo>
                    <a:pt x="2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2" y="816"/>
                  </a:lnTo>
                  <a:close/>
                  <a:moveTo>
                    <a:pt x="2" y="798"/>
                  </a:moveTo>
                  <a:lnTo>
                    <a:pt x="2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2" y="798"/>
                  </a:lnTo>
                  <a:close/>
                  <a:moveTo>
                    <a:pt x="2" y="779"/>
                  </a:moveTo>
                  <a:lnTo>
                    <a:pt x="2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2" y="779"/>
                  </a:lnTo>
                  <a:close/>
                  <a:moveTo>
                    <a:pt x="2" y="761"/>
                  </a:moveTo>
                  <a:lnTo>
                    <a:pt x="2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2" y="761"/>
                  </a:lnTo>
                  <a:close/>
                  <a:moveTo>
                    <a:pt x="2" y="742"/>
                  </a:moveTo>
                  <a:lnTo>
                    <a:pt x="2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2" y="742"/>
                  </a:lnTo>
                  <a:close/>
                  <a:moveTo>
                    <a:pt x="2" y="724"/>
                  </a:moveTo>
                  <a:lnTo>
                    <a:pt x="2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2" y="724"/>
                  </a:lnTo>
                  <a:close/>
                  <a:moveTo>
                    <a:pt x="2" y="705"/>
                  </a:moveTo>
                  <a:lnTo>
                    <a:pt x="2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2" y="705"/>
                  </a:lnTo>
                  <a:close/>
                  <a:moveTo>
                    <a:pt x="2" y="687"/>
                  </a:moveTo>
                  <a:lnTo>
                    <a:pt x="2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2" y="687"/>
                  </a:lnTo>
                  <a:close/>
                  <a:moveTo>
                    <a:pt x="2" y="668"/>
                  </a:moveTo>
                  <a:lnTo>
                    <a:pt x="2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2" y="668"/>
                  </a:lnTo>
                  <a:close/>
                  <a:moveTo>
                    <a:pt x="2" y="650"/>
                  </a:moveTo>
                  <a:lnTo>
                    <a:pt x="2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2" y="650"/>
                  </a:lnTo>
                  <a:close/>
                  <a:moveTo>
                    <a:pt x="2" y="632"/>
                  </a:moveTo>
                  <a:lnTo>
                    <a:pt x="2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2" y="632"/>
                  </a:lnTo>
                  <a:close/>
                  <a:moveTo>
                    <a:pt x="2" y="613"/>
                  </a:moveTo>
                  <a:lnTo>
                    <a:pt x="2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2" y="613"/>
                  </a:lnTo>
                  <a:close/>
                  <a:moveTo>
                    <a:pt x="2" y="595"/>
                  </a:moveTo>
                  <a:lnTo>
                    <a:pt x="2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2" y="595"/>
                  </a:lnTo>
                  <a:close/>
                  <a:moveTo>
                    <a:pt x="2" y="576"/>
                  </a:moveTo>
                  <a:lnTo>
                    <a:pt x="2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2" y="576"/>
                  </a:lnTo>
                  <a:close/>
                  <a:moveTo>
                    <a:pt x="2" y="558"/>
                  </a:moveTo>
                  <a:lnTo>
                    <a:pt x="2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2" y="558"/>
                  </a:lnTo>
                  <a:close/>
                  <a:moveTo>
                    <a:pt x="2" y="539"/>
                  </a:moveTo>
                  <a:lnTo>
                    <a:pt x="2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2" y="539"/>
                  </a:lnTo>
                  <a:close/>
                  <a:moveTo>
                    <a:pt x="2" y="521"/>
                  </a:moveTo>
                  <a:lnTo>
                    <a:pt x="2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2" y="521"/>
                  </a:lnTo>
                  <a:close/>
                  <a:moveTo>
                    <a:pt x="2" y="502"/>
                  </a:moveTo>
                  <a:lnTo>
                    <a:pt x="2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2" y="502"/>
                  </a:lnTo>
                  <a:close/>
                  <a:moveTo>
                    <a:pt x="2" y="484"/>
                  </a:moveTo>
                  <a:lnTo>
                    <a:pt x="2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2" y="484"/>
                  </a:lnTo>
                  <a:close/>
                  <a:moveTo>
                    <a:pt x="2" y="465"/>
                  </a:moveTo>
                  <a:lnTo>
                    <a:pt x="2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2" y="465"/>
                  </a:lnTo>
                  <a:close/>
                  <a:moveTo>
                    <a:pt x="2" y="447"/>
                  </a:moveTo>
                  <a:lnTo>
                    <a:pt x="2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2" y="447"/>
                  </a:lnTo>
                  <a:close/>
                  <a:moveTo>
                    <a:pt x="2" y="429"/>
                  </a:moveTo>
                  <a:lnTo>
                    <a:pt x="2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2" y="429"/>
                  </a:lnTo>
                  <a:close/>
                  <a:moveTo>
                    <a:pt x="2" y="410"/>
                  </a:moveTo>
                  <a:lnTo>
                    <a:pt x="2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2" y="410"/>
                  </a:lnTo>
                  <a:close/>
                  <a:moveTo>
                    <a:pt x="2" y="392"/>
                  </a:moveTo>
                  <a:lnTo>
                    <a:pt x="2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2" y="392"/>
                  </a:lnTo>
                  <a:close/>
                  <a:moveTo>
                    <a:pt x="2" y="373"/>
                  </a:moveTo>
                  <a:lnTo>
                    <a:pt x="2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2" y="373"/>
                  </a:lnTo>
                  <a:close/>
                  <a:moveTo>
                    <a:pt x="2" y="355"/>
                  </a:moveTo>
                  <a:lnTo>
                    <a:pt x="2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2" y="355"/>
                  </a:lnTo>
                  <a:close/>
                  <a:moveTo>
                    <a:pt x="2" y="336"/>
                  </a:moveTo>
                  <a:lnTo>
                    <a:pt x="2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2" y="336"/>
                  </a:lnTo>
                  <a:close/>
                  <a:moveTo>
                    <a:pt x="2" y="318"/>
                  </a:moveTo>
                  <a:lnTo>
                    <a:pt x="2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2" y="318"/>
                  </a:lnTo>
                  <a:close/>
                  <a:moveTo>
                    <a:pt x="2" y="299"/>
                  </a:moveTo>
                  <a:lnTo>
                    <a:pt x="2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2" y="299"/>
                  </a:lnTo>
                  <a:close/>
                  <a:moveTo>
                    <a:pt x="2" y="281"/>
                  </a:moveTo>
                  <a:lnTo>
                    <a:pt x="2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1"/>
                  </a:lnTo>
                  <a:close/>
                  <a:moveTo>
                    <a:pt x="2" y="263"/>
                  </a:moveTo>
                  <a:lnTo>
                    <a:pt x="2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2" y="263"/>
                  </a:lnTo>
                  <a:close/>
                  <a:moveTo>
                    <a:pt x="2" y="244"/>
                  </a:moveTo>
                  <a:lnTo>
                    <a:pt x="2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2" y="244"/>
                  </a:lnTo>
                  <a:close/>
                  <a:moveTo>
                    <a:pt x="2" y="226"/>
                  </a:moveTo>
                  <a:lnTo>
                    <a:pt x="2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2" y="226"/>
                  </a:lnTo>
                  <a:close/>
                  <a:moveTo>
                    <a:pt x="2" y="207"/>
                  </a:moveTo>
                  <a:lnTo>
                    <a:pt x="2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2" y="207"/>
                  </a:lnTo>
                  <a:close/>
                  <a:moveTo>
                    <a:pt x="2" y="189"/>
                  </a:moveTo>
                  <a:lnTo>
                    <a:pt x="2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2" y="189"/>
                  </a:lnTo>
                  <a:close/>
                  <a:moveTo>
                    <a:pt x="2" y="170"/>
                  </a:moveTo>
                  <a:lnTo>
                    <a:pt x="2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2" y="170"/>
                  </a:lnTo>
                  <a:close/>
                  <a:moveTo>
                    <a:pt x="2" y="152"/>
                  </a:moveTo>
                  <a:lnTo>
                    <a:pt x="2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2" y="152"/>
                  </a:lnTo>
                  <a:close/>
                  <a:moveTo>
                    <a:pt x="2" y="133"/>
                  </a:moveTo>
                  <a:lnTo>
                    <a:pt x="2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2" y="133"/>
                  </a:lnTo>
                  <a:close/>
                  <a:moveTo>
                    <a:pt x="2" y="115"/>
                  </a:moveTo>
                  <a:lnTo>
                    <a:pt x="2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5"/>
                  </a:lnTo>
                  <a:close/>
                  <a:moveTo>
                    <a:pt x="2" y="97"/>
                  </a:moveTo>
                  <a:lnTo>
                    <a:pt x="2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2" y="97"/>
                  </a:lnTo>
                  <a:close/>
                  <a:moveTo>
                    <a:pt x="2" y="78"/>
                  </a:moveTo>
                  <a:lnTo>
                    <a:pt x="2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78"/>
                  </a:lnTo>
                  <a:close/>
                  <a:moveTo>
                    <a:pt x="2" y="60"/>
                  </a:moveTo>
                  <a:lnTo>
                    <a:pt x="2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2" y="60"/>
                  </a:lnTo>
                  <a:close/>
                  <a:moveTo>
                    <a:pt x="2" y="41"/>
                  </a:moveTo>
                  <a:lnTo>
                    <a:pt x="2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2" y="41"/>
                  </a:lnTo>
                  <a:close/>
                  <a:moveTo>
                    <a:pt x="2" y="23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3"/>
                  </a:lnTo>
                  <a:close/>
                  <a:moveTo>
                    <a:pt x="2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" y="2440"/>
                  </a:moveTo>
                  <a:lnTo>
                    <a:pt x="2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2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Rectangle 23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Rectangle 24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25"/>
            <p:cNvSpPr>
              <a:spLocks noEditPoints="1"/>
            </p:cNvSpPr>
            <p:nvPr/>
          </p:nvSpPr>
          <p:spPr bwMode="auto">
            <a:xfrm>
              <a:off x="250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Rectangle 26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Rectangle 27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28"/>
            <p:cNvSpPr>
              <a:spLocks noEditPoints="1"/>
            </p:cNvSpPr>
            <p:nvPr/>
          </p:nvSpPr>
          <p:spPr bwMode="auto">
            <a:xfrm>
              <a:off x="256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Rectangle 29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Rectangle 30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31"/>
            <p:cNvSpPr>
              <a:spLocks noEditPoints="1"/>
            </p:cNvSpPr>
            <p:nvPr/>
          </p:nvSpPr>
          <p:spPr bwMode="auto">
            <a:xfrm>
              <a:off x="262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Rectangle 32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Rectangle 33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34"/>
            <p:cNvSpPr>
              <a:spLocks noEditPoints="1"/>
            </p:cNvSpPr>
            <p:nvPr/>
          </p:nvSpPr>
          <p:spPr bwMode="auto">
            <a:xfrm>
              <a:off x="267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Rectangle 35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Rectangle 36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37"/>
            <p:cNvSpPr>
              <a:spLocks noEditPoints="1"/>
            </p:cNvSpPr>
            <p:nvPr/>
          </p:nvSpPr>
          <p:spPr bwMode="auto">
            <a:xfrm>
              <a:off x="273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Rectangle 38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Rectangle 39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40"/>
            <p:cNvSpPr>
              <a:spLocks noEditPoints="1"/>
            </p:cNvSpPr>
            <p:nvPr/>
          </p:nvSpPr>
          <p:spPr bwMode="auto">
            <a:xfrm>
              <a:off x="279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Rectangle 41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Rectangle 42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43"/>
            <p:cNvSpPr>
              <a:spLocks noEditPoints="1"/>
            </p:cNvSpPr>
            <p:nvPr/>
          </p:nvSpPr>
          <p:spPr bwMode="auto">
            <a:xfrm>
              <a:off x="285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Rectangle 44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Rectangle 45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46"/>
            <p:cNvSpPr>
              <a:spLocks noEditPoints="1"/>
            </p:cNvSpPr>
            <p:nvPr/>
          </p:nvSpPr>
          <p:spPr bwMode="auto">
            <a:xfrm>
              <a:off x="290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Rectangle 47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Rectangle 48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49"/>
            <p:cNvSpPr>
              <a:spLocks noEditPoints="1"/>
            </p:cNvSpPr>
            <p:nvPr/>
          </p:nvSpPr>
          <p:spPr bwMode="auto">
            <a:xfrm>
              <a:off x="296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Rectangle 50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Rectangle 51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52"/>
            <p:cNvSpPr>
              <a:spLocks noEditPoints="1"/>
            </p:cNvSpPr>
            <p:nvPr/>
          </p:nvSpPr>
          <p:spPr bwMode="auto">
            <a:xfrm>
              <a:off x="302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Rectangle 53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Rectangle 54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55"/>
            <p:cNvSpPr>
              <a:spLocks noEditPoints="1"/>
            </p:cNvSpPr>
            <p:nvPr/>
          </p:nvSpPr>
          <p:spPr bwMode="auto">
            <a:xfrm>
              <a:off x="3076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Rectangle 56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Rectangle 57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58"/>
            <p:cNvSpPr>
              <a:spLocks noEditPoints="1"/>
            </p:cNvSpPr>
            <p:nvPr/>
          </p:nvSpPr>
          <p:spPr bwMode="auto">
            <a:xfrm>
              <a:off x="313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Rectangle 59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Rectangle 60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61"/>
            <p:cNvSpPr>
              <a:spLocks noEditPoints="1"/>
            </p:cNvSpPr>
            <p:nvPr/>
          </p:nvSpPr>
          <p:spPr bwMode="auto">
            <a:xfrm>
              <a:off x="319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Rectangle 62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Rectangle 63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64"/>
            <p:cNvSpPr>
              <a:spLocks noEditPoints="1"/>
            </p:cNvSpPr>
            <p:nvPr/>
          </p:nvSpPr>
          <p:spPr bwMode="auto">
            <a:xfrm>
              <a:off x="324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Rectangle 65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Rectangle 66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67"/>
            <p:cNvSpPr>
              <a:spLocks noEditPoints="1"/>
            </p:cNvSpPr>
            <p:nvPr/>
          </p:nvSpPr>
          <p:spPr bwMode="auto">
            <a:xfrm>
              <a:off x="330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Rectangle 68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Rectangle 69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70"/>
            <p:cNvSpPr>
              <a:spLocks noEditPoints="1"/>
            </p:cNvSpPr>
            <p:nvPr/>
          </p:nvSpPr>
          <p:spPr bwMode="auto">
            <a:xfrm>
              <a:off x="336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Rectangle 71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Rectangle 72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73"/>
            <p:cNvSpPr>
              <a:spLocks noEditPoints="1"/>
            </p:cNvSpPr>
            <p:nvPr/>
          </p:nvSpPr>
          <p:spPr bwMode="auto">
            <a:xfrm>
              <a:off x="341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Rectangle 74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Rectangle 75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76"/>
            <p:cNvSpPr>
              <a:spLocks noEditPoints="1"/>
            </p:cNvSpPr>
            <p:nvPr/>
          </p:nvSpPr>
          <p:spPr bwMode="auto">
            <a:xfrm>
              <a:off x="3473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Rectangle 77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Rectangle 78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79"/>
            <p:cNvSpPr>
              <a:spLocks noEditPoints="1"/>
            </p:cNvSpPr>
            <p:nvPr/>
          </p:nvSpPr>
          <p:spPr bwMode="auto">
            <a:xfrm>
              <a:off x="353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Rectangle 80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Rectangle 81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82"/>
            <p:cNvSpPr>
              <a:spLocks noEditPoints="1"/>
            </p:cNvSpPr>
            <p:nvPr/>
          </p:nvSpPr>
          <p:spPr bwMode="auto">
            <a:xfrm>
              <a:off x="358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Rectangle 83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Rectangle 84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85"/>
            <p:cNvSpPr>
              <a:spLocks noEditPoints="1"/>
            </p:cNvSpPr>
            <p:nvPr/>
          </p:nvSpPr>
          <p:spPr bwMode="auto">
            <a:xfrm>
              <a:off x="364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Rectangle 86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Rectangle 87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88"/>
            <p:cNvSpPr>
              <a:spLocks noEditPoints="1"/>
            </p:cNvSpPr>
            <p:nvPr/>
          </p:nvSpPr>
          <p:spPr bwMode="auto">
            <a:xfrm>
              <a:off x="370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Rectangle 89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Rectangle 90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91"/>
            <p:cNvSpPr>
              <a:spLocks noEditPoints="1"/>
            </p:cNvSpPr>
            <p:nvPr/>
          </p:nvSpPr>
          <p:spPr bwMode="auto">
            <a:xfrm>
              <a:off x="375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Rectangle 92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Rectangle 93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94"/>
            <p:cNvSpPr>
              <a:spLocks noEditPoints="1"/>
            </p:cNvSpPr>
            <p:nvPr/>
          </p:nvSpPr>
          <p:spPr bwMode="auto">
            <a:xfrm>
              <a:off x="381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Rectangle 95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Rectangle 96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97"/>
            <p:cNvSpPr>
              <a:spLocks noEditPoints="1"/>
            </p:cNvSpPr>
            <p:nvPr/>
          </p:nvSpPr>
          <p:spPr bwMode="auto">
            <a:xfrm>
              <a:off x="2172" y="333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Rectangle 98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Rectangle 99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00"/>
            <p:cNvSpPr>
              <a:spLocks noEditPoints="1"/>
            </p:cNvSpPr>
            <p:nvPr/>
          </p:nvSpPr>
          <p:spPr bwMode="auto">
            <a:xfrm>
              <a:off x="2172" y="3273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Rectangle 101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Rectangle 102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03"/>
            <p:cNvSpPr>
              <a:spLocks noEditPoints="1"/>
            </p:cNvSpPr>
            <p:nvPr/>
          </p:nvSpPr>
          <p:spPr bwMode="auto">
            <a:xfrm>
              <a:off x="2172" y="3217"/>
              <a:ext cx="1643" cy="2"/>
            </a:xfrm>
            <a:custGeom>
              <a:avLst/>
              <a:gdLst>
                <a:gd name="T0" fmla="*/ 1602 w 1643"/>
                <a:gd name="T1" fmla="*/ 2 h 2"/>
                <a:gd name="T2" fmla="*/ 1570 w 1643"/>
                <a:gd name="T3" fmla="*/ 0 h 2"/>
                <a:gd name="T4" fmla="*/ 1551 w 1643"/>
                <a:gd name="T5" fmla="*/ 2 h 2"/>
                <a:gd name="T6" fmla="*/ 1510 w 1643"/>
                <a:gd name="T7" fmla="*/ 0 h 2"/>
                <a:gd name="T8" fmla="*/ 1496 w 1643"/>
                <a:gd name="T9" fmla="*/ 0 h 2"/>
                <a:gd name="T10" fmla="*/ 1455 w 1643"/>
                <a:gd name="T11" fmla="*/ 2 h 2"/>
                <a:gd name="T12" fmla="*/ 1422 w 1643"/>
                <a:gd name="T13" fmla="*/ 0 h 2"/>
                <a:gd name="T14" fmla="*/ 1404 w 1643"/>
                <a:gd name="T15" fmla="*/ 2 h 2"/>
                <a:gd name="T16" fmla="*/ 1363 w 1643"/>
                <a:gd name="T17" fmla="*/ 0 h 2"/>
                <a:gd name="T18" fmla="*/ 1349 w 1643"/>
                <a:gd name="T19" fmla="*/ 0 h 2"/>
                <a:gd name="T20" fmla="*/ 1307 w 1643"/>
                <a:gd name="T21" fmla="*/ 2 h 2"/>
                <a:gd name="T22" fmla="*/ 1275 w 1643"/>
                <a:gd name="T23" fmla="*/ 0 h 2"/>
                <a:gd name="T24" fmla="*/ 1257 w 1643"/>
                <a:gd name="T25" fmla="*/ 2 h 2"/>
                <a:gd name="T26" fmla="*/ 1215 w 1643"/>
                <a:gd name="T27" fmla="*/ 0 h 2"/>
                <a:gd name="T28" fmla="*/ 1202 w 1643"/>
                <a:gd name="T29" fmla="*/ 0 h 2"/>
                <a:gd name="T30" fmla="*/ 1160 w 1643"/>
                <a:gd name="T31" fmla="*/ 2 h 2"/>
                <a:gd name="T32" fmla="*/ 1128 w 1643"/>
                <a:gd name="T33" fmla="*/ 0 h 2"/>
                <a:gd name="T34" fmla="*/ 1110 w 1643"/>
                <a:gd name="T35" fmla="*/ 2 h 2"/>
                <a:gd name="T36" fmla="*/ 1068 w 1643"/>
                <a:gd name="T37" fmla="*/ 0 h 2"/>
                <a:gd name="T38" fmla="*/ 1054 w 1643"/>
                <a:gd name="T39" fmla="*/ 0 h 2"/>
                <a:gd name="T40" fmla="*/ 1013 w 1643"/>
                <a:gd name="T41" fmla="*/ 2 h 2"/>
                <a:gd name="T42" fmla="*/ 981 w 1643"/>
                <a:gd name="T43" fmla="*/ 0 h 2"/>
                <a:gd name="T44" fmla="*/ 962 w 1643"/>
                <a:gd name="T45" fmla="*/ 2 h 2"/>
                <a:gd name="T46" fmla="*/ 921 w 1643"/>
                <a:gd name="T47" fmla="*/ 0 h 2"/>
                <a:gd name="T48" fmla="*/ 907 w 1643"/>
                <a:gd name="T49" fmla="*/ 0 h 2"/>
                <a:gd name="T50" fmla="*/ 866 w 1643"/>
                <a:gd name="T51" fmla="*/ 2 h 2"/>
                <a:gd name="T52" fmla="*/ 833 w 1643"/>
                <a:gd name="T53" fmla="*/ 0 h 2"/>
                <a:gd name="T54" fmla="*/ 815 w 1643"/>
                <a:gd name="T55" fmla="*/ 2 h 2"/>
                <a:gd name="T56" fmla="*/ 774 w 1643"/>
                <a:gd name="T57" fmla="*/ 0 h 2"/>
                <a:gd name="T58" fmla="*/ 760 w 1643"/>
                <a:gd name="T59" fmla="*/ 0 h 2"/>
                <a:gd name="T60" fmla="*/ 718 w 1643"/>
                <a:gd name="T61" fmla="*/ 2 h 2"/>
                <a:gd name="T62" fmla="*/ 686 w 1643"/>
                <a:gd name="T63" fmla="*/ 0 h 2"/>
                <a:gd name="T64" fmla="*/ 668 w 1643"/>
                <a:gd name="T65" fmla="*/ 2 h 2"/>
                <a:gd name="T66" fmla="*/ 626 w 1643"/>
                <a:gd name="T67" fmla="*/ 0 h 2"/>
                <a:gd name="T68" fmla="*/ 613 w 1643"/>
                <a:gd name="T69" fmla="*/ 0 h 2"/>
                <a:gd name="T70" fmla="*/ 571 w 1643"/>
                <a:gd name="T71" fmla="*/ 2 h 2"/>
                <a:gd name="T72" fmla="*/ 539 w 1643"/>
                <a:gd name="T73" fmla="*/ 0 h 2"/>
                <a:gd name="T74" fmla="*/ 520 w 1643"/>
                <a:gd name="T75" fmla="*/ 2 h 2"/>
                <a:gd name="T76" fmla="*/ 479 w 1643"/>
                <a:gd name="T77" fmla="*/ 0 h 2"/>
                <a:gd name="T78" fmla="*/ 465 w 1643"/>
                <a:gd name="T79" fmla="*/ 0 h 2"/>
                <a:gd name="T80" fmla="*/ 424 w 1643"/>
                <a:gd name="T81" fmla="*/ 2 h 2"/>
                <a:gd name="T82" fmla="*/ 392 w 1643"/>
                <a:gd name="T83" fmla="*/ 0 h 2"/>
                <a:gd name="T84" fmla="*/ 373 w 1643"/>
                <a:gd name="T85" fmla="*/ 2 h 2"/>
                <a:gd name="T86" fmla="*/ 332 w 1643"/>
                <a:gd name="T87" fmla="*/ 0 h 2"/>
                <a:gd name="T88" fmla="*/ 318 w 1643"/>
                <a:gd name="T89" fmla="*/ 0 h 2"/>
                <a:gd name="T90" fmla="*/ 277 w 1643"/>
                <a:gd name="T91" fmla="*/ 2 h 2"/>
                <a:gd name="T92" fmla="*/ 244 w 1643"/>
                <a:gd name="T93" fmla="*/ 0 h 2"/>
                <a:gd name="T94" fmla="*/ 226 w 1643"/>
                <a:gd name="T95" fmla="*/ 2 h 2"/>
                <a:gd name="T96" fmla="*/ 185 w 1643"/>
                <a:gd name="T97" fmla="*/ 0 h 2"/>
                <a:gd name="T98" fmla="*/ 171 w 1643"/>
                <a:gd name="T99" fmla="*/ 0 h 2"/>
                <a:gd name="T100" fmla="*/ 129 w 1643"/>
                <a:gd name="T101" fmla="*/ 2 h 2"/>
                <a:gd name="T102" fmla="*/ 97 w 1643"/>
                <a:gd name="T103" fmla="*/ 0 h 2"/>
                <a:gd name="T104" fmla="*/ 79 w 1643"/>
                <a:gd name="T105" fmla="*/ 2 h 2"/>
                <a:gd name="T106" fmla="*/ 37 w 1643"/>
                <a:gd name="T107" fmla="*/ 0 h 2"/>
                <a:gd name="T108" fmla="*/ 23 w 1643"/>
                <a:gd name="T109" fmla="*/ 0 h 2"/>
                <a:gd name="T110" fmla="*/ 1639 w 1643"/>
                <a:gd name="T1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2">
                  <a:moveTo>
                    <a:pt x="1625" y="0"/>
                  </a:moveTo>
                  <a:lnTo>
                    <a:pt x="1620" y="0"/>
                  </a:lnTo>
                  <a:lnTo>
                    <a:pt x="1620" y="2"/>
                  </a:lnTo>
                  <a:lnTo>
                    <a:pt x="1625" y="2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2"/>
                  </a:lnTo>
                  <a:lnTo>
                    <a:pt x="1607" y="2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2"/>
                  </a:lnTo>
                  <a:lnTo>
                    <a:pt x="1588" y="2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2"/>
                  </a:lnTo>
                  <a:lnTo>
                    <a:pt x="1570" y="2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2"/>
                  </a:lnTo>
                  <a:lnTo>
                    <a:pt x="1551" y="2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2"/>
                  </a:lnTo>
                  <a:lnTo>
                    <a:pt x="1533" y="2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2"/>
                  </a:lnTo>
                  <a:lnTo>
                    <a:pt x="1515" y="2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2"/>
                  </a:lnTo>
                  <a:lnTo>
                    <a:pt x="1496" y="2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2"/>
                  </a:lnTo>
                  <a:lnTo>
                    <a:pt x="1478" y="2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2"/>
                  </a:lnTo>
                  <a:lnTo>
                    <a:pt x="1459" y="2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2"/>
                  </a:lnTo>
                  <a:lnTo>
                    <a:pt x="1441" y="2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2"/>
                  </a:lnTo>
                  <a:lnTo>
                    <a:pt x="1422" y="2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2"/>
                  </a:lnTo>
                  <a:lnTo>
                    <a:pt x="1404" y="2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2"/>
                  </a:lnTo>
                  <a:lnTo>
                    <a:pt x="1386" y="2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2"/>
                  </a:lnTo>
                  <a:lnTo>
                    <a:pt x="1367" y="2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2"/>
                  </a:lnTo>
                  <a:lnTo>
                    <a:pt x="1349" y="2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2"/>
                  </a:lnTo>
                  <a:lnTo>
                    <a:pt x="1330" y="2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2"/>
                  </a:lnTo>
                  <a:lnTo>
                    <a:pt x="1312" y="2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2"/>
                  </a:lnTo>
                  <a:lnTo>
                    <a:pt x="1294" y="2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2"/>
                  </a:lnTo>
                  <a:lnTo>
                    <a:pt x="1275" y="2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2"/>
                  </a:lnTo>
                  <a:lnTo>
                    <a:pt x="1257" y="2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2"/>
                  </a:lnTo>
                  <a:lnTo>
                    <a:pt x="1238" y="2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2"/>
                  </a:lnTo>
                  <a:lnTo>
                    <a:pt x="1220" y="2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2"/>
                  </a:lnTo>
                  <a:lnTo>
                    <a:pt x="1202" y="2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2"/>
                  </a:lnTo>
                  <a:lnTo>
                    <a:pt x="1183" y="2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2"/>
                  </a:lnTo>
                  <a:lnTo>
                    <a:pt x="1165" y="2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2"/>
                  </a:lnTo>
                  <a:lnTo>
                    <a:pt x="1146" y="2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2"/>
                  </a:lnTo>
                  <a:lnTo>
                    <a:pt x="1128" y="2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2"/>
                  </a:lnTo>
                  <a:lnTo>
                    <a:pt x="1110" y="2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2"/>
                  </a:lnTo>
                  <a:lnTo>
                    <a:pt x="1091" y="2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2"/>
                  </a:lnTo>
                  <a:lnTo>
                    <a:pt x="1073" y="2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2"/>
                  </a:lnTo>
                  <a:lnTo>
                    <a:pt x="1054" y="2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2"/>
                  </a:lnTo>
                  <a:lnTo>
                    <a:pt x="1036" y="2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2"/>
                  </a:lnTo>
                  <a:lnTo>
                    <a:pt x="1017" y="2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2"/>
                  </a:lnTo>
                  <a:lnTo>
                    <a:pt x="999" y="2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2"/>
                  </a:lnTo>
                  <a:lnTo>
                    <a:pt x="981" y="2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2"/>
                  </a:lnTo>
                  <a:lnTo>
                    <a:pt x="962" y="2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2"/>
                  </a:lnTo>
                  <a:lnTo>
                    <a:pt x="944" y="2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2"/>
                  </a:lnTo>
                  <a:lnTo>
                    <a:pt x="925" y="2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2"/>
                  </a:lnTo>
                  <a:lnTo>
                    <a:pt x="907" y="2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2"/>
                  </a:lnTo>
                  <a:lnTo>
                    <a:pt x="889" y="2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2"/>
                  </a:lnTo>
                  <a:lnTo>
                    <a:pt x="870" y="2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2"/>
                  </a:lnTo>
                  <a:lnTo>
                    <a:pt x="852" y="2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2"/>
                  </a:lnTo>
                  <a:lnTo>
                    <a:pt x="833" y="2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2"/>
                  </a:lnTo>
                  <a:lnTo>
                    <a:pt x="815" y="2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2"/>
                  </a:lnTo>
                  <a:lnTo>
                    <a:pt x="797" y="2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2"/>
                  </a:lnTo>
                  <a:lnTo>
                    <a:pt x="778" y="2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2"/>
                  </a:lnTo>
                  <a:lnTo>
                    <a:pt x="760" y="2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2"/>
                  </a:lnTo>
                  <a:lnTo>
                    <a:pt x="741" y="2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2"/>
                  </a:lnTo>
                  <a:lnTo>
                    <a:pt x="723" y="2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2"/>
                  </a:lnTo>
                  <a:lnTo>
                    <a:pt x="705" y="2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2"/>
                  </a:lnTo>
                  <a:lnTo>
                    <a:pt x="686" y="2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2"/>
                  </a:lnTo>
                  <a:lnTo>
                    <a:pt x="668" y="2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2"/>
                  </a:lnTo>
                  <a:lnTo>
                    <a:pt x="649" y="2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2"/>
                  </a:lnTo>
                  <a:lnTo>
                    <a:pt x="631" y="2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2"/>
                  </a:lnTo>
                  <a:lnTo>
                    <a:pt x="613" y="2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2"/>
                  </a:lnTo>
                  <a:lnTo>
                    <a:pt x="594" y="2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2"/>
                  </a:lnTo>
                  <a:lnTo>
                    <a:pt x="576" y="2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2"/>
                  </a:lnTo>
                  <a:lnTo>
                    <a:pt x="557" y="2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2"/>
                  </a:lnTo>
                  <a:lnTo>
                    <a:pt x="539" y="2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2"/>
                  </a:lnTo>
                  <a:lnTo>
                    <a:pt x="520" y="2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2"/>
                  </a:lnTo>
                  <a:lnTo>
                    <a:pt x="502" y="2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2"/>
                  </a:lnTo>
                  <a:lnTo>
                    <a:pt x="484" y="2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2"/>
                  </a:lnTo>
                  <a:lnTo>
                    <a:pt x="465" y="2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2"/>
                  </a:lnTo>
                  <a:lnTo>
                    <a:pt x="447" y="2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2"/>
                  </a:lnTo>
                  <a:lnTo>
                    <a:pt x="428" y="2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2"/>
                  </a:lnTo>
                  <a:lnTo>
                    <a:pt x="410" y="2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2"/>
                  </a:lnTo>
                  <a:lnTo>
                    <a:pt x="392" y="2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2"/>
                  </a:lnTo>
                  <a:lnTo>
                    <a:pt x="373" y="2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2"/>
                  </a:lnTo>
                  <a:lnTo>
                    <a:pt x="355" y="2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2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2"/>
                  </a:lnTo>
                  <a:lnTo>
                    <a:pt x="318" y="2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2"/>
                  </a:lnTo>
                  <a:lnTo>
                    <a:pt x="300" y="2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2"/>
                  </a:lnTo>
                  <a:lnTo>
                    <a:pt x="263" y="2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2"/>
                  </a:lnTo>
                  <a:lnTo>
                    <a:pt x="244" y="2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2"/>
                  </a:lnTo>
                  <a:lnTo>
                    <a:pt x="226" y="2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2"/>
                  </a:lnTo>
                  <a:lnTo>
                    <a:pt x="208" y="2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2"/>
                  </a:lnTo>
                  <a:lnTo>
                    <a:pt x="189" y="2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2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2"/>
                  </a:lnTo>
                  <a:lnTo>
                    <a:pt x="115" y="2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2"/>
                  </a:lnTo>
                  <a:lnTo>
                    <a:pt x="97" y="2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42" y="2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23" y="2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2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2"/>
                  </a:lnTo>
                  <a:lnTo>
                    <a:pt x="1643" y="2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Rectangle 104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Rectangle 105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06"/>
            <p:cNvSpPr>
              <a:spLocks noEditPoints="1"/>
            </p:cNvSpPr>
            <p:nvPr/>
          </p:nvSpPr>
          <p:spPr bwMode="auto">
            <a:xfrm>
              <a:off x="2172" y="316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Rectangle 107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Rectangle 108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09"/>
            <p:cNvSpPr>
              <a:spLocks noEditPoints="1"/>
            </p:cNvSpPr>
            <p:nvPr/>
          </p:nvSpPr>
          <p:spPr bwMode="auto">
            <a:xfrm>
              <a:off x="2172" y="310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Rectangle 110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Rectangle 111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12"/>
            <p:cNvSpPr>
              <a:spLocks noEditPoints="1"/>
            </p:cNvSpPr>
            <p:nvPr/>
          </p:nvSpPr>
          <p:spPr bwMode="auto">
            <a:xfrm>
              <a:off x="2172" y="304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Rectangle 113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Rectangle 114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15"/>
            <p:cNvSpPr>
              <a:spLocks noEditPoints="1"/>
            </p:cNvSpPr>
            <p:nvPr/>
          </p:nvSpPr>
          <p:spPr bwMode="auto">
            <a:xfrm>
              <a:off x="2172" y="298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Rectangle 116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Rectangle 117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18"/>
            <p:cNvSpPr>
              <a:spLocks noEditPoints="1"/>
            </p:cNvSpPr>
            <p:nvPr/>
          </p:nvSpPr>
          <p:spPr bwMode="auto">
            <a:xfrm>
              <a:off x="2172" y="293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Rectangle 119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Rectangle 120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21"/>
            <p:cNvSpPr>
              <a:spLocks noEditPoints="1"/>
            </p:cNvSpPr>
            <p:nvPr/>
          </p:nvSpPr>
          <p:spPr bwMode="auto">
            <a:xfrm>
              <a:off x="2172" y="287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Rectangle 122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Rectangle 123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24"/>
            <p:cNvSpPr>
              <a:spLocks noEditPoints="1"/>
            </p:cNvSpPr>
            <p:nvPr/>
          </p:nvSpPr>
          <p:spPr bwMode="auto">
            <a:xfrm>
              <a:off x="2172" y="2818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Rectangle 125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Rectangle 126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27"/>
            <p:cNvSpPr>
              <a:spLocks noEditPoints="1"/>
            </p:cNvSpPr>
            <p:nvPr/>
          </p:nvSpPr>
          <p:spPr bwMode="auto">
            <a:xfrm>
              <a:off x="2172" y="276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Rectangle 128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Rectangle 129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30"/>
            <p:cNvSpPr>
              <a:spLocks noEditPoints="1"/>
            </p:cNvSpPr>
            <p:nvPr/>
          </p:nvSpPr>
          <p:spPr bwMode="auto">
            <a:xfrm>
              <a:off x="2172" y="270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Rectangle 131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Rectangle 132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33"/>
            <p:cNvSpPr>
              <a:spLocks noEditPoints="1"/>
            </p:cNvSpPr>
            <p:nvPr/>
          </p:nvSpPr>
          <p:spPr bwMode="auto">
            <a:xfrm>
              <a:off x="2172" y="264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Rectangle 134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Rectangle 135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36"/>
            <p:cNvSpPr>
              <a:spLocks noEditPoints="1"/>
            </p:cNvSpPr>
            <p:nvPr/>
          </p:nvSpPr>
          <p:spPr bwMode="auto">
            <a:xfrm>
              <a:off x="2172" y="259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Rectangle 137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Rectangle 138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39"/>
            <p:cNvSpPr>
              <a:spLocks noEditPoints="1"/>
            </p:cNvSpPr>
            <p:nvPr/>
          </p:nvSpPr>
          <p:spPr bwMode="auto">
            <a:xfrm>
              <a:off x="2172" y="253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Rectangle 140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Rectangle 141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42"/>
            <p:cNvSpPr>
              <a:spLocks noEditPoints="1"/>
            </p:cNvSpPr>
            <p:nvPr/>
          </p:nvSpPr>
          <p:spPr bwMode="auto">
            <a:xfrm>
              <a:off x="2172" y="2477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Rectangle 143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Rectangle 144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45"/>
            <p:cNvSpPr>
              <a:spLocks noEditPoints="1"/>
            </p:cNvSpPr>
            <p:nvPr/>
          </p:nvSpPr>
          <p:spPr bwMode="auto">
            <a:xfrm>
              <a:off x="2172" y="242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Rectangle 146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Rectangle 147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48"/>
            <p:cNvSpPr>
              <a:spLocks noEditPoints="1"/>
            </p:cNvSpPr>
            <p:nvPr/>
          </p:nvSpPr>
          <p:spPr bwMode="auto">
            <a:xfrm>
              <a:off x="2172" y="236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Rectangle 149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Rectangle 150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51"/>
            <p:cNvSpPr>
              <a:spLocks noEditPoints="1"/>
            </p:cNvSpPr>
            <p:nvPr/>
          </p:nvSpPr>
          <p:spPr bwMode="auto">
            <a:xfrm>
              <a:off x="2172" y="230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Rectangle 152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Rectangle 153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54"/>
            <p:cNvSpPr>
              <a:spLocks noEditPoints="1"/>
            </p:cNvSpPr>
            <p:nvPr/>
          </p:nvSpPr>
          <p:spPr bwMode="auto">
            <a:xfrm>
              <a:off x="2172" y="225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Rectangle 155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Rectangle 156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57"/>
            <p:cNvSpPr>
              <a:spLocks noEditPoints="1"/>
            </p:cNvSpPr>
            <p:nvPr/>
          </p:nvSpPr>
          <p:spPr bwMode="auto">
            <a:xfrm>
              <a:off x="2172" y="219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Rectangle 158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Rectangle 159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60"/>
            <p:cNvSpPr>
              <a:spLocks noEditPoints="1"/>
            </p:cNvSpPr>
            <p:nvPr/>
          </p:nvSpPr>
          <p:spPr bwMode="auto">
            <a:xfrm>
              <a:off x="2172" y="213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Rectangle 161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Rectangle 162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63"/>
            <p:cNvSpPr>
              <a:spLocks noEditPoints="1"/>
            </p:cNvSpPr>
            <p:nvPr/>
          </p:nvSpPr>
          <p:spPr bwMode="auto">
            <a:xfrm>
              <a:off x="2172" y="208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Rectangle 164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Rectangle 165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66"/>
            <p:cNvSpPr>
              <a:spLocks noEditPoints="1"/>
            </p:cNvSpPr>
            <p:nvPr/>
          </p:nvSpPr>
          <p:spPr bwMode="auto">
            <a:xfrm>
              <a:off x="2172" y="202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Rectangle 167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Rectangle 168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69"/>
            <p:cNvSpPr>
              <a:spLocks noEditPoints="1"/>
            </p:cNvSpPr>
            <p:nvPr/>
          </p:nvSpPr>
          <p:spPr bwMode="auto">
            <a:xfrm>
              <a:off x="2172" y="196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Rectangle 170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Rectangle 171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72"/>
            <p:cNvSpPr>
              <a:spLocks noEditPoints="1"/>
            </p:cNvSpPr>
            <p:nvPr/>
          </p:nvSpPr>
          <p:spPr bwMode="auto">
            <a:xfrm>
              <a:off x="2172" y="190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Rectangle 173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Rectangle 174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75"/>
            <p:cNvSpPr>
              <a:spLocks noEditPoints="1"/>
            </p:cNvSpPr>
            <p:nvPr/>
          </p:nvSpPr>
          <p:spPr bwMode="auto">
            <a:xfrm>
              <a:off x="2172" y="185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Rectangle 176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Rectangle 177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78"/>
            <p:cNvSpPr>
              <a:spLocks noEditPoints="1"/>
            </p:cNvSpPr>
            <p:nvPr/>
          </p:nvSpPr>
          <p:spPr bwMode="auto">
            <a:xfrm>
              <a:off x="2172" y="179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Rectangle 179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Rectangle 180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81"/>
            <p:cNvSpPr>
              <a:spLocks noEditPoints="1"/>
            </p:cNvSpPr>
            <p:nvPr/>
          </p:nvSpPr>
          <p:spPr bwMode="auto">
            <a:xfrm>
              <a:off x="2172" y="173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Rectangle 182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Rectangle 183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84"/>
            <p:cNvSpPr>
              <a:spLocks noEditPoints="1"/>
            </p:cNvSpPr>
            <p:nvPr/>
          </p:nvSpPr>
          <p:spPr bwMode="auto">
            <a:xfrm>
              <a:off x="2172" y="168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Rectangle 185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Rectangle 186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87"/>
            <p:cNvSpPr>
              <a:spLocks noEditPoints="1"/>
            </p:cNvSpPr>
            <p:nvPr/>
          </p:nvSpPr>
          <p:spPr bwMode="auto">
            <a:xfrm>
              <a:off x="2172" y="162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Rectangle 188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Rectangle 189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90"/>
            <p:cNvSpPr>
              <a:spLocks noEditPoints="1"/>
            </p:cNvSpPr>
            <p:nvPr/>
          </p:nvSpPr>
          <p:spPr bwMode="auto">
            <a:xfrm>
              <a:off x="2172" y="156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Rectangle 191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Rectangle 192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93"/>
            <p:cNvSpPr>
              <a:spLocks noEditPoints="1"/>
            </p:cNvSpPr>
            <p:nvPr/>
          </p:nvSpPr>
          <p:spPr bwMode="auto">
            <a:xfrm>
              <a:off x="2172" y="151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Rectangle 194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Rectangle 195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96"/>
            <p:cNvSpPr>
              <a:spLocks noEditPoints="1"/>
            </p:cNvSpPr>
            <p:nvPr/>
          </p:nvSpPr>
          <p:spPr bwMode="auto">
            <a:xfrm>
              <a:off x="2172" y="145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Rectangle 197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Rectangle 198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99"/>
            <p:cNvSpPr>
              <a:spLocks noEditPoints="1"/>
            </p:cNvSpPr>
            <p:nvPr/>
          </p:nvSpPr>
          <p:spPr bwMode="auto">
            <a:xfrm>
              <a:off x="2172" y="139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Rectangle 200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Rectangle 201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202"/>
            <p:cNvSpPr>
              <a:spLocks noEditPoints="1"/>
            </p:cNvSpPr>
            <p:nvPr/>
          </p:nvSpPr>
          <p:spPr bwMode="auto">
            <a:xfrm>
              <a:off x="2172" y="134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Rectangle 203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Rectangle 204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406"/>
          <p:cNvGrpSpPr>
            <a:grpSpLocks/>
          </p:cNvGrpSpPr>
          <p:nvPr/>
        </p:nvGrpSpPr>
        <p:grpSpPr bwMode="auto">
          <a:xfrm>
            <a:off x="3297237" y="1374776"/>
            <a:ext cx="2774950" cy="4105275"/>
            <a:chOff x="2077" y="866"/>
            <a:chExt cx="1748" cy="2586"/>
          </a:xfrm>
        </p:grpSpPr>
        <p:sp>
          <p:nvSpPr>
            <p:cNvPr id="1334" name="Freeform 206"/>
            <p:cNvSpPr>
              <a:spLocks noEditPoints="1"/>
            </p:cNvSpPr>
            <p:nvPr/>
          </p:nvSpPr>
          <p:spPr bwMode="auto">
            <a:xfrm>
              <a:off x="2172" y="128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Rectangle 207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Rectangle 208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209"/>
            <p:cNvSpPr>
              <a:spLocks noEditPoints="1"/>
            </p:cNvSpPr>
            <p:nvPr/>
          </p:nvSpPr>
          <p:spPr bwMode="auto">
            <a:xfrm>
              <a:off x="2172" y="122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Rectangle 210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Rectangle 211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212"/>
            <p:cNvSpPr>
              <a:spLocks noEditPoints="1"/>
            </p:cNvSpPr>
            <p:nvPr/>
          </p:nvSpPr>
          <p:spPr bwMode="auto">
            <a:xfrm>
              <a:off x="2172" y="117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Rectangle 213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Rectangle 214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215"/>
            <p:cNvSpPr>
              <a:spLocks noEditPoints="1"/>
            </p:cNvSpPr>
            <p:nvPr/>
          </p:nvSpPr>
          <p:spPr bwMode="auto">
            <a:xfrm>
              <a:off x="2172" y="111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Rectangle 216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Rectangle 217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218"/>
            <p:cNvSpPr>
              <a:spLocks noEditPoints="1"/>
            </p:cNvSpPr>
            <p:nvPr/>
          </p:nvSpPr>
          <p:spPr bwMode="auto">
            <a:xfrm>
              <a:off x="2172" y="105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Rectangle 219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Rectangle 220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221"/>
            <p:cNvSpPr>
              <a:spLocks noEditPoints="1"/>
            </p:cNvSpPr>
            <p:nvPr/>
          </p:nvSpPr>
          <p:spPr bwMode="auto">
            <a:xfrm>
              <a:off x="2172" y="99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Rectangle 222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Rectangle 223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224"/>
            <p:cNvSpPr>
              <a:spLocks noEditPoints="1"/>
            </p:cNvSpPr>
            <p:nvPr/>
          </p:nvSpPr>
          <p:spPr bwMode="auto">
            <a:xfrm>
              <a:off x="2172" y="942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Rectangle 225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Rectangle 226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227"/>
            <p:cNvSpPr>
              <a:spLocks noEditPoints="1"/>
            </p:cNvSpPr>
            <p:nvPr/>
          </p:nvSpPr>
          <p:spPr bwMode="auto">
            <a:xfrm>
              <a:off x="2172" y="88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Rectangle 228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Line 229"/>
            <p:cNvSpPr>
              <a:spLocks noChangeShapeType="1"/>
            </p:cNvSpPr>
            <p:nvPr/>
          </p:nvSpPr>
          <p:spPr bwMode="auto">
            <a:xfrm>
              <a:off x="2170" y="3332"/>
              <a:ext cx="164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Line 230"/>
            <p:cNvSpPr>
              <a:spLocks noChangeShapeType="1"/>
            </p:cNvSpPr>
            <p:nvPr/>
          </p:nvSpPr>
          <p:spPr bwMode="auto">
            <a:xfrm flipV="1">
              <a:off x="2170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Line 231"/>
            <p:cNvSpPr>
              <a:spLocks noChangeShapeType="1"/>
            </p:cNvSpPr>
            <p:nvPr/>
          </p:nvSpPr>
          <p:spPr bwMode="auto">
            <a:xfrm flipV="1">
              <a:off x="2397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Line 232"/>
            <p:cNvSpPr>
              <a:spLocks noChangeShapeType="1"/>
            </p:cNvSpPr>
            <p:nvPr/>
          </p:nvSpPr>
          <p:spPr bwMode="auto">
            <a:xfrm flipV="1">
              <a:off x="2624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Line 233"/>
            <p:cNvSpPr>
              <a:spLocks noChangeShapeType="1"/>
            </p:cNvSpPr>
            <p:nvPr/>
          </p:nvSpPr>
          <p:spPr bwMode="auto">
            <a:xfrm flipV="1">
              <a:off x="2851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Line 234"/>
            <p:cNvSpPr>
              <a:spLocks noChangeShapeType="1"/>
            </p:cNvSpPr>
            <p:nvPr/>
          </p:nvSpPr>
          <p:spPr bwMode="auto">
            <a:xfrm flipV="1">
              <a:off x="3078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Line 235"/>
            <p:cNvSpPr>
              <a:spLocks noChangeShapeType="1"/>
            </p:cNvSpPr>
            <p:nvPr/>
          </p:nvSpPr>
          <p:spPr bwMode="auto">
            <a:xfrm flipV="1">
              <a:off x="3305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Line 236"/>
            <p:cNvSpPr>
              <a:spLocks noChangeShapeType="1"/>
            </p:cNvSpPr>
            <p:nvPr/>
          </p:nvSpPr>
          <p:spPr bwMode="auto">
            <a:xfrm flipV="1">
              <a:off x="3532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Line 237"/>
            <p:cNvSpPr>
              <a:spLocks noChangeShapeType="1"/>
            </p:cNvSpPr>
            <p:nvPr/>
          </p:nvSpPr>
          <p:spPr bwMode="auto">
            <a:xfrm flipV="1">
              <a:off x="3759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Rectangle 238"/>
            <p:cNvSpPr>
              <a:spLocks noChangeArrowheads="1"/>
            </p:cNvSpPr>
            <p:nvPr/>
          </p:nvSpPr>
          <p:spPr bwMode="auto">
            <a:xfrm>
              <a:off x="215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67" name="Rectangle 239"/>
            <p:cNvSpPr>
              <a:spLocks noChangeArrowheads="1"/>
            </p:cNvSpPr>
            <p:nvPr/>
          </p:nvSpPr>
          <p:spPr bwMode="auto">
            <a:xfrm>
              <a:off x="238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68" name="Rectangle 240"/>
            <p:cNvSpPr>
              <a:spLocks noChangeArrowheads="1"/>
            </p:cNvSpPr>
            <p:nvPr/>
          </p:nvSpPr>
          <p:spPr bwMode="auto">
            <a:xfrm>
              <a:off x="2606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69" name="Rectangle 241"/>
            <p:cNvSpPr>
              <a:spLocks noChangeArrowheads="1"/>
            </p:cNvSpPr>
            <p:nvPr/>
          </p:nvSpPr>
          <p:spPr bwMode="auto">
            <a:xfrm>
              <a:off x="2832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0" name="Rectangle 242"/>
            <p:cNvSpPr>
              <a:spLocks noChangeArrowheads="1"/>
            </p:cNvSpPr>
            <p:nvPr/>
          </p:nvSpPr>
          <p:spPr bwMode="auto">
            <a:xfrm>
              <a:off x="3057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1" name="Rectangle 243"/>
            <p:cNvSpPr>
              <a:spLocks noChangeArrowheads="1"/>
            </p:cNvSpPr>
            <p:nvPr/>
          </p:nvSpPr>
          <p:spPr bwMode="auto">
            <a:xfrm>
              <a:off x="3273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2" name="Rectangle 244"/>
            <p:cNvSpPr>
              <a:spLocks noChangeArrowheads="1"/>
            </p:cNvSpPr>
            <p:nvPr/>
          </p:nvSpPr>
          <p:spPr bwMode="auto">
            <a:xfrm>
              <a:off x="3499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3" name="Rectangle 245"/>
            <p:cNvSpPr>
              <a:spLocks noChangeArrowheads="1"/>
            </p:cNvSpPr>
            <p:nvPr/>
          </p:nvSpPr>
          <p:spPr bwMode="auto">
            <a:xfrm>
              <a:off x="3724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4" name="Line 246"/>
            <p:cNvSpPr>
              <a:spLocks noChangeShapeType="1"/>
            </p:cNvSpPr>
            <p:nvPr/>
          </p:nvSpPr>
          <p:spPr bwMode="auto">
            <a:xfrm flipV="1">
              <a:off x="2170" y="887"/>
              <a:ext cx="0" cy="244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Line 247"/>
            <p:cNvSpPr>
              <a:spLocks noChangeShapeType="1"/>
            </p:cNvSpPr>
            <p:nvPr/>
          </p:nvSpPr>
          <p:spPr bwMode="auto">
            <a:xfrm>
              <a:off x="2170" y="333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Line 248"/>
            <p:cNvSpPr>
              <a:spLocks noChangeShapeType="1"/>
            </p:cNvSpPr>
            <p:nvPr/>
          </p:nvSpPr>
          <p:spPr bwMode="auto">
            <a:xfrm>
              <a:off x="2170" y="3104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Line 249"/>
            <p:cNvSpPr>
              <a:spLocks noChangeShapeType="1"/>
            </p:cNvSpPr>
            <p:nvPr/>
          </p:nvSpPr>
          <p:spPr bwMode="auto">
            <a:xfrm>
              <a:off x="2170" y="287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Line 250"/>
            <p:cNvSpPr>
              <a:spLocks noChangeShapeType="1"/>
            </p:cNvSpPr>
            <p:nvPr/>
          </p:nvSpPr>
          <p:spPr bwMode="auto">
            <a:xfrm>
              <a:off x="2170" y="265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Line 251"/>
            <p:cNvSpPr>
              <a:spLocks noChangeShapeType="1"/>
            </p:cNvSpPr>
            <p:nvPr/>
          </p:nvSpPr>
          <p:spPr bwMode="auto">
            <a:xfrm>
              <a:off x="2170" y="242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Line 252"/>
            <p:cNvSpPr>
              <a:spLocks noChangeShapeType="1"/>
            </p:cNvSpPr>
            <p:nvPr/>
          </p:nvSpPr>
          <p:spPr bwMode="auto">
            <a:xfrm>
              <a:off x="2170" y="219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Line 253"/>
            <p:cNvSpPr>
              <a:spLocks noChangeShapeType="1"/>
            </p:cNvSpPr>
            <p:nvPr/>
          </p:nvSpPr>
          <p:spPr bwMode="auto">
            <a:xfrm>
              <a:off x="2170" y="196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Line 254"/>
            <p:cNvSpPr>
              <a:spLocks noChangeShapeType="1"/>
            </p:cNvSpPr>
            <p:nvPr/>
          </p:nvSpPr>
          <p:spPr bwMode="auto">
            <a:xfrm>
              <a:off x="2170" y="174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Line 255"/>
            <p:cNvSpPr>
              <a:spLocks noChangeShapeType="1"/>
            </p:cNvSpPr>
            <p:nvPr/>
          </p:nvSpPr>
          <p:spPr bwMode="auto">
            <a:xfrm>
              <a:off x="2170" y="1513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Line 256"/>
            <p:cNvSpPr>
              <a:spLocks noChangeShapeType="1"/>
            </p:cNvSpPr>
            <p:nvPr/>
          </p:nvSpPr>
          <p:spPr bwMode="auto">
            <a:xfrm>
              <a:off x="2170" y="128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Line 257"/>
            <p:cNvSpPr>
              <a:spLocks noChangeShapeType="1"/>
            </p:cNvSpPr>
            <p:nvPr/>
          </p:nvSpPr>
          <p:spPr bwMode="auto">
            <a:xfrm>
              <a:off x="2170" y="1058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Rectangle 258"/>
            <p:cNvSpPr>
              <a:spLocks noChangeArrowheads="1"/>
            </p:cNvSpPr>
            <p:nvPr/>
          </p:nvSpPr>
          <p:spPr bwMode="auto">
            <a:xfrm>
              <a:off x="2109" y="3300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7" name="Rectangle 259"/>
            <p:cNvSpPr>
              <a:spLocks noChangeArrowheads="1"/>
            </p:cNvSpPr>
            <p:nvPr/>
          </p:nvSpPr>
          <p:spPr bwMode="auto">
            <a:xfrm>
              <a:off x="2109" y="307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8" name="Rectangle 260"/>
            <p:cNvSpPr>
              <a:spLocks noChangeArrowheads="1"/>
            </p:cNvSpPr>
            <p:nvPr/>
          </p:nvSpPr>
          <p:spPr bwMode="auto">
            <a:xfrm>
              <a:off x="2109" y="2843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9" name="Rectangle 261"/>
            <p:cNvSpPr>
              <a:spLocks noChangeArrowheads="1"/>
            </p:cNvSpPr>
            <p:nvPr/>
          </p:nvSpPr>
          <p:spPr bwMode="auto">
            <a:xfrm>
              <a:off x="2109" y="2617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0" name="Rectangle 262"/>
            <p:cNvSpPr>
              <a:spLocks noChangeArrowheads="1"/>
            </p:cNvSpPr>
            <p:nvPr/>
          </p:nvSpPr>
          <p:spPr bwMode="auto">
            <a:xfrm>
              <a:off x="2109" y="2391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1" name="Rectangle 263"/>
            <p:cNvSpPr>
              <a:spLocks noChangeArrowheads="1"/>
            </p:cNvSpPr>
            <p:nvPr/>
          </p:nvSpPr>
          <p:spPr bwMode="auto">
            <a:xfrm>
              <a:off x="2077" y="2160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2" name="Rectangle 264"/>
            <p:cNvSpPr>
              <a:spLocks noChangeArrowheads="1"/>
            </p:cNvSpPr>
            <p:nvPr/>
          </p:nvSpPr>
          <p:spPr bwMode="auto">
            <a:xfrm>
              <a:off x="2077" y="193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3" name="Rectangle 265"/>
            <p:cNvSpPr>
              <a:spLocks noChangeArrowheads="1"/>
            </p:cNvSpPr>
            <p:nvPr/>
          </p:nvSpPr>
          <p:spPr bwMode="auto">
            <a:xfrm>
              <a:off x="2077" y="1708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4" name="Rectangle 266"/>
            <p:cNvSpPr>
              <a:spLocks noChangeArrowheads="1"/>
            </p:cNvSpPr>
            <p:nvPr/>
          </p:nvSpPr>
          <p:spPr bwMode="auto">
            <a:xfrm>
              <a:off x="2077" y="148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5" name="Rectangle 267"/>
            <p:cNvSpPr>
              <a:spLocks noChangeArrowheads="1"/>
            </p:cNvSpPr>
            <p:nvPr/>
          </p:nvSpPr>
          <p:spPr bwMode="auto">
            <a:xfrm>
              <a:off x="2077" y="125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6" name="Rectangle 268"/>
            <p:cNvSpPr>
              <a:spLocks noChangeArrowheads="1"/>
            </p:cNvSpPr>
            <p:nvPr/>
          </p:nvSpPr>
          <p:spPr bwMode="auto">
            <a:xfrm>
              <a:off x="2077" y="1026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7" name="Oval 26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27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271"/>
            <p:cNvSpPr>
              <a:spLocks/>
            </p:cNvSpPr>
            <p:nvPr/>
          </p:nvSpPr>
          <p:spPr bwMode="auto">
            <a:xfrm>
              <a:off x="2511" y="1967"/>
              <a:ext cx="1248" cy="1251"/>
            </a:xfrm>
            <a:custGeom>
              <a:avLst/>
              <a:gdLst>
                <a:gd name="T0" fmla="*/ 454 w 1248"/>
                <a:gd name="T1" fmla="*/ 228 h 1251"/>
                <a:gd name="T2" fmla="*/ 340 w 1248"/>
                <a:gd name="T3" fmla="*/ 455 h 1251"/>
                <a:gd name="T4" fmla="*/ 567 w 1248"/>
                <a:gd name="T5" fmla="*/ 455 h 1251"/>
                <a:gd name="T6" fmla="*/ 794 w 1248"/>
                <a:gd name="T7" fmla="*/ 342 h 1251"/>
                <a:gd name="T8" fmla="*/ 454 w 1248"/>
                <a:gd name="T9" fmla="*/ 569 h 1251"/>
                <a:gd name="T10" fmla="*/ 454 w 1248"/>
                <a:gd name="T11" fmla="*/ 796 h 1251"/>
                <a:gd name="T12" fmla="*/ 227 w 1248"/>
                <a:gd name="T13" fmla="*/ 683 h 1251"/>
                <a:gd name="T14" fmla="*/ 567 w 1248"/>
                <a:gd name="T15" fmla="*/ 569 h 1251"/>
                <a:gd name="T16" fmla="*/ 794 w 1248"/>
                <a:gd name="T17" fmla="*/ 569 h 1251"/>
                <a:gd name="T18" fmla="*/ 567 w 1248"/>
                <a:gd name="T19" fmla="*/ 796 h 1251"/>
                <a:gd name="T20" fmla="*/ 567 w 1248"/>
                <a:gd name="T21" fmla="*/ 1024 h 1251"/>
                <a:gd name="T22" fmla="*/ 340 w 1248"/>
                <a:gd name="T23" fmla="*/ 1024 h 1251"/>
                <a:gd name="T24" fmla="*/ 681 w 1248"/>
                <a:gd name="T25" fmla="*/ 910 h 1251"/>
                <a:gd name="T26" fmla="*/ 681 w 1248"/>
                <a:gd name="T27" fmla="*/ 683 h 1251"/>
                <a:gd name="T28" fmla="*/ 681 w 1248"/>
                <a:gd name="T29" fmla="*/ 1024 h 1251"/>
                <a:gd name="T30" fmla="*/ 794 w 1248"/>
                <a:gd name="T31" fmla="*/ 1137 h 1251"/>
                <a:gd name="T32" fmla="*/ 567 w 1248"/>
                <a:gd name="T33" fmla="*/ 1024 h 1251"/>
                <a:gd name="T34" fmla="*/ 794 w 1248"/>
                <a:gd name="T35" fmla="*/ 1024 h 1251"/>
                <a:gd name="T36" fmla="*/ 794 w 1248"/>
                <a:gd name="T37" fmla="*/ 1251 h 1251"/>
                <a:gd name="T38" fmla="*/ 681 w 1248"/>
                <a:gd name="T39" fmla="*/ 1024 h 1251"/>
                <a:gd name="T40" fmla="*/ 907 w 1248"/>
                <a:gd name="T41" fmla="*/ 910 h 1251"/>
                <a:gd name="T42" fmla="*/ 907 w 1248"/>
                <a:gd name="T43" fmla="*/ 1137 h 1251"/>
                <a:gd name="T44" fmla="*/ 1134 w 1248"/>
                <a:gd name="T45" fmla="*/ 1137 h 1251"/>
                <a:gd name="T46" fmla="*/ 907 w 1248"/>
                <a:gd name="T47" fmla="*/ 1251 h 1251"/>
                <a:gd name="T48" fmla="*/ 1134 w 1248"/>
                <a:gd name="T49" fmla="*/ 1137 h 1251"/>
                <a:gd name="T50" fmla="*/ 1248 w 1248"/>
                <a:gd name="T51" fmla="*/ 910 h 1251"/>
                <a:gd name="T52" fmla="*/ 1248 w 1248"/>
                <a:gd name="T53" fmla="*/ 683 h 1251"/>
                <a:gd name="T54" fmla="*/ 1248 w 1248"/>
                <a:gd name="T55" fmla="*/ 910 h 1251"/>
                <a:gd name="T56" fmla="*/ 1248 w 1248"/>
                <a:gd name="T57" fmla="*/ 683 h 1251"/>
                <a:gd name="T58" fmla="*/ 1021 w 1248"/>
                <a:gd name="T59" fmla="*/ 683 h 1251"/>
                <a:gd name="T60" fmla="*/ 794 w 1248"/>
                <a:gd name="T61" fmla="*/ 569 h 1251"/>
                <a:gd name="T62" fmla="*/ 681 w 1248"/>
                <a:gd name="T63" fmla="*/ 455 h 1251"/>
                <a:gd name="T64" fmla="*/ 454 w 1248"/>
                <a:gd name="T65" fmla="*/ 342 h 1251"/>
                <a:gd name="T66" fmla="*/ 227 w 1248"/>
                <a:gd name="T67" fmla="*/ 342 h 1251"/>
                <a:gd name="T68" fmla="*/ 227 w 1248"/>
                <a:gd name="T69" fmla="*/ 114 h 1251"/>
                <a:gd name="T70" fmla="*/ 227 w 1248"/>
                <a:gd name="T71" fmla="*/ 342 h 1251"/>
                <a:gd name="T72" fmla="*/ 113 w 1248"/>
                <a:gd name="T73" fmla="*/ 342 h 1251"/>
                <a:gd name="T74" fmla="*/ 227 w 1248"/>
                <a:gd name="T75" fmla="*/ 455 h 1251"/>
                <a:gd name="T76" fmla="*/ 113 w 1248"/>
                <a:gd name="T77" fmla="*/ 228 h 1251"/>
                <a:gd name="T78" fmla="*/ 227 w 1248"/>
                <a:gd name="T79" fmla="*/ 114 h 1251"/>
                <a:gd name="T80" fmla="*/ 0 w 1248"/>
                <a:gd name="T81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" h="1251">
                  <a:moveTo>
                    <a:pt x="454" y="228"/>
                  </a:moveTo>
                  <a:lnTo>
                    <a:pt x="340" y="455"/>
                  </a:lnTo>
                  <a:lnTo>
                    <a:pt x="567" y="455"/>
                  </a:lnTo>
                  <a:lnTo>
                    <a:pt x="794" y="342"/>
                  </a:lnTo>
                  <a:lnTo>
                    <a:pt x="454" y="569"/>
                  </a:lnTo>
                  <a:lnTo>
                    <a:pt x="454" y="796"/>
                  </a:lnTo>
                  <a:lnTo>
                    <a:pt x="227" y="683"/>
                  </a:lnTo>
                  <a:lnTo>
                    <a:pt x="567" y="569"/>
                  </a:lnTo>
                  <a:lnTo>
                    <a:pt x="794" y="569"/>
                  </a:lnTo>
                  <a:lnTo>
                    <a:pt x="567" y="796"/>
                  </a:lnTo>
                  <a:lnTo>
                    <a:pt x="567" y="1024"/>
                  </a:lnTo>
                  <a:lnTo>
                    <a:pt x="340" y="1024"/>
                  </a:lnTo>
                  <a:lnTo>
                    <a:pt x="681" y="910"/>
                  </a:lnTo>
                  <a:lnTo>
                    <a:pt x="681" y="683"/>
                  </a:lnTo>
                  <a:lnTo>
                    <a:pt x="681" y="1024"/>
                  </a:lnTo>
                  <a:lnTo>
                    <a:pt x="794" y="1137"/>
                  </a:lnTo>
                  <a:lnTo>
                    <a:pt x="567" y="1024"/>
                  </a:lnTo>
                  <a:lnTo>
                    <a:pt x="794" y="1024"/>
                  </a:lnTo>
                  <a:lnTo>
                    <a:pt x="794" y="1251"/>
                  </a:lnTo>
                  <a:lnTo>
                    <a:pt x="681" y="1024"/>
                  </a:lnTo>
                  <a:lnTo>
                    <a:pt x="907" y="910"/>
                  </a:lnTo>
                  <a:lnTo>
                    <a:pt x="907" y="1137"/>
                  </a:lnTo>
                  <a:lnTo>
                    <a:pt x="1134" y="1137"/>
                  </a:lnTo>
                  <a:lnTo>
                    <a:pt x="907" y="1251"/>
                  </a:lnTo>
                  <a:lnTo>
                    <a:pt x="1134" y="1137"/>
                  </a:lnTo>
                  <a:lnTo>
                    <a:pt x="1248" y="910"/>
                  </a:lnTo>
                  <a:lnTo>
                    <a:pt x="1248" y="683"/>
                  </a:lnTo>
                  <a:lnTo>
                    <a:pt x="1248" y="910"/>
                  </a:lnTo>
                  <a:lnTo>
                    <a:pt x="1248" y="683"/>
                  </a:lnTo>
                  <a:lnTo>
                    <a:pt x="1021" y="683"/>
                  </a:lnTo>
                  <a:lnTo>
                    <a:pt x="794" y="569"/>
                  </a:lnTo>
                  <a:lnTo>
                    <a:pt x="681" y="455"/>
                  </a:lnTo>
                  <a:lnTo>
                    <a:pt x="454" y="342"/>
                  </a:lnTo>
                  <a:lnTo>
                    <a:pt x="227" y="342"/>
                  </a:lnTo>
                  <a:lnTo>
                    <a:pt x="227" y="114"/>
                  </a:lnTo>
                  <a:lnTo>
                    <a:pt x="227" y="342"/>
                  </a:lnTo>
                  <a:lnTo>
                    <a:pt x="113" y="342"/>
                  </a:lnTo>
                  <a:lnTo>
                    <a:pt x="227" y="455"/>
                  </a:lnTo>
                  <a:lnTo>
                    <a:pt x="113" y="228"/>
                  </a:lnTo>
                  <a:lnTo>
                    <a:pt x="227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Oval 27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27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Oval 274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275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Oval 276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277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Oval 278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279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Oval 280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281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Oval 282"/>
            <p:cNvSpPr>
              <a:spLocks noChangeArrowheads="1"/>
            </p:cNvSpPr>
            <p:nvPr/>
          </p:nvSpPr>
          <p:spPr bwMode="auto">
            <a:xfrm>
              <a:off x="2946" y="274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283"/>
            <p:cNvSpPr>
              <a:spLocks noEditPoints="1"/>
            </p:cNvSpPr>
            <p:nvPr/>
          </p:nvSpPr>
          <p:spPr bwMode="auto">
            <a:xfrm>
              <a:off x="293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Oval 284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285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Oval 286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287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Oval 288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289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Oval 290"/>
            <p:cNvSpPr>
              <a:spLocks noChangeArrowheads="1"/>
            </p:cNvSpPr>
            <p:nvPr/>
          </p:nvSpPr>
          <p:spPr bwMode="auto">
            <a:xfrm>
              <a:off x="3059" y="274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291"/>
            <p:cNvSpPr>
              <a:spLocks noEditPoints="1"/>
            </p:cNvSpPr>
            <p:nvPr/>
          </p:nvSpPr>
          <p:spPr bwMode="auto">
            <a:xfrm>
              <a:off x="3050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Oval 292"/>
            <p:cNvSpPr>
              <a:spLocks noChangeArrowheads="1"/>
            </p:cNvSpPr>
            <p:nvPr/>
          </p:nvSpPr>
          <p:spPr bwMode="auto">
            <a:xfrm>
              <a:off x="3059" y="2972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293"/>
            <p:cNvSpPr>
              <a:spLocks noEditPoints="1"/>
            </p:cNvSpPr>
            <p:nvPr/>
          </p:nvSpPr>
          <p:spPr bwMode="auto">
            <a:xfrm>
              <a:off x="3050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Oval 294"/>
            <p:cNvSpPr>
              <a:spLocks noChangeArrowheads="1"/>
            </p:cNvSpPr>
            <p:nvPr/>
          </p:nvSpPr>
          <p:spPr bwMode="auto">
            <a:xfrm>
              <a:off x="2833" y="2972"/>
              <a:ext cx="36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295"/>
            <p:cNvSpPr>
              <a:spLocks noEditPoints="1"/>
            </p:cNvSpPr>
            <p:nvPr/>
          </p:nvSpPr>
          <p:spPr bwMode="auto">
            <a:xfrm>
              <a:off x="2823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Oval 296"/>
            <p:cNvSpPr>
              <a:spLocks noChangeArrowheads="1"/>
            </p:cNvSpPr>
            <p:nvPr/>
          </p:nvSpPr>
          <p:spPr bwMode="auto">
            <a:xfrm>
              <a:off x="3173" y="2859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297"/>
            <p:cNvSpPr>
              <a:spLocks noEditPoints="1"/>
            </p:cNvSpPr>
            <p:nvPr/>
          </p:nvSpPr>
          <p:spPr bwMode="auto">
            <a:xfrm>
              <a:off x="316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Oval 298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299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Oval 300"/>
            <p:cNvSpPr>
              <a:spLocks noChangeArrowheads="1"/>
            </p:cNvSpPr>
            <p:nvPr/>
          </p:nvSpPr>
          <p:spPr bwMode="auto">
            <a:xfrm>
              <a:off x="3173" y="2972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301"/>
            <p:cNvSpPr>
              <a:spLocks noEditPoints="1"/>
            </p:cNvSpPr>
            <p:nvPr/>
          </p:nvSpPr>
          <p:spPr bwMode="auto">
            <a:xfrm>
              <a:off x="316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Oval 302"/>
            <p:cNvSpPr>
              <a:spLocks noChangeArrowheads="1"/>
            </p:cNvSpPr>
            <p:nvPr/>
          </p:nvSpPr>
          <p:spPr bwMode="auto">
            <a:xfrm>
              <a:off x="3286" y="308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303"/>
            <p:cNvSpPr>
              <a:spLocks noEditPoints="1"/>
            </p:cNvSpPr>
            <p:nvPr/>
          </p:nvSpPr>
          <p:spPr bwMode="auto">
            <a:xfrm>
              <a:off x="327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Oval 304"/>
            <p:cNvSpPr>
              <a:spLocks noChangeArrowheads="1"/>
            </p:cNvSpPr>
            <p:nvPr/>
          </p:nvSpPr>
          <p:spPr bwMode="auto">
            <a:xfrm>
              <a:off x="3059" y="2972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305"/>
            <p:cNvSpPr>
              <a:spLocks noEditPoints="1"/>
            </p:cNvSpPr>
            <p:nvPr/>
          </p:nvSpPr>
          <p:spPr bwMode="auto">
            <a:xfrm>
              <a:off x="3050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Oval 306"/>
            <p:cNvSpPr>
              <a:spLocks noChangeArrowheads="1"/>
            </p:cNvSpPr>
            <p:nvPr/>
          </p:nvSpPr>
          <p:spPr bwMode="auto">
            <a:xfrm>
              <a:off x="3286" y="2972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307"/>
            <p:cNvSpPr>
              <a:spLocks noEditPoints="1"/>
            </p:cNvSpPr>
            <p:nvPr/>
          </p:nvSpPr>
          <p:spPr bwMode="auto">
            <a:xfrm>
              <a:off x="327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Oval 308"/>
            <p:cNvSpPr>
              <a:spLocks noChangeArrowheads="1"/>
            </p:cNvSpPr>
            <p:nvPr/>
          </p:nvSpPr>
          <p:spPr bwMode="auto">
            <a:xfrm>
              <a:off x="3286" y="3200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309"/>
            <p:cNvSpPr>
              <a:spLocks noEditPoints="1"/>
            </p:cNvSpPr>
            <p:nvPr/>
          </p:nvSpPr>
          <p:spPr bwMode="auto">
            <a:xfrm>
              <a:off x="3277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Oval 310"/>
            <p:cNvSpPr>
              <a:spLocks noChangeArrowheads="1"/>
            </p:cNvSpPr>
            <p:nvPr/>
          </p:nvSpPr>
          <p:spPr bwMode="auto">
            <a:xfrm>
              <a:off x="3173" y="2972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311"/>
            <p:cNvSpPr>
              <a:spLocks noEditPoints="1"/>
            </p:cNvSpPr>
            <p:nvPr/>
          </p:nvSpPr>
          <p:spPr bwMode="auto">
            <a:xfrm>
              <a:off x="316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Oval 312"/>
            <p:cNvSpPr>
              <a:spLocks noChangeArrowheads="1"/>
            </p:cNvSpPr>
            <p:nvPr/>
          </p:nvSpPr>
          <p:spPr bwMode="auto">
            <a:xfrm>
              <a:off x="3400" y="2859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313"/>
            <p:cNvSpPr>
              <a:spLocks noEditPoints="1"/>
            </p:cNvSpPr>
            <p:nvPr/>
          </p:nvSpPr>
          <p:spPr bwMode="auto">
            <a:xfrm>
              <a:off x="339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Oval 314"/>
            <p:cNvSpPr>
              <a:spLocks noChangeArrowheads="1"/>
            </p:cNvSpPr>
            <p:nvPr/>
          </p:nvSpPr>
          <p:spPr bwMode="auto">
            <a:xfrm>
              <a:off x="3400" y="308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315"/>
            <p:cNvSpPr>
              <a:spLocks noEditPoints="1"/>
            </p:cNvSpPr>
            <p:nvPr/>
          </p:nvSpPr>
          <p:spPr bwMode="auto">
            <a:xfrm>
              <a:off x="3391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Oval 316"/>
            <p:cNvSpPr>
              <a:spLocks noChangeArrowheads="1"/>
            </p:cNvSpPr>
            <p:nvPr/>
          </p:nvSpPr>
          <p:spPr bwMode="auto">
            <a:xfrm>
              <a:off x="3627" y="308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317"/>
            <p:cNvSpPr>
              <a:spLocks noEditPoints="1"/>
            </p:cNvSpPr>
            <p:nvPr/>
          </p:nvSpPr>
          <p:spPr bwMode="auto">
            <a:xfrm>
              <a:off x="3617" y="307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Oval 318"/>
            <p:cNvSpPr>
              <a:spLocks noChangeArrowheads="1"/>
            </p:cNvSpPr>
            <p:nvPr/>
          </p:nvSpPr>
          <p:spPr bwMode="auto">
            <a:xfrm>
              <a:off x="3400" y="3200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319"/>
            <p:cNvSpPr>
              <a:spLocks noEditPoints="1"/>
            </p:cNvSpPr>
            <p:nvPr/>
          </p:nvSpPr>
          <p:spPr bwMode="auto">
            <a:xfrm>
              <a:off x="339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Oval 320"/>
            <p:cNvSpPr>
              <a:spLocks noChangeArrowheads="1"/>
            </p:cNvSpPr>
            <p:nvPr/>
          </p:nvSpPr>
          <p:spPr bwMode="auto">
            <a:xfrm>
              <a:off x="3627" y="308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321"/>
            <p:cNvSpPr>
              <a:spLocks noEditPoints="1"/>
            </p:cNvSpPr>
            <p:nvPr/>
          </p:nvSpPr>
          <p:spPr bwMode="auto">
            <a:xfrm>
              <a:off x="3617" y="307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Oval 322"/>
            <p:cNvSpPr>
              <a:spLocks noChangeArrowheads="1"/>
            </p:cNvSpPr>
            <p:nvPr/>
          </p:nvSpPr>
          <p:spPr bwMode="auto">
            <a:xfrm>
              <a:off x="3740" y="2859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323"/>
            <p:cNvSpPr>
              <a:spLocks noEditPoints="1"/>
            </p:cNvSpPr>
            <p:nvPr/>
          </p:nvSpPr>
          <p:spPr bwMode="auto">
            <a:xfrm>
              <a:off x="373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Oval 324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325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Oval 326"/>
            <p:cNvSpPr>
              <a:spLocks noChangeArrowheads="1"/>
            </p:cNvSpPr>
            <p:nvPr/>
          </p:nvSpPr>
          <p:spPr bwMode="auto">
            <a:xfrm>
              <a:off x="3740" y="2859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327"/>
            <p:cNvSpPr>
              <a:spLocks noEditPoints="1"/>
            </p:cNvSpPr>
            <p:nvPr/>
          </p:nvSpPr>
          <p:spPr bwMode="auto">
            <a:xfrm>
              <a:off x="373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Oval 328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329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Oval 330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331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Oval 332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333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Oval 334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335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Oval 336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337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Oval 338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339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Oval 340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341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Oval 342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343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Oval 344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345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Oval 346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347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Oval 348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349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Oval 350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351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Oval 352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353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Oval 35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35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356"/>
            <p:cNvSpPr>
              <a:spLocks/>
            </p:cNvSpPr>
            <p:nvPr/>
          </p:nvSpPr>
          <p:spPr bwMode="auto">
            <a:xfrm>
              <a:off x="2170" y="1740"/>
              <a:ext cx="795" cy="796"/>
            </a:xfrm>
            <a:custGeom>
              <a:avLst/>
              <a:gdLst>
                <a:gd name="T0" fmla="*/ 795 w 795"/>
                <a:gd name="T1" fmla="*/ 455 h 796"/>
                <a:gd name="T2" fmla="*/ 681 w 795"/>
                <a:gd name="T3" fmla="*/ 569 h 796"/>
                <a:gd name="T4" fmla="*/ 568 w 795"/>
                <a:gd name="T5" fmla="*/ 682 h 796"/>
                <a:gd name="T6" fmla="*/ 681 w 795"/>
                <a:gd name="T7" fmla="*/ 682 h 796"/>
                <a:gd name="T8" fmla="*/ 568 w 795"/>
                <a:gd name="T9" fmla="*/ 569 h 796"/>
                <a:gd name="T10" fmla="*/ 681 w 795"/>
                <a:gd name="T11" fmla="*/ 682 h 796"/>
                <a:gd name="T12" fmla="*/ 454 w 795"/>
                <a:gd name="T13" fmla="*/ 796 h 796"/>
                <a:gd name="T14" fmla="*/ 568 w 795"/>
                <a:gd name="T15" fmla="*/ 682 h 796"/>
                <a:gd name="T16" fmla="*/ 341 w 795"/>
                <a:gd name="T17" fmla="*/ 682 h 796"/>
                <a:gd name="T18" fmla="*/ 341 w 795"/>
                <a:gd name="T19" fmla="*/ 455 h 796"/>
                <a:gd name="T20" fmla="*/ 568 w 795"/>
                <a:gd name="T21" fmla="*/ 682 h 796"/>
                <a:gd name="T22" fmla="*/ 341 w 795"/>
                <a:gd name="T23" fmla="*/ 455 h 796"/>
                <a:gd name="T24" fmla="*/ 227 w 795"/>
                <a:gd name="T25" fmla="*/ 569 h 796"/>
                <a:gd name="T26" fmla="*/ 341 w 795"/>
                <a:gd name="T27" fmla="*/ 341 h 796"/>
                <a:gd name="T28" fmla="*/ 227 w 795"/>
                <a:gd name="T29" fmla="*/ 455 h 796"/>
                <a:gd name="T30" fmla="*/ 114 w 795"/>
                <a:gd name="T31" fmla="*/ 227 h 796"/>
                <a:gd name="T32" fmla="*/ 227 w 795"/>
                <a:gd name="T33" fmla="*/ 455 h 796"/>
                <a:gd name="T34" fmla="*/ 114 w 795"/>
                <a:gd name="T35" fmla="*/ 341 h 796"/>
                <a:gd name="T36" fmla="*/ 227 w 795"/>
                <a:gd name="T37" fmla="*/ 227 h 796"/>
                <a:gd name="T38" fmla="*/ 341 w 795"/>
                <a:gd name="T39" fmla="*/ 455 h 796"/>
                <a:gd name="T40" fmla="*/ 227 w 795"/>
                <a:gd name="T41" fmla="*/ 455 h 796"/>
                <a:gd name="T42" fmla="*/ 341 w 795"/>
                <a:gd name="T43" fmla="*/ 227 h 796"/>
                <a:gd name="T44" fmla="*/ 227 w 795"/>
                <a:gd name="T45" fmla="*/ 341 h 796"/>
                <a:gd name="T46" fmla="*/ 114 w 795"/>
                <a:gd name="T47" fmla="*/ 455 h 796"/>
                <a:gd name="T48" fmla="*/ 0 w 795"/>
                <a:gd name="T49" fmla="*/ 227 h 796"/>
                <a:gd name="T50" fmla="*/ 114 w 795"/>
                <a:gd name="T51" fmla="*/ 227 h 796"/>
                <a:gd name="T52" fmla="*/ 227 w 795"/>
                <a:gd name="T53" fmla="*/ 114 h 796"/>
                <a:gd name="T54" fmla="*/ 114 w 795"/>
                <a:gd name="T55" fmla="*/ 0 h 796"/>
                <a:gd name="T56" fmla="*/ 114 w 795"/>
                <a:gd name="T57" fmla="*/ 114 h 796"/>
                <a:gd name="T58" fmla="*/ 0 w 795"/>
                <a:gd name="T59" fmla="*/ 114 h 796"/>
                <a:gd name="T60" fmla="*/ 114 w 795"/>
                <a:gd name="T61" fmla="*/ 227 h 796"/>
                <a:gd name="T62" fmla="*/ 227 w 795"/>
                <a:gd name="T63" fmla="*/ 0 h 796"/>
                <a:gd name="T64" fmla="*/ 341 w 795"/>
                <a:gd name="T65" fmla="*/ 0 h 796"/>
                <a:gd name="T66" fmla="*/ 454 w 795"/>
                <a:gd name="T67" fmla="*/ 114 h 796"/>
                <a:gd name="T68" fmla="*/ 227 w 795"/>
                <a:gd name="T69" fmla="*/ 0 h 796"/>
                <a:gd name="T70" fmla="*/ 227 w 795"/>
                <a:gd name="T71" fmla="*/ 227 h 796"/>
                <a:gd name="T72" fmla="*/ 114 w 795"/>
                <a:gd name="T73" fmla="*/ 341 h 796"/>
                <a:gd name="T74" fmla="*/ 0 w 795"/>
                <a:gd name="T75" fmla="*/ 455 h 796"/>
                <a:gd name="T76" fmla="*/ 114 w 795"/>
                <a:gd name="T77" fmla="*/ 569 h 796"/>
                <a:gd name="T78" fmla="*/ 227 w 795"/>
                <a:gd name="T79" fmla="*/ 682 h 796"/>
                <a:gd name="T80" fmla="*/ 341 w 795"/>
                <a:gd name="T81" fmla="*/ 455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95" h="796">
                  <a:moveTo>
                    <a:pt x="795" y="455"/>
                  </a:moveTo>
                  <a:lnTo>
                    <a:pt x="681" y="569"/>
                  </a:lnTo>
                  <a:lnTo>
                    <a:pt x="568" y="682"/>
                  </a:lnTo>
                  <a:lnTo>
                    <a:pt x="681" y="682"/>
                  </a:lnTo>
                  <a:lnTo>
                    <a:pt x="568" y="569"/>
                  </a:lnTo>
                  <a:lnTo>
                    <a:pt x="681" y="682"/>
                  </a:lnTo>
                  <a:lnTo>
                    <a:pt x="454" y="796"/>
                  </a:lnTo>
                  <a:lnTo>
                    <a:pt x="568" y="682"/>
                  </a:lnTo>
                  <a:lnTo>
                    <a:pt x="341" y="682"/>
                  </a:lnTo>
                  <a:lnTo>
                    <a:pt x="341" y="455"/>
                  </a:lnTo>
                  <a:lnTo>
                    <a:pt x="568" y="682"/>
                  </a:lnTo>
                  <a:lnTo>
                    <a:pt x="341" y="455"/>
                  </a:lnTo>
                  <a:lnTo>
                    <a:pt x="227" y="569"/>
                  </a:lnTo>
                  <a:lnTo>
                    <a:pt x="341" y="341"/>
                  </a:lnTo>
                  <a:lnTo>
                    <a:pt x="227" y="455"/>
                  </a:lnTo>
                  <a:lnTo>
                    <a:pt x="114" y="227"/>
                  </a:lnTo>
                  <a:lnTo>
                    <a:pt x="227" y="455"/>
                  </a:lnTo>
                  <a:lnTo>
                    <a:pt x="114" y="341"/>
                  </a:lnTo>
                  <a:lnTo>
                    <a:pt x="227" y="227"/>
                  </a:lnTo>
                  <a:lnTo>
                    <a:pt x="341" y="455"/>
                  </a:lnTo>
                  <a:lnTo>
                    <a:pt x="227" y="455"/>
                  </a:lnTo>
                  <a:lnTo>
                    <a:pt x="341" y="227"/>
                  </a:lnTo>
                  <a:lnTo>
                    <a:pt x="227" y="341"/>
                  </a:lnTo>
                  <a:lnTo>
                    <a:pt x="114" y="455"/>
                  </a:lnTo>
                  <a:lnTo>
                    <a:pt x="0" y="227"/>
                  </a:lnTo>
                  <a:lnTo>
                    <a:pt x="114" y="227"/>
                  </a:lnTo>
                  <a:lnTo>
                    <a:pt x="227" y="114"/>
                  </a:lnTo>
                  <a:lnTo>
                    <a:pt x="114" y="0"/>
                  </a:lnTo>
                  <a:lnTo>
                    <a:pt x="114" y="114"/>
                  </a:lnTo>
                  <a:lnTo>
                    <a:pt x="0" y="114"/>
                  </a:lnTo>
                  <a:lnTo>
                    <a:pt x="114" y="227"/>
                  </a:lnTo>
                  <a:lnTo>
                    <a:pt x="227" y="0"/>
                  </a:lnTo>
                  <a:lnTo>
                    <a:pt x="341" y="0"/>
                  </a:lnTo>
                  <a:lnTo>
                    <a:pt x="454" y="114"/>
                  </a:lnTo>
                  <a:lnTo>
                    <a:pt x="227" y="0"/>
                  </a:lnTo>
                  <a:lnTo>
                    <a:pt x="227" y="227"/>
                  </a:lnTo>
                  <a:lnTo>
                    <a:pt x="114" y="341"/>
                  </a:lnTo>
                  <a:lnTo>
                    <a:pt x="0" y="455"/>
                  </a:lnTo>
                  <a:lnTo>
                    <a:pt x="114" y="569"/>
                  </a:lnTo>
                  <a:lnTo>
                    <a:pt x="227" y="682"/>
                  </a:lnTo>
                  <a:lnTo>
                    <a:pt x="341" y="455"/>
                  </a:lnTo>
                </a:path>
              </a:pathLst>
            </a:custGeom>
            <a:noFill/>
            <a:ln w="28575" cap="flat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Oval 35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35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Oval 359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360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Oval 361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362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Oval 363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364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Oval 365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366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Oval 367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368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Oval 369"/>
            <p:cNvSpPr>
              <a:spLocks noChangeArrowheads="1"/>
            </p:cNvSpPr>
            <p:nvPr/>
          </p:nvSpPr>
          <p:spPr bwMode="auto">
            <a:xfrm>
              <a:off x="2606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370"/>
            <p:cNvSpPr>
              <a:spLocks noEditPoints="1"/>
            </p:cNvSpPr>
            <p:nvPr/>
          </p:nvSpPr>
          <p:spPr bwMode="auto">
            <a:xfrm>
              <a:off x="259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Oval 371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372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Oval 373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374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Oval 375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376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Oval 377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378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Oval 379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380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Oval 381"/>
            <p:cNvSpPr>
              <a:spLocks noChangeArrowheads="1"/>
            </p:cNvSpPr>
            <p:nvPr/>
          </p:nvSpPr>
          <p:spPr bwMode="auto">
            <a:xfrm>
              <a:off x="237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382"/>
            <p:cNvSpPr>
              <a:spLocks noEditPoints="1"/>
            </p:cNvSpPr>
            <p:nvPr/>
          </p:nvSpPr>
          <p:spPr bwMode="auto">
            <a:xfrm>
              <a:off x="237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Oval 383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384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Oval 385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386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Oval 387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388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Oval 389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390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Oval 391"/>
            <p:cNvSpPr>
              <a:spLocks noChangeArrowheads="1"/>
            </p:cNvSpPr>
            <p:nvPr/>
          </p:nvSpPr>
          <p:spPr bwMode="auto">
            <a:xfrm>
              <a:off x="2265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392"/>
            <p:cNvSpPr>
              <a:spLocks noEditPoints="1"/>
            </p:cNvSpPr>
            <p:nvPr/>
          </p:nvSpPr>
          <p:spPr bwMode="auto">
            <a:xfrm>
              <a:off x="2256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Oval 393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394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Oval 395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396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Oval 397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398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Oval 399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400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Oval 401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402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Oval 403"/>
            <p:cNvSpPr>
              <a:spLocks noChangeArrowheads="1"/>
            </p:cNvSpPr>
            <p:nvPr/>
          </p:nvSpPr>
          <p:spPr bwMode="auto">
            <a:xfrm>
              <a:off x="2265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404"/>
            <p:cNvSpPr>
              <a:spLocks noEditPoints="1"/>
            </p:cNvSpPr>
            <p:nvPr/>
          </p:nvSpPr>
          <p:spPr bwMode="auto">
            <a:xfrm>
              <a:off x="2256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Oval 405"/>
            <p:cNvSpPr>
              <a:spLocks noChangeArrowheads="1"/>
            </p:cNvSpPr>
            <p:nvPr/>
          </p:nvSpPr>
          <p:spPr bwMode="auto">
            <a:xfrm>
              <a:off x="215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07"/>
          <p:cNvGrpSpPr>
            <a:grpSpLocks/>
          </p:cNvGrpSpPr>
          <p:nvPr/>
        </p:nvGrpSpPr>
        <p:grpSpPr bwMode="auto">
          <a:xfrm>
            <a:off x="3402012" y="1374776"/>
            <a:ext cx="2608263" cy="3236913"/>
            <a:chOff x="2143" y="866"/>
            <a:chExt cx="1643" cy="2039"/>
          </a:xfrm>
        </p:grpSpPr>
        <p:sp>
          <p:nvSpPr>
            <p:cNvPr id="1134" name="Freeform 407"/>
            <p:cNvSpPr>
              <a:spLocks noEditPoints="1"/>
            </p:cNvSpPr>
            <p:nvPr/>
          </p:nvSpPr>
          <p:spPr bwMode="auto">
            <a:xfrm>
              <a:off x="214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Oval 408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409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Oval 410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411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Oval 412"/>
            <p:cNvSpPr>
              <a:spLocks noChangeArrowheads="1"/>
            </p:cNvSpPr>
            <p:nvPr/>
          </p:nvSpPr>
          <p:spPr bwMode="auto">
            <a:xfrm>
              <a:off x="2265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413"/>
            <p:cNvSpPr>
              <a:spLocks noEditPoints="1"/>
            </p:cNvSpPr>
            <p:nvPr/>
          </p:nvSpPr>
          <p:spPr bwMode="auto">
            <a:xfrm>
              <a:off x="2256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Oval 414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415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Oval 416"/>
            <p:cNvSpPr>
              <a:spLocks noChangeArrowheads="1"/>
            </p:cNvSpPr>
            <p:nvPr/>
          </p:nvSpPr>
          <p:spPr bwMode="auto">
            <a:xfrm>
              <a:off x="215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417"/>
            <p:cNvSpPr>
              <a:spLocks noEditPoints="1"/>
            </p:cNvSpPr>
            <p:nvPr/>
          </p:nvSpPr>
          <p:spPr bwMode="auto">
            <a:xfrm>
              <a:off x="214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Oval 418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419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Oval 420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421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Oval 422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423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Oval 424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425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Oval 426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427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Oval 428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429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Oval 430"/>
            <p:cNvSpPr>
              <a:spLocks noChangeArrowheads="1"/>
            </p:cNvSpPr>
            <p:nvPr/>
          </p:nvSpPr>
          <p:spPr bwMode="auto">
            <a:xfrm>
              <a:off x="2265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431"/>
            <p:cNvSpPr>
              <a:spLocks noEditPoints="1"/>
            </p:cNvSpPr>
            <p:nvPr/>
          </p:nvSpPr>
          <p:spPr bwMode="auto">
            <a:xfrm>
              <a:off x="2256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Oval 432"/>
            <p:cNvSpPr>
              <a:spLocks noChangeArrowheads="1"/>
            </p:cNvSpPr>
            <p:nvPr/>
          </p:nvSpPr>
          <p:spPr bwMode="auto">
            <a:xfrm>
              <a:off x="2152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433"/>
            <p:cNvSpPr>
              <a:spLocks noEditPoints="1"/>
            </p:cNvSpPr>
            <p:nvPr/>
          </p:nvSpPr>
          <p:spPr bwMode="auto">
            <a:xfrm>
              <a:off x="214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Oval 434"/>
            <p:cNvSpPr>
              <a:spLocks noChangeArrowheads="1"/>
            </p:cNvSpPr>
            <p:nvPr/>
          </p:nvSpPr>
          <p:spPr bwMode="auto">
            <a:xfrm>
              <a:off x="2265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435"/>
            <p:cNvSpPr>
              <a:spLocks noEditPoints="1"/>
            </p:cNvSpPr>
            <p:nvPr/>
          </p:nvSpPr>
          <p:spPr bwMode="auto">
            <a:xfrm>
              <a:off x="2256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Oval 436"/>
            <p:cNvSpPr>
              <a:spLocks noChangeArrowheads="1"/>
            </p:cNvSpPr>
            <p:nvPr/>
          </p:nvSpPr>
          <p:spPr bwMode="auto">
            <a:xfrm>
              <a:off x="237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437"/>
            <p:cNvSpPr>
              <a:spLocks noEditPoints="1"/>
            </p:cNvSpPr>
            <p:nvPr/>
          </p:nvSpPr>
          <p:spPr bwMode="auto">
            <a:xfrm>
              <a:off x="237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Oval 438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439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Oval 44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44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442"/>
            <p:cNvSpPr>
              <a:spLocks/>
            </p:cNvSpPr>
            <p:nvPr/>
          </p:nvSpPr>
          <p:spPr bwMode="auto">
            <a:xfrm>
              <a:off x="2851" y="1172"/>
              <a:ext cx="908" cy="1705"/>
            </a:xfrm>
            <a:custGeom>
              <a:avLst/>
              <a:gdLst>
                <a:gd name="T0" fmla="*/ 114 w 908"/>
                <a:gd name="T1" fmla="*/ 1023 h 1705"/>
                <a:gd name="T2" fmla="*/ 341 w 908"/>
                <a:gd name="T3" fmla="*/ 682 h 1705"/>
                <a:gd name="T4" fmla="*/ 454 w 908"/>
                <a:gd name="T5" fmla="*/ 454 h 1705"/>
                <a:gd name="T6" fmla="*/ 227 w 908"/>
                <a:gd name="T7" fmla="*/ 682 h 1705"/>
                <a:gd name="T8" fmla="*/ 454 w 908"/>
                <a:gd name="T9" fmla="*/ 795 h 1705"/>
                <a:gd name="T10" fmla="*/ 681 w 908"/>
                <a:gd name="T11" fmla="*/ 682 h 1705"/>
                <a:gd name="T12" fmla="*/ 794 w 908"/>
                <a:gd name="T13" fmla="*/ 909 h 1705"/>
                <a:gd name="T14" fmla="*/ 908 w 908"/>
                <a:gd name="T15" fmla="*/ 1023 h 1705"/>
                <a:gd name="T16" fmla="*/ 908 w 908"/>
                <a:gd name="T17" fmla="*/ 1250 h 1705"/>
                <a:gd name="T18" fmla="*/ 681 w 908"/>
                <a:gd name="T19" fmla="*/ 1478 h 1705"/>
                <a:gd name="T20" fmla="*/ 908 w 908"/>
                <a:gd name="T21" fmla="*/ 1591 h 1705"/>
                <a:gd name="T22" fmla="*/ 681 w 908"/>
                <a:gd name="T23" fmla="*/ 1705 h 1705"/>
                <a:gd name="T24" fmla="*/ 908 w 908"/>
                <a:gd name="T25" fmla="*/ 1478 h 1705"/>
                <a:gd name="T26" fmla="*/ 794 w 908"/>
                <a:gd name="T27" fmla="*/ 1250 h 1705"/>
                <a:gd name="T28" fmla="*/ 681 w 908"/>
                <a:gd name="T29" fmla="*/ 1478 h 1705"/>
                <a:gd name="T30" fmla="*/ 908 w 908"/>
                <a:gd name="T31" fmla="*/ 1364 h 1705"/>
                <a:gd name="T32" fmla="*/ 794 w 908"/>
                <a:gd name="T33" fmla="*/ 1591 h 1705"/>
                <a:gd name="T34" fmla="*/ 794 w 908"/>
                <a:gd name="T35" fmla="*/ 1364 h 1705"/>
                <a:gd name="T36" fmla="*/ 681 w 908"/>
                <a:gd name="T37" fmla="*/ 1591 h 1705"/>
                <a:gd name="T38" fmla="*/ 794 w 908"/>
                <a:gd name="T39" fmla="*/ 1364 h 1705"/>
                <a:gd name="T40" fmla="*/ 681 w 908"/>
                <a:gd name="T41" fmla="*/ 1023 h 1705"/>
                <a:gd name="T42" fmla="*/ 794 w 908"/>
                <a:gd name="T43" fmla="*/ 1250 h 1705"/>
                <a:gd name="T44" fmla="*/ 567 w 908"/>
                <a:gd name="T45" fmla="*/ 1137 h 1705"/>
                <a:gd name="T46" fmla="*/ 681 w 908"/>
                <a:gd name="T47" fmla="*/ 795 h 1705"/>
                <a:gd name="T48" fmla="*/ 908 w 908"/>
                <a:gd name="T49" fmla="*/ 568 h 1705"/>
                <a:gd name="T50" fmla="*/ 681 w 908"/>
                <a:gd name="T51" fmla="*/ 795 h 1705"/>
                <a:gd name="T52" fmla="*/ 794 w 908"/>
                <a:gd name="T53" fmla="*/ 568 h 1705"/>
                <a:gd name="T54" fmla="*/ 908 w 908"/>
                <a:gd name="T55" fmla="*/ 795 h 1705"/>
                <a:gd name="T56" fmla="*/ 681 w 908"/>
                <a:gd name="T57" fmla="*/ 568 h 1705"/>
                <a:gd name="T58" fmla="*/ 567 w 908"/>
                <a:gd name="T59" fmla="*/ 341 h 1705"/>
                <a:gd name="T60" fmla="*/ 567 w 908"/>
                <a:gd name="T61" fmla="*/ 0 h 1705"/>
                <a:gd name="T62" fmla="*/ 341 w 908"/>
                <a:gd name="T63" fmla="*/ 113 h 1705"/>
                <a:gd name="T64" fmla="*/ 114 w 908"/>
                <a:gd name="T65" fmla="*/ 341 h 1705"/>
                <a:gd name="T66" fmla="*/ 454 w 908"/>
                <a:gd name="T67" fmla="*/ 341 h 1705"/>
                <a:gd name="T68" fmla="*/ 114 w 908"/>
                <a:gd name="T69" fmla="*/ 227 h 1705"/>
                <a:gd name="T70" fmla="*/ 0 w 908"/>
                <a:gd name="T71" fmla="*/ 454 h 1705"/>
                <a:gd name="T72" fmla="*/ 114 w 908"/>
                <a:gd name="T73" fmla="*/ 227 h 1705"/>
                <a:gd name="T74" fmla="*/ 341 w 908"/>
                <a:gd name="T75" fmla="*/ 0 h 1705"/>
                <a:gd name="T76" fmla="*/ 567 w 908"/>
                <a:gd name="T77" fmla="*/ 113 h 1705"/>
                <a:gd name="T78" fmla="*/ 794 w 908"/>
                <a:gd name="T79" fmla="*/ 113 h 1705"/>
                <a:gd name="T80" fmla="*/ 908 w 908"/>
                <a:gd name="T81" fmla="*/ 0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08" h="1705">
                  <a:moveTo>
                    <a:pt x="114" y="1023"/>
                  </a:moveTo>
                  <a:lnTo>
                    <a:pt x="341" y="682"/>
                  </a:lnTo>
                  <a:lnTo>
                    <a:pt x="454" y="454"/>
                  </a:lnTo>
                  <a:lnTo>
                    <a:pt x="227" y="682"/>
                  </a:lnTo>
                  <a:lnTo>
                    <a:pt x="454" y="795"/>
                  </a:lnTo>
                  <a:lnTo>
                    <a:pt x="681" y="682"/>
                  </a:lnTo>
                  <a:lnTo>
                    <a:pt x="794" y="909"/>
                  </a:lnTo>
                  <a:lnTo>
                    <a:pt x="908" y="1023"/>
                  </a:lnTo>
                  <a:lnTo>
                    <a:pt x="908" y="1250"/>
                  </a:lnTo>
                  <a:lnTo>
                    <a:pt x="681" y="1478"/>
                  </a:lnTo>
                  <a:lnTo>
                    <a:pt x="908" y="1591"/>
                  </a:lnTo>
                  <a:lnTo>
                    <a:pt x="681" y="1705"/>
                  </a:lnTo>
                  <a:lnTo>
                    <a:pt x="908" y="1478"/>
                  </a:lnTo>
                  <a:lnTo>
                    <a:pt x="794" y="1250"/>
                  </a:lnTo>
                  <a:lnTo>
                    <a:pt x="681" y="1478"/>
                  </a:lnTo>
                  <a:lnTo>
                    <a:pt x="908" y="1364"/>
                  </a:lnTo>
                  <a:lnTo>
                    <a:pt x="794" y="1591"/>
                  </a:lnTo>
                  <a:lnTo>
                    <a:pt x="794" y="1364"/>
                  </a:lnTo>
                  <a:lnTo>
                    <a:pt x="681" y="1591"/>
                  </a:lnTo>
                  <a:lnTo>
                    <a:pt x="794" y="1364"/>
                  </a:lnTo>
                  <a:lnTo>
                    <a:pt x="681" y="1023"/>
                  </a:lnTo>
                  <a:lnTo>
                    <a:pt x="794" y="1250"/>
                  </a:lnTo>
                  <a:lnTo>
                    <a:pt x="567" y="1137"/>
                  </a:lnTo>
                  <a:lnTo>
                    <a:pt x="681" y="795"/>
                  </a:lnTo>
                  <a:lnTo>
                    <a:pt x="908" y="568"/>
                  </a:lnTo>
                  <a:lnTo>
                    <a:pt x="681" y="795"/>
                  </a:lnTo>
                  <a:lnTo>
                    <a:pt x="794" y="568"/>
                  </a:lnTo>
                  <a:lnTo>
                    <a:pt x="908" y="795"/>
                  </a:lnTo>
                  <a:lnTo>
                    <a:pt x="681" y="568"/>
                  </a:lnTo>
                  <a:lnTo>
                    <a:pt x="567" y="341"/>
                  </a:lnTo>
                  <a:lnTo>
                    <a:pt x="567" y="0"/>
                  </a:lnTo>
                  <a:lnTo>
                    <a:pt x="341" y="113"/>
                  </a:lnTo>
                  <a:lnTo>
                    <a:pt x="114" y="341"/>
                  </a:lnTo>
                  <a:lnTo>
                    <a:pt x="454" y="341"/>
                  </a:lnTo>
                  <a:lnTo>
                    <a:pt x="114" y="227"/>
                  </a:lnTo>
                  <a:lnTo>
                    <a:pt x="0" y="454"/>
                  </a:lnTo>
                  <a:lnTo>
                    <a:pt x="114" y="227"/>
                  </a:lnTo>
                  <a:lnTo>
                    <a:pt x="341" y="0"/>
                  </a:lnTo>
                  <a:lnTo>
                    <a:pt x="567" y="113"/>
                  </a:lnTo>
                  <a:lnTo>
                    <a:pt x="794" y="113"/>
                  </a:lnTo>
                  <a:lnTo>
                    <a:pt x="908" y="0"/>
                  </a:lnTo>
                </a:path>
              </a:pathLst>
            </a:custGeom>
            <a:noFill/>
            <a:ln w="28575" cap="flat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Oval 44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44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Oval 445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446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Oval 447"/>
            <p:cNvSpPr>
              <a:spLocks noChangeArrowheads="1"/>
            </p:cNvSpPr>
            <p:nvPr/>
          </p:nvSpPr>
          <p:spPr bwMode="auto">
            <a:xfrm>
              <a:off x="3286" y="1608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448"/>
            <p:cNvSpPr>
              <a:spLocks noEditPoints="1"/>
            </p:cNvSpPr>
            <p:nvPr/>
          </p:nvSpPr>
          <p:spPr bwMode="auto">
            <a:xfrm>
              <a:off x="327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Oval 449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450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Oval 451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452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Oval 453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454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Oval 455"/>
            <p:cNvSpPr>
              <a:spLocks noChangeArrowheads="1"/>
            </p:cNvSpPr>
            <p:nvPr/>
          </p:nvSpPr>
          <p:spPr bwMode="auto">
            <a:xfrm>
              <a:off x="3627" y="206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456"/>
            <p:cNvSpPr>
              <a:spLocks noEditPoints="1"/>
            </p:cNvSpPr>
            <p:nvPr/>
          </p:nvSpPr>
          <p:spPr bwMode="auto">
            <a:xfrm>
              <a:off x="3617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Oval 457"/>
            <p:cNvSpPr>
              <a:spLocks noChangeArrowheads="1"/>
            </p:cNvSpPr>
            <p:nvPr/>
          </p:nvSpPr>
          <p:spPr bwMode="auto">
            <a:xfrm>
              <a:off x="3740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458"/>
            <p:cNvSpPr>
              <a:spLocks noEditPoints="1"/>
            </p:cNvSpPr>
            <p:nvPr/>
          </p:nvSpPr>
          <p:spPr bwMode="auto">
            <a:xfrm>
              <a:off x="373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Oval 459"/>
            <p:cNvSpPr>
              <a:spLocks noChangeArrowheads="1"/>
            </p:cNvSpPr>
            <p:nvPr/>
          </p:nvSpPr>
          <p:spPr bwMode="auto">
            <a:xfrm>
              <a:off x="3740" y="240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460"/>
            <p:cNvSpPr>
              <a:spLocks noEditPoints="1"/>
            </p:cNvSpPr>
            <p:nvPr/>
          </p:nvSpPr>
          <p:spPr bwMode="auto">
            <a:xfrm>
              <a:off x="373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Oval 461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462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Oval 463"/>
            <p:cNvSpPr>
              <a:spLocks noChangeArrowheads="1"/>
            </p:cNvSpPr>
            <p:nvPr/>
          </p:nvSpPr>
          <p:spPr bwMode="auto">
            <a:xfrm>
              <a:off x="3740" y="274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464"/>
            <p:cNvSpPr>
              <a:spLocks noEditPoints="1"/>
            </p:cNvSpPr>
            <p:nvPr/>
          </p:nvSpPr>
          <p:spPr bwMode="auto">
            <a:xfrm>
              <a:off x="3731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Oval 465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466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Oval 467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468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Oval 469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470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Oval 471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472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Oval 473"/>
            <p:cNvSpPr>
              <a:spLocks noChangeArrowheads="1"/>
            </p:cNvSpPr>
            <p:nvPr/>
          </p:nvSpPr>
          <p:spPr bwMode="auto">
            <a:xfrm>
              <a:off x="3740" y="2518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474"/>
            <p:cNvSpPr>
              <a:spLocks noEditPoints="1"/>
            </p:cNvSpPr>
            <p:nvPr/>
          </p:nvSpPr>
          <p:spPr bwMode="auto">
            <a:xfrm>
              <a:off x="373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Oval 475"/>
            <p:cNvSpPr>
              <a:spLocks noChangeArrowheads="1"/>
            </p:cNvSpPr>
            <p:nvPr/>
          </p:nvSpPr>
          <p:spPr bwMode="auto">
            <a:xfrm>
              <a:off x="3627" y="274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476"/>
            <p:cNvSpPr>
              <a:spLocks noEditPoints="1"/>
            </p:cNvSpPr>
            <p:nvPr/>
          </p:nvSpPr>
          <p:spPr bwMode="auto">
            <a:xfrm>
              <a:off x="3617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Oval 477"/>
            <p:cNvSpPr>
              <a:spLocks noChangeArrowheads="1"/>
            </p:cNvSpPr>
            <p:nvPr/>
          </p:nvSpPr>
          <p:spPr bwMode="auto">
            <a:xfrm>
              <a:off x="3627" y="2518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478"/>
            <p:cNvSpPr>
              <a:spLocks noEditPoints="1"/>
            </p:cNvSpPr>
            <p:nvPr/>
          </p:nvSpPr>
          <p:spPr bwMode="auto">
            <a:xfrm>
              <a:off x="3617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Oval 479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480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Oval 481"/>
            <p:cNvSpPr>
              <a:spLocks noChangeArrowheads="1"/>
            </p:cNvSpPr>
            <p:nvPr/>
          </p:nvSpPr>
          <p:spPr bwMode="auto">
            <a:xfrm>
              <a:off x="3627" y="2518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482"/>
            <p:cNvSpPr>
              <a:spLocks noEditPoints="1"/>
            </p:cNvSpPr>
            <p:nvPr/>
          </p:nvSpPr>
          <p:spPr bwMode="auto">
            <a:xfrm>
              <a:off x="3617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Oval 483"/>
            <p:cNvSpPr>
              <a:spLocks noChangeArrowheads="1"/>
            </p:cNvSpPr>
            <p:nvPr/>
          </p:nvSpPr>
          <p:spPr bwMode="auto">
            <a:xfrm>
              <a:off x="3513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484"/>
            <p:cNvSpPr>
              <a:spLocks noEditPoints="1"/>
            </p:cNvSpPr>
            <p:nvPr/>
          </p:nvSpPr>
          <p:spPr bwMode="auto">
            <a:xfrm>
              <a:off x="350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Oval 485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486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Oval 487"/>
            <p:cNvSpPr>
              <a:spLocks noChangeArrowheads="1"/>
            </p:cNvSpPr>
            <p:nvPr/>
          </p:nvSpPr>
          <p:spPr bwMode="auto">
            <a:xfrm>
              <a:off x="3400" y="229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488"/>
            <p:cNvSpPr>
              <a:spLocks noEditPoints="1"/>
            </p:cNvSpPr>
            <p:nvPr/>
          </p:nvSpPr>
          <p:spPr bwMode="auto">
            <a:xfrm>
              <a:off x="339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Oval 489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490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Oval 491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492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Oval 493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494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Oval 495"/>
            <p:cNvSpPr>
              <a:spLocks noChangeArrowheads="1"/>
            </p:cNvSpPr>
            <p:nvPr/>
          </p:nvSpPr>
          <p:spPr bwMode="auto">
            <a:xfrm>
              <a:off x="3627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496"/>
            <p:cNvSpPr>
              <a:spLocks noEditPoints="1"/>
            </p:cNvSpPr>
            <p:nvPr/>
          </p:nvSpPr>
          <p:spPr bwMode="auto">
            <a:xfrm>
              <a:off x="3617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Oval 497"/>
            <p:cNvSpPr>
              <a:spLocks noChangeArrowheads="1"/>
            </p:cNvSpPr>
            <p:nvPr/>
          </p:nvSpPr>
          <p:spPr bwMode="auto">
            <a:xfrm>
              <a:off x="3740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498"/>
            <p:cNvSpPr>
              <a:spLocks noEditPoints="1"/>
            </p:cNvSpPr>
            <p:nvPr/>
          </p:nvSpPr>
          <p:spPr bwMode="auto">
            <a:xfrm>
              <a:off x="373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Oval 499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500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Oval 501"/>
            <p:cNvSpPr>
              <a:spLocks noChangeArrowheads="1"/>
            </p:cNvSpPr>
            <p:nvPr/>
          </p:nvSpPr>
          <p:spPr bwMode="auto">
            <a:xfrm>
              <a:off x="3400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502"/>
            <p:cNvSpPr>
              <a:spLocks noEditPoints="1"/>
            </p:cNvSpPr>
            <p:nvPr/>
          </p:nvSpPr>
          <p:spPr bwMode="auto">
            <a:xfrm>
              <a:off x="339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Oval 503"/>
            <p:cNvSpPr>
              <a:spLocks noChangeArrowheads="1"/>
            </p:cNvSpPr>
            <p:nvPr/>
          </p:nvSpPr>
          <p:spPr bwMode="auto">
            <a:xfrm>
              <a:off x="3400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504"/>
            <p:cNvSpPr>
              <a:spLocks noEditPoints="1"/>
            </p:cNvSpPr>
            <p:nvPr/>
          </p:nvSpPr>
          <p:spPr bwMode="auto">
            <a:xfrm>
              <a:off x="339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Oval 505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506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Oval 507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508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Oval 509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510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Oval 511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512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Oval 513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514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Oval 515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516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Oval 517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518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Oval 519"/>
            <p:cNvSpPr>
              <a:spLocks noChangeArrowheads="1"/>
            </p:cNvSpPr>
            <p:nvPr/>
          </p:nvSpPr>
          <p:spPr bwMode="auto">
            <a:xfrm>
              <a:off x="3400" y="1267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520"/>
            <p:cNvSpPr>
              <a:spLocks noEditPoints="1"/>
            </p:cNvSpPr>
            <p:nvPr/>
          </p:nvSpPr>
          <p:spPr bwMode="auto">
            <a:xfrm>
              <a:off x="339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Oval 521"/>
            <p:cNvSpPr>
              <a:spLocks noChangeArrowheads="1"/>
            </p:cNvSpPr>
            <p:nvPr/>
          </p:nvSpPr>
          <p:spPr bwMode="auto">
            <a:xfrm>
              <a:off x="3627" y="1267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522"/>
            <p:cNvSpPr>
              <a:spLocks noEditPoints="1"/>
            </p:cNvSpPr>
            <p:nvPr/>
          </p:nvSpPr>
          <p:spPr bwMode="auto">
            <a:xfrm>
              <a:off x="3617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Oval 523"/>
            <p:cNvSpPr>
              <a:spLocks noChangeArrowheads="1"/>
            </p:cNvSpPr>
            <p:nvPr/>
          </p:nvSpPr>
          <p:spPr bwMode="auto">
            <a:xfrm>
              <a:off x="3740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524"/>
            <p:cNvSpPr>
              <a:spLocks noEditPoints="1"/>
            </p:cNvSpPr>
            <p:nvPr/>
          </p:nvSpPr>
          <p:spPr bwMode="auto">
            <a:xfrm>
              <a:off x="373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Oval 525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526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527"/>
            <p:cNvSpPr>
              <a:spLocks/>
            </p:cNvSpPr>
            <p:nvPr/>
          </p:nvSpPr>
          <p:spPr bwMode="auto">
            <a:xfrm>
              <a:off x="2284" y="944"/>
              <a:ext cx="681" cy="1251"/>
            </a:xfrm>
            <a:custGeom>
              <a:avLst/>
              <a:gdLst>
                <a:gd name="T0" fmla="*/ 681 w 681"/>
                <a:gd name="T1" fmla="*/ 1251 h 1251"/>
                <a:gd name="T2" fmla="*/ 567 w 681"/>
                <a:gd name="T3" fmla="*/ 1137 h 1251"/>
                <a:gd name="T4" fmla="*/ 454 w 681"/>
                <a:gd name="T5" fmla="*/ 1023 h 1251"/>
                <a:gd name="T6" fmla="*/ 340 w 681"/>
                <a:gd name="T7" fmla="*/ 1023 h 1251"/>
                <a:gd name="T8" fmla="*/ 227 w 681"/>
                <a:gd name="T9" fmla="*/ 1137 h 1251"/>
                <a:gd name="T10" fmla="*/ 227 w 681"/>
                <a:gd name="T11" fmla="*/ 1023 h 1251"/>
                <a:gd name="T12" fmla="*/ 113 w 681"/>
                <a:gd name="T13" fmla="*/ 1137 h 1251"/>
                <a:gd name="T14" fmla="*/ 0 w 681"/>
                <a:gd name="T15" fmla="*/ 1023 h 1251"/>
                <a:gd name="T16" fmla="*/ 113 w 681"/>
                <a:gd name="T17" fmla="*/ 910 h 1251"/>
                <a:gd name="T18" fmla="*/ 227 w 681"/>
                <a:gd name="T19" fmla="*/ 796 h 1251"/>
                <a:gd name="T20" fmla="*/ 340 w 681"/>
                <a:gd name="T21" fmla="*/ 796 h 1251"/>
                <a:gd name="T22" fmla="*/ 454 w 681"/>
                <a:gd name="T23" fmla="*/ 796 h 1251"/>
                <a:gd name="T24" fmla="*/ 340 w 681"/>
                <a:gd name="T25" fmla="*/ 910 h 1251"/>
                <a:gd name="T26" fmla="*/ 227 w 681"/>
                <a:gd name="T27" fmla="*/ 796 h 1251"/>
                <a:gd name="T28" fmla="*/ 113 w 681"/>
                <a:gd name="T29" fmla="*/ 796 h 1251"/>
                <a:gd name="T30" fmla="*/ 227 w 681"/>
                <a:gd name="T31" fmla="*/ 682 h 1251"/>
                <a:gd name="T32" fmla="*/ 113 w 681"/>
                <a:gd name="T33" fmla="*/ 682 h 1251"/>
                <a:gd name="T34" fmla="*/ 0 w 681"/>
                <a:gd name="T35" fmla="*/ 569 h 1251"/>
                <a:gd name="T36" fmla="*/ 0 w 681"/>
                <a:gd name="T37" fmla="*/ 455 h 1251"/>
                <a:gd name="T38" fmla="*/ 0 w 681"/>
                <a:gd name="T39" fmla="*/ 341 h 1251"/>
                <a:gd name="T40" fmla="*/ 113 w 681"/>
                <a:gd name="T41" fmla="*/ 228 h 1251"/>
                <a:gd name="T42" fmla="*/ 227 w 681"/>
                <a:gd name="T43" fmla="*/ 114 h 1251"/>
                <a:gd name="T44" fmla="*/ 340 w 681"/>
                <a:gd name="T45" fmla="*/ 114 h 1251"/>
                <a:gd name="T46" fmla="*/ 340 w 681"/>
                <a:gd name="T4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1" h="1251">
                  <a:moveTo>
                    <a:pt x="681" y="1251"/>
                  </a:moveTo>
                  <a:lnTo>
                    <a:pt x="567" y="1137"/>
                  </a:lnTo>
                  <a:lnTo>
                    <a:pt x="454" y="1023"/>
                  </a:lnTo>
                  <a:lnTo>
                    <a:pt x="340" y="1023"/>
                  </a:lnTo>
                  <a:lnTo>
                    <a:pt x="227" y="1137"/>
                  </a:lnTo>
                  <a:lnTo>
                    <a:pt x="227" y="1023"/>
                  </a:lnTo>
                  <a:lnTo>
                    <a:pt x="113" y="1137"/>
                  </a:lnTo>
                  <a:lnTo>
                    <a:pt x="0" y="1023"/>
                  </a:lnTo>
                  <a:lnTo>
                    <a:pt x="113" y="910"/>
                  </a:lnTo>
                  <a:lnTo>
                    <a:pt x="227" y="796"/>
                  </a:lnTo>
                  <a:lnTo>
                    <a:pt x="340" y="796"/>
                  </a:lnTo>
                  <a:lnTo>
                    <a:pt x="454" y="796"/>
                  </a:lnTo>
                  <a:lnTo>
                    <a:pt x="340" y="910"/>
                  </a:lnTo>
                  <a:lnTo>
                    <a:pt x="227" y="796"/>
                  </a:lnTo>
                  <a:lnTo>
                    <a:pt x="113" y="796"/>
                  </a:lnTo>
                  <a:lnTo>
                    <a:pt x="227" y="682"/>
                  </a:lnTo>
                  <a:lnTo>
                    <a:pt x="113" y="682"/>
                  </a:lnTo>
                  <a:lnTo>
                    <a:pt x="0" y="569"/>
                  </a:lnTo>
                  <a:lnTo>
                    <a:pt x="0" y="455"/>
                  </a:lnTo>
                  <a:lnTo>
                    <a:pt x="0" y="341"/>
                  </a:lnTo>
                  <a:lnTo>
                    <a:pt x="113" y="228"/>
                  </a:lnTo>
                  <a:lnTo>
                    <a:pt x="227" y="114"/>
                  </a:lnTo>
                  <a:lnTo>
                    <a:pt x="340" y="114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00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Oval 52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52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Oval 530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531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Oval 532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533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Oval 534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535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Oval 536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537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Oval 538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539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Oval 540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541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Oval 542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543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Oval 544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545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Oval 546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547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Oval 548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549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Oval 550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551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Oval 552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553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Oval 554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555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Oval 556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557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Oval 558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559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Oval 560"/>
            <p:cNvSpPr>
              <a:spLocks noChangeArrowheads="1"/>
            </p:cNvSpPr>
            <p:nvPr/>
          </p:nvSpPr>
          <p:spPr bwMode="auto">
            <a:xfrm>
              <a:off x="2379" y="1608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561"/>
            <p:cNvSpPr>
              <a:spLocks noEditPoints="1"/>
            </p:cNvSpPr>
            <p:nvPr/>
          </p:nvSpPr>
          <p:spPr bwMode="auto">
            <a:xfrm>
              <a:off x="237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Oval 562"/>
            <p:cNvSpPr>
              <a:spLocks noChangeArrowheads="1"/>
            </p:cNvSpPr>
            <p:nvPr/>
          </p:nvSpPr>
          <p:spPr bwMode="auto">
            <a:xfrm>
              <a:off x="2265" y="1494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563"/>
            <p:cNvSpPr>
              <a:spLocks noEditPoints="1"/>
            </p:cNvSpPr>
            <p:nvPr/>
          </p:nvSpPr>
          <p:spPr bwMode="auto">
            <a:xfrm>
              <a:off x="2256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Oval 564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565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Oval 566"/>
            <p:cNvSpPr>
              <a:spLocks noChangeArrowheads="1"/>
            </p:cNvSpPr>
            <p:nvPr/>
          </p:nvSpPr>
          <p:spPr bwMode="auto">
            <a:xfrm>
              <a:off x="2265" y="1267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567"/>
            <p:cNvSpPr>
              <a:spLocks noEditPoints="1"/>
            </p:cNvSpPr>
            <p:nvPr/>
          </p:nvSpPr>
          <p:spPr bwMode="auto">
            <a:xfrm>
              <a:off x="2256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Oval 568"/>
            <p:cNvSpPr>
              <a:spLocks noChangeArrowheads="1"/>
            </p:cNvSpPr>
            <p:nvPr/>
          </p:nvSpPr>
          <p:spPr bwMode="auto">
            <a:xfrm>
              <a:off x="2379" y="115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569"/>
            <p:cNvSpPr>
              <a:spLocks noEditPoints="1"/>
            </p:cNvSpPr>
            <p:nvPr/>
          </p:nvSpPr>
          <p:spPr bwMode="auto">
            <a:xfrm>
              <a:off x="237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Oval 570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571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Oval 572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573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Oval 574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575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Oval 57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57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578"/>
            <p:cNvSpPr>
              <a:spLocks/>
            </p:cNvSpPr>
            <p:nvPr/>
          </p:nvSpPr>
          <p:spPr bwMode="auto">
            <a:xfrm>
              <a:off x="2284" y="944"/>
              <a:ext cx="794" cy="1706"/>
            </a:xfrm>
            <a:custGeom>
              <a:avLst/>
              <a:gdLst>
                <a:gd name="T0" fmla="*/ 681 w 794"/>
                <a:gd name="T1" fmla="*/ 1251 h 1706"/>
                <a:gd name="T2" fmla="*/ 567 w 794"/>
                <a:gd name="T3" fmla="*/ 1365 h 1706"/>
                <a:gd name="T4" fmla="*/ 567 w 794"/>
                <a:gd name="T5" fmla="*/ 1592 h 1706"/>
                <a:gd name="T6" fmla="*/ 794 w 794"/>
                <a:gd name="T7" fmla="*/ 1365 h 1706"/>
                <a:gd name="T8" fmla="*/ 681 w 794"/>
                <a:gd name="T9" fmla="*/ 1592 h 1706"/>
                <a:gd name="T10" fmla="*/ 567 w 794"/>
                <a:gd name="T11" fmla="*/ 1365 h 1706"/>
                <a:gd name="T12" fmla="*/ 794 w 794"/>
                <a:gd name="T13" fmla="*/ 1592 h 1706"/>
                <a:gd name="T14" fmla="*/ 681 w 794"/>
                <a:gd name="T15" fmla="*/ 1706 h 1706"/>
                <a:gd name="T16" fmla="*/ 567 w 794"/>
                <a:gd name="T17" fmla="*/ 1478 h 1706"/>
                <a:gd name="T18" fmla="*/ 340 w 794"/>
                <a:gd name="T19" fmla="*/ 1478 h 1706"/>
                <a:gd name="T20" fmla="*/ 340 w 794"/>
                <a:gd name="T21" fmla="*/ 1251 h 1706"/>
                <a:gd name="T22" fmla="*/ 340 w 794"/>
                <a:gd name="T23" fmla="*/ 1478 h 1706"/>
                <a:gd name="T24" fmla="*/ 567 w 794"/>
                <a:gd name="T25" fmla="*/ 1478 h 1706"/>
                <a:gd name="T26" fmla="*/ 340 w 794"/>
                <a:gd name="T27" fmla="*/ 1478 h 1706"/>
                <a:gd name="T28" fmla="*/ 113 w 794"/>
                <a:gd name="T29" fmla="*/ 1251 h 1706"/>
                <a:gd name="T30" fmla="*/ 227 w 794"/>
                <a:gd name="T31" fmla="*/ 1023 h 1706"/>
                <a:gd name="T32" fmla="*/ 0 w 794"/>
                <a:gd name="T33" fmla="*/ 1023 h 1706"/>
                <a:gd name="T34" fmla="*/ 227 w 794"/>
                <a:gd name="T35" fmla="*/ 796 h 1706"/>
                <a:gd name="T36" fmla="*/ 0 w 794"/>
                <a:gd name="T37" fmla="*/ 569 h 1706"/>
                <a:gd name="T38" fmla="*/ 0 w 794"/>
                <a:gd name="T39" fmla="*/ 910 h 1706"/>
                <a:gd name="T40" fmla="*/ 340 w 794"/>
                <a:gd name="T41" fmla="*/ 569 h 1706"/>
                <a:gd name="T42" fmla="*/ 567 w 794"/>
                <a:gd name="T43" fmla="*/ 796 h 1706"/>
                <a:gd name="T44" fmla="*/ 340 w 794"/>
                <a:gd name="T45" fmla="*/ 455 h 1706"/>
                <a:gd name="T46" fmla="*/ 113 w 794"/>
                <a:gd name="T47" fmla="*/ 569 h 1706"/>
                <a:gd name="T48" fmla="*/ 454 w 794"/>
                <a:gd name="T49" fmla="*/ 796 h 1706"/>
                <a:gd name="T50" fmla="*/ 227 w 794"/>
                <a:gd name="T51" fmla="*/ 569 h 1706"/>
                <a:gd name="T52" fmla="*/ 227 w 794"/>
                <a:gd name="T53" fmla="*/ 341 h 1706"/>
                <a:gd name="T54" fmla="*/ 340 w 794"/>
                <a:gd name="T55" fmla="*/ 682 h 1706"/>
                <a:gd name="T56" fmla="*/ 113 w 794"/>
                <a:gd name="T57" fmla="*/ 341 h 1706"/>
                <a:gd name="T58" fmla="*/ 340 w 794"/>
                <a:gd name="T59" fmla="*/ 114 h 1706"/>
                <a:gd name="T60" fmla="*/ 454 w 794"/>
                <a:gd name="T61" fmla="*/ 0 h 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4" h="1706">
                  <a:moveTo>
                    <a:pt x="681" y="1251"/>
                  </a:moveTo>
                  <a:lnTo>
                    <a:pt x="567" y="1365"/>
                  </a:lnTo>
                  <a:lnTo>
                    <a:pt x="567" y="1592"/>
                  </a:lnTo>
                  <a:lnTo>
                    <a:pt x="794" y="1365"/>
                  </a:lnTo>
                  <a:lnTo>
                    <a:pt x="681" y="1592"/>
                  </a:lnTo>
                  <a:lnTo>
                    <a:pt x="567" y="1365"/>
                  </a:lnTo>
                  <a:lnTo>
                    <a:pt x="794" y="1592"/>
                  </a:lnTo>
                  <a:lnTo>
                    <a:pt x="681" y="1706"/>
                  </a:lnTo>
                  <a:lnTo>
                    <a:pt x="567" y="1478"/>
                  </a:lnTo>
                  <a:lnTo>
                    <a:pt x="340" y="1478"/>
                  </a:lnTo>
                  <a:lnTo>
                    <a:pt x="340" y="1251"/>
                  </a:lnTo>
                  <a:lnTo>
                    <a:pt x="340" y="1478"/>
                  </a:lnTo>
                  <a:lnTo>
                    <a:pt x="567" y="1478"/>
                  </a:lnTo>
                  <a:lnTo>
                    <a:pt x="340" y="1478"/>
                  </a:lnTo>
                  <a:lnTo>
                    <a:pt x="113" y="1251"/>
                  </a:lnTo>
                  <a:lnTo>
                    <a:pt x="227" y="1023"/>
                  </a:lnTo>
                  <a:lnTo>
                    <a:pt x="0" y="1023"/>
                  </a:lnTo>
                  <a:lnTo>
                    <a:pt x="227" y="796"/>
                  </a:lnTo>
                  <a:lnTo>
                    <a:pt x="0" y="569"/>
                  </a:lnTo>
                  <a:lnTo>
                    <a:pt x="0" y="910"/>
                  </a:lnTo>
                  <a:lnTo>
                    <a:pt x="340" y="569"/>
                  </a:lnTo>
                  <a:lnTo>
                    <a:pt x="567" y="796"/>
                  </a:lnTo>
                  <a:lnTo>
                    <a:pt x="340" y="455"/>
                  </a:lnTo>
                  <a:lnTo>
                    <a:pt x="113" y="569"/>
                  </a:lnTo>
                  <a:lnTo>
                    <a:pt x="454" y="796"/>
                  </a:lnTo>
                  <a:lnTo>
                    <a:pt x="227" y="569"/>
                  </a:lnTo>
                  <a:lnTo>
                    <a:pt x="227" y="341"/>
                  </a:lnTo>
                  <a:lnTo>
                    <a:pt x="340" y="682"/>
                  </a:lnTo>
                  <a:lnTo>
                    <a:pt x="113" y="341"/>
                  </a:lnTo>
                  <a:lnTo>
                    <a:pt x="340" y="114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0066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Oval 57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58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Oval 581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582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Oval 583"/>
            <p:cNvSpPr>
              <a:spLocks noChangeArrowheads="1"/>
            </p:cNvSpPr>
            <p:nvPr/>
          </p:nvSpPr>
          <p:spPr bwMode="auto">
            <a:xfrm>
              <a:off x="2833" y="2518"/>
              <a:ext cx="36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584"/>
            <p:cNvSpPr>
              <a:spLocks noEditPoints="1"/>
            </p:cNvSpPr>
            <p:nvPr/>
          </p:nvSpPr>
          <p:spPr bwMode="auto">
            <a:xfrm>
              <a:off x="2823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Oval 585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586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Oval 587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588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Oval 589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590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Oval 591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592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Oval 593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594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Oval 595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596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Oval 597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598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Oval 599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600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Oval 601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602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Oval 603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604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Oval 605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606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808"/>
          <p:cNvGrpSpPr>
            <a:grpSpLocks/>
          </p:cNvGrpSpPr>
          <p:nvPr/>
        </p:nvGrpSpPr>
        <p:grpSpPr bwMode="auto">
          <a:xfrm>
            <a:off x="3581400" y="1374776"/>
            <a:ext cx="2428875" cy="3597275"/>
            <a:chOff x="2256" y="866"/>
            <a:chExt cx="1530" cy="2266"/>
          </a:xfrm>
        </p:grpSpPr>
        <p:sp>
          <p:nvSpPr>
            <p:cNvPr id="934" name="Oval 608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609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Oval 610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611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Oval 612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613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Oval 614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615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Oval 616"/>
            <p:cNvSpPr>
              <a:spLocks noChangeArrowheads="1"/>
            </p:cNvSpPr>
            <p:nvPr/>
          </p:nvSpPr>
          <p:spPr bwMode="auto">
            <a:xfrm>
              <a:off x="2265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617"/>
            <p:cNvSpPr>
              <a:spLocks noEditPoints="1"/>
            </p:cNvSpPr>
            <p:nvPr/>
          </p:nvSpPr>
          <p:spPr bwMode="auto">
            <a:xfrm>
              <a:off x="2256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Oval 618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619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Oval 620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621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Oval 622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623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Oval 624"/>
            <p:cNvSpPr>
              <a:spLocks noChangeArrowheads="1"/>
            </p:cNvSpPr>
            <p:nvPr/>
          </p:nvSpPr>
          <p:spPr bwMode="auto">
            <a:xfrm>
              <a:off x="2606" y="138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625"/>
            <p:cNvSpPr>
              <a:spLocks noEditPoints="1"/>
            </p:cNvSpPr>
            <p:nvPr/>
          </p:nvSpPr>
          <p:spPr bwMode="auto">
            <a:xfrm>
              <a:off x="259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Oval 626"/>
            <p:cNvSpPr>
              <a:spLocks noChangeArrowheads="1"/>
            </p:cNvSpPr>
            <p:nvPr/>
          </p:nvSpPr>
          <p:spPr bwMode="auto">
            <a:xfrm>
              <a:off x="2379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627"/>
            <p:cNvSpPr>
              <a:spLocks noEditPoints="1"/>
            </p:cNvSpPr>
            <p:nvPr/>
          </p:nvSpPr>
          <p:spPr bwMode="auto">
            <a:xfrm>
              <a:off x="237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Oval 628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629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Oval 630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631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Oval 632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633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Oval 634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635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Oval 636"/>
            <p:cNvSpPr>
              <a:spLocks noChangeArrowheads="1"/>
            </p:cNvSpPr>
            <p:nvPr/>
          </p:nvSpPr>
          <p:spPr bwMode="auto">
            <a:xfrm>
              <a:off x="2379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637"/>
            <p:cNvSpPr>
              <a:spLocks noEditPoints="1"/>
            </p:cNvSpPr>
            <p:nvPr/>
          </p:nvSpPr>
          <p:spPr bwMode="auto">
            <a:xfrm>
              <a:off x="237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Oval 638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639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Oval 640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641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Oval 64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64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644"/>
            <p:cNvSpPr>
              <a:spLocks/>
            </p:cNvSpPr>
            <p:nvPr/>
          </p:nvSpPr>
          <p:spPr bwMode="auto">
            <a:xfrm>
              <a:off x="2284" y="944"/>
              <a:ext cx="908" cy="1251"/>
            </a:xfrm>
            <a:custGeom>
              <a:avLst/>
              <a:gdLst>
                <a:gd name="T0" fmla="*/ 681 w 908"/>
                <a:gd name="T1" fmla="*/ 1251 h 1251"/>
                <a:gd name="T2" fmla="*/ 567 w 908"/>
                <a:gd name="T3" fmla="*/ 1023 h 1251"/>
                <a:gd name="T4" fmla="*/ 454 w 908"/>
                <a:gd name="T5" fmla="*/ 1251 h 1251"/>
                <a:gd name="T6" fmla="*/ 567 w 908"/>
                <a:gd name="T7" fmla="*/ 1023 h 1251"/>
                <a:gd name="T8" fmla="*/ 340 w 908"/>
                <a:gd name="T9" fmla="*/ 1251 h 1251"/>
                <a:gd name="T10" fmla="*/ 340 w 908"/>
                <a:gd name="T11" fmla="*/ 1023 h 1251"/>
                <a:gd name="T12" fmla="*/ 113 w 908"/>
                <a:gd name="T13" fmla="*/ 910 h 1251"/>
                <a:gd name="T14" fmla="*/ 0 w 908"/>
                <a:gd name="T15" fmla="*/ 910 h 1251"/>
                <a:gd name="T16" fmla="*/ 0 w 908"/>
                <a:gd name="T17" fmla="*/ 910 h 1251"/>
                <a:gd name="T18" fmla="*/ 227 w 908"/>
                <a:gd name="T19" fmla="*/ 682 h 1251"/>
                <a:gd name="T20" fmla="*/ 0 w 908"/>
                <a:gd name="T21" fmla="*/ 796 h 1251"/>
                <a:gd name="T22" fmla="*/ 227 w 908"/>
                <a:gd name="T23" fmla="*/ 569 h 1251"/>
                <a:gd name="T24" fmla="*/ 227 w 908"/>
                <a:gd name="T25" fmla="*/ 910 h 1251"/>
                <a:gd name="T26" fmla="*/ 113 w 908"/>
                <a:gd name="T27" fmla="*/ 682 h 1251"/>
                <a:gd name="T28" fmla="*/ 0 w 908"/>
                <a:gd name="T29" fmla="*/ 455 h 1251"/>
                <a:gd name="T30" fmla="*/ 0 w 908"/>
                <a:gd name="T31" fmla="*/ 455 h 1251"/>
                <a:gd name="T32" fmla="*/ 0 w 908"/>
                <a:gd name="T33" fmla="*/ 455 h 1251"/>
                <a:gd name="T34" fmla="*/ 227 w 908"/>
                <a:gd name="T35" fmla="*/ 682 h 1251"/>
                <a:gd name="T36" fmla="*/ 340 w 908"/>
                <a:gd name="T37" fmla="*/ 910 h 1251"/>
                <a:gd name="T38" fmla="*/ 340 w 908"/>
                <a:gd name="T39" fmla="*/ 682 h 1251"/>
                <a:gd name="T40" fmla="*/ 113 w 908"/>
                <a:gd name="T41" fmla="*/ 910 h 1251"/>
                <a:gd name="T42" fmla="*/ 340 w 908"/>
                <a:gd name="T43" fmla="*/ 910 h 1251"/>
                <a:gd name="T44" fmla="*/ 567 w 908"/>
                <a:gd name="T45" fmla="*/ 682 h 1251"/>
                <a:gd name="T46" fmla="*/ 794 w 908"/>
                <a:gd name="T47" fmla="*/ 682 h 1251"/>
                <a:gd name="T48" fmla="*/ 681 w 908"/>
                <a:gd name="T49" fmla="*/ 455 h 1251"/>
                <a:gd name="T50" fmla="*/ 908 w 908"/>
                <a:gd name="T51" fmla="*/ 228 h 1251"/>
                <a:gd name="T52" fmla="*/ 681 w 908"/>
                <a:gd name="T5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08" h="1251">
                  <a:moveTo>
                    <a:pt x="681" y="1251"/>
                  </a:moveTo>
                  <a:lnTo>
                    <a:pt x="567" y="1023"/>
                  </a:lnTo>
                  <a:lnTo>
                    <a:pt x="454" y="1251"/>
                  </a:lnTo>
                  <a:lnTo>
                    <a:pt x="567" y="1023"/>
                  </a:lnTo>
                  <a:lnTo>
                    <a:pt x="340" y="1251"/>
                  </a:lnTo>
                  <a:lnTo>
                    <a:pt x="340" y="1023"/>
                  </a:lnTo>
                  <a:lnTo>
                    <a:pt x="113" y="910"/>
                  </a:lnTo>
                  <a:lnTo>
                    <a:pt x="0" y="910"/>
                  </a:lnTo>
                  <a:lnTo>
                    <a:pt x="0" y="910"/>
                  </a:lnTo>
                  <a:lnTo>
                    <a:pt x="227" y="682"/>
                  </a:lnTo>
                  <a:lnTo>
                    <a:pt x="0" y="796"/>
                  </a:lnTo>
                  <a:lnTo>
                    <a:pt x="227" y="569"/>
                  </a:lnTo>
                  <a:lnTo>
                    <a:pt x="227" y="910"/>
                  </a:lnTo>
                  <a:lnTo>
                    <a:pt x="113" y="682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227" y="682"/>
                  </a:lnTo>
                  <a:lnTo>
                    <a:pt x="340" y="910"/>
                  </a:lnTo>
                  <a:lnTo>
                    <a:pt x="340" y="682"/>
                  </a:lnTo>
                  <a:lnTo>
                    <a:pt x="113" y="910"/>
                  </a:lnTo>
                  <a:lnTo>
                    <a:pt x="340" y="910"/>
                  </a:lnTo>
                  <a:lnTo>
                    <a:pt x="567" y="682"/>
                  </a:lnTo>
                  <a:lnTo>
                    <a:pt x="794" y="682"/>
                  </a:lnTo>
                  <a:lnTo>
                    <a:pt x="681" y="455"/>
                  </a:lnTo>
                  <a:lnTo>
                    <a:pt x="908" y="228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0099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Oval 64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4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Oval 647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648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Oval 649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650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Oval 651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652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Oval 653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654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Oval 655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656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Oval 657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658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Oval 659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660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Oval 661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662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Oval 663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664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Oval 665"/>
            <p:cNvSpPr>
              <a:spLocks noChangeArrowheads="1"/>
            </p:cNvSpPr>
            <p:nvPr/>
          </p:nvSpPr>
          <p:spPr bwMode="auto">
            <a:xfrm>
              <a:off x="2265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666"/>
            <p:cNvSpPr>
              <a:spLocks noEditPoints="1"/>
            </p:cNvSpPr>
            <p:nvPr/>
          </p:nvSpPr>
          <p:spPr bwMode="auto">
            <a:xfrm>
              <a:off x="2256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Oval 667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668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Oval 669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670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Oval 671"/>
            <p:cNvSpPr>
              <a:spLocks noChangeArrowheads="1"/>
            </p:cNvSpPr>
            <p:nvPr/>
          </p:nvSpPr>
          <p:spPr bwMode="auto">
            <a:xfrm>
              <a:off x="2379" y="1608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672"/>
            <p:cNvSpPr>
              <a:spLocks noEditPoints="1"/>
            </p:cNvSpPr>
            <p:nvPr/>
          </p:nvSpPr>
          <p:spPr bwMode="auto">
            <a:xfrm>
              <a:off x="237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Oval 673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674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Oval 675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676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Oval 677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678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Oval 679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680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Oval 681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682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Oval 683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684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Oval 685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686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Oval 687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688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Oval 689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690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Oval 691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692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Oval 693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694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Oval 695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696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Oval 697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698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Oval 69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70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701"/>
            <p:cNvSpPr>
              <a:spLocks/>
            </p:cNvSpPr>
            <p:nvPr/>
          </p:nvSpPr>
          <p:spPr bwMode="auto">
            <a:xfrm>
              <a:off x="2284" y="1740"/>
              <a:ext cx="1475" cy="1364"/>
            </a:xfrm>
            <a:custGeom>
              <a:avLst/>
              <a:gdLst>
                <a:gd name="T0" fmla="*/ 681 w 1475"/>
                <a:gd name="T1" fmla="*/ 455 h 1364"/>
                <a:gd name="T2" fmla="*/ 908 w 1475"/>
                <a:gd name="T3" fmla="*/ 569 h 1364"/>
                <a:gd name="T4" fmla="*/ 681 w 1475"/>
                <a:gd name="T5" fmla="*/ 569 h 1364"/>
                <a:gd name="T6" fmla="*/ 567 w 1475"/>
                <a:gd name="T7" fmla="*/ 341 h 1364"/>
                <a:gd name="T8" fmla="*/ 794 w 1475"/>
                <a:gd name="T9" fmla="*/ 114 h 1364"/>
                <a:gd name="T10" fmla="*/ 454 w 1475"/>
                <a:gd name="T11" fmla="*/ 341 h 1364"/>
                <a:gd name="T12" fmla="*/ 794 w 1475"/>
                <a:gd name="T13" fmla="*/ 569 h 1364"/>
                <a:gd name="T14" fmla="*/ 1021 w 1475"/>
                <a:gd name="T15" fmla="*/ 341 h 1364"/>
                <a:gd name="T16" fmla="*/ 794 w 1475"/>
                <a:gd name="T17" fmla="*/ 0 h 1364"/>
                <a:gd name="T18" fmla="*/ 908 w 1475"/>
                <a:gd name="T19" fmla="*/ 455 h 1364"/>
                <a:gd name="T20" fmla="*/ 1248 w 1475"/>
                <a:gd name="T21" fmla="*/ 455 h 1364"/>
                <a:gd name="T22" fmla="*/ 1248 w 1475"/>
                <a:gd name="T23" fmla="*/ 796 h 1364"/>
                <a:gd name="T24" fmla="*/ 1475 w 1475"/>
                <a:gd name="T25" fmla="*/ 910 h 1364"/>
                <a:gd name="T26" fmla="*/ 1248 w 1475"/>
                <a:gd name="T27" fmla="*/ 1137 h 1364"/>
                <a:gd name="T28" fmla="*/ 1134 w 1475"/>
                <a:gd name="T29" fmla="*/ 796 h 1364"/>
                <a:gd name="T30" fmla="*/ 908 w 1475"/>
                <a:gd name="T31" fmla="*/ 682 h 1364"/>
                <a:gd name="T32" fmla="*/ 794 w 1475"/>
                <a:gd name="T33" fmla="*/ 455 h 1364"/>
                <a:gd name="T34" fmla="*/ 681 w 1475"/>
                <a:gd name="T35" fmla="*/ 796 h 1364"/>
                <a:gd name="T36" fmla="*/ 454 w 1475"/>
                <a:gd name="T37" fmla="*/ 569 h 1364"/>
                <a:gd name="T38" fmla="*/ 794 w 1475"/>
                <a:gd name="T39" fmla="*/ 796 h 1364"/>
                <a:gd name="T40" fmla="*/ 1021 w 1475"/>
                <a:gd name="T41" fmla="*/ 796 h 1364"/>
                <a:gd name="T42" fmla="*/ 794 w 1475"/>
                <a:gd name="T43" fmla="*/ 569 h 1364"/>
                <a:gd name="T44" fmla="*/ 908 w 1475"/>
                <a:gd name="T45" fmla="*/ 910 h 1364"/>
                <a:gd name="T46" fmla="*/ 1134 w 1475"/>
                <a:gd name="T47" fmla="*/ 1137 h 1364"/>
                <a:gd name="T48" fmla="*/ 794 w 1475"/>
                <a:gd name="T49" fmla="*/ 796 h 1364"/>
                <a:gd name="T50" fmla="*/ 567 w 1475"/>
                <a:gd name="T51" fmla="*/ 1137 h 1364"/>
                <a:gd name="T52" fmla="*/ 340 w 1475"/>
                <a:gd name="T53" fmla="*/ 1364 h 1364"/>
                <a:gd name="T54" fmla="*/ 113 w 1475"/>
                <a:gd name="T55" fmla="*/ 1137 h 1364"/>
                <a:gd name="T56" fmla="*/ 0 w 1475"/>
                <a:gd name="T57" fmla="*/ 910 h 1364"/>
                <a:gd name="T58" fmla="*/ 113 w 1475"/>
                <a:gd name="T59" fmla="*/ 682 h 1364"/>
                <a:gd name="T60" fmla="*/ 340 w 1475"/>
                <a:gd name="T61" fmla="*/ 1023 h 1364"/>
                <a:gd name="T62" fmla="*/ 567 w 1475"/>
                <a:gd name="T63" fmla="*/ 682 h 1364"/>
                <a:gd name="T64" fmla="*/ 227 w 1475"/>
                <a:gd name="T65" fmla="*/ 455 h 1364"/>
                <a:gd name="T66" fmla="*/ 567 w 1475"/>
                <a:gd name="T67" fmla="*/ 682 h 1364"/>
                <a:gd name="T68" fmla="*/ 681 w 1475"/>
                <a:gd name="T69" fmla="*/ 910 h 1364"/>
                <a:gd name="T70" fmla="*/ 340 w 1475"/>
                <a:gd name="T71" fmla="*/ 1137 h 1364"/>
                <a:gd name="T72" fmla="*/ 681 w 1475"/>
                <a:gd name="T73" fmla="*/ 910 h 1364"/>
                <a:gd name="T74" fmla="*/ 1021 w 1475"/>
                <a:gd name="T75" fmla="*/ 910 h 1364"/>
                <a:gd name="T76" fmla="*/ 794 w 1475"/>
                <a:gd name="T77" fmla="*/ 569 h 1364"/>
                <a:gd name="T78" fmla="*/ 681 w 1475"/>
                <a:gd name="T79" fmla="*/ 227 h 1364"/>
                <a:gd name="T80" fmla="*/ 908 w 1475"/>
                <a:gd name="T81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75" h="1364">
                  <a:moveTo>
                    <a:pt x="681" y="455"/>
                  </a:moveTo>
                  <a:lnTo>
                    <a:pt x="908" y="569"/>
                  </a:lnTo>
                  <a:lnTo>
                    <a:pt x="681" y="569"/>
                  </a:lnTo>
                  <a:lnTo>
                    <a:pt x="567" y="341"/>
                  </a:lnTo>
                  <a:lnTo>
                    <a:pt x="794" y="114"/>
                  </a:lnTo>
                  <a:lnTo>
                    <a:pt x="454" y="341"/>
                  </a:lnTo>
                  <a:lnTo>
                    <a:pt x="794" y="569"/>
                  </a:lnTo>
                  <a:lnTo>
                    <a:pt x="1021" y="341"/>
                  </a:lnTo>
                  <a:lnTo>
                    <a:pt x="794" y="0"/>
                  </a:lnTo>
                  <a:lnTo>
                    <a:pt x="908" y="455"/>
                  </a:lnTo>
                  <a:lnTo>
                    <a:pt x="1248" y="455"/>
                  </a:lnTo>
                  <a:lnTo>
                    <a:pt x="1248" y="796"/>
                  </a:lnTo>
                  <a:lnTo>
                    <a:pt x="1475" y="910"/>
                  </a:lnTo>
                  <a:lnTo>
                    <a:pt x="1248" y="1137"/>
                  </a:lnTo>
                  <a:lnTo>
                    <a:pt x="1134" y="796"/>
                  </a:lnTo>
                  <a:lnTo>
                    <a:pt x="908" y="682"/>
                  </a:lnTo>
                  <a:lnTo>
                    <a:pt x="794" y="455"/>
                  </a:lnTo>
                  <a:lnTo>
                    <a:pt x="681" y="796"/>
                  </a:lnTo>
                  <a:lnTo>
                    <a:pt x="454" y="569"/>
                  </a:lnTo>
                  <a:lnTo>
                    <a:pt x="794" y="796"/>
                  </a:lnTo>
                  <a:lnTo>
                    <a:pt x="1021" y="796"/>
                  </a:lnTo>
                  <a:lnTo>
                    <a:pt x="794" y="569"/>
                  </a:lnTo>
                  <a:lnTo>
                    <a:pt x="908" y="910"/>
                  </a:lnTo>
                  <a:lnTo>
                    <a:pt x="1134" y="1137"/>
                  </a:lnTo>
                  <a:lnTo>
                    <a:pt x="794" y="796"/>
                  </a:lnTo>
                  <a:lnTo>
                    <a:pt x="567" y="1137"/>
                  </a:lnTo>
                  <a:lnTo>
                    <a:pt x="340" y="1364"/>
                  </a:lnTo>
                  <a:lnTo>
                    <a:pt x="113" y="1137"/>
                  </a:lnTo>
                  <a:lnTo>
                    <a:pt x="0" y="910"/>
                  </a:lnTo>
                  <a:lnTo>
                    <a:pt x="113" y="682"/>
                  </a:lnTo>
                  <a:lnTo>
                    <a:pt x="340" y="1023"/>
                  </a:lnTo>
                  <a:lnTo>
                    <a:pt x="567" y="682"/>
                  </a:lnTo>
                  <a:lnTo>
                    <a:pt x="227" y="455"/>
                  </a:lnTo>
                  <a:lnTo>
                    <a:pt x="567" y="682"/>
                  </a:lnTo>
                  <a:lnTo>
                    <a:pt x="681" y="910"/>
                  </a:lnTo>
                  <a:lnTo>
                    <a:pt x="340" y="1137"/>
                  </a:lnTo>
                  <a:lnTo>
                    <a:pt x="681" y="910"/>
                  </a:lnTo>
                  <a:lnTo>
                    <a:pt x="1021" y="910"/>
                  </a:lnTo>
                  <a:lnTo>
                    <a:pt x="794" y="569"/>
                  </a:lnTo>
                  <a:lnTo>
                    <a:pt x="681" y="227"/>
                  </a:lnTo>
                  <a:lnTo>
                    <a:pt x="908" y="0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Oval 70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70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Oval 704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705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Oval 706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707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Oval 708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709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Oval 710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711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Oval 712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713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Oval 714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715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Oval 716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7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Oval 718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19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Oval 720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21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Oval 722"/>
            <p:cNvSpPr>
              <a:spLocks noChangeArrowheads="1"/>
            </p:cNvSpPr>
            <p:nvPr/>
          </p:nvSpPr>
          <p:spPr bwMode="auto">
            <a:xfrm>
              <a:off x="3513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23"/>
            <p:cNvSpPr>
              <a:spLocks noEditPoints="1"/>
            </p:cNvSpPr>
            <p:nvPr/>
          </p:nvSpPr>
          <p:spPr bwMode="auto">
            <a:xfrm>
              <a:off x="350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Oval 724"/>
            <p:cNvSpPr>
              <a:spLocks noChangeArrowheads="1"/>
            </p:cNvSpPr>
            <p:nvPr/>
          </p:nvSpPr>
          <p:spPr bwMode="auto">
            <a:xfrm>
              <a:off x="3513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25"/>
            <p:cNvSpPr>
              <a:spLocks noEditPoints="1"/>
            </p:cNvSpPr>
            <p:nvPr/>
          </p:nvSpPr>
          <p:spPr bwMode="auto">
            <a:xfrm>
              <a:off x="350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Oval 726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727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Oval 728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729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Oval 730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731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Oval 732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733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Oval 734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735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Oval 736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737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Oval 738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739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Oval 740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741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Oval 742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743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Oval 744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745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Oval 746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747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Oval 748"/>
            <p:cNvSpPr>
              <a:spLocks noChangeArrowheads="1"/>
            </p:cNvSpPr>
            <p:nvPr/>
          </p:nvSpPr>
          <p:spPr bwMode="auto">
            <a:xfrm>
              <a:off x="3400" y="2859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749"/>
            <p:cNvSpPr>
              <a:spLocks noEditPoints="1"/>
            </p:cNvSpPr>
            <p:nvPr/>
          </p:nvSpPr>
          <p:spPr bwMode="auto">
            <a:xfrm>
              <a:off x="339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Oval 750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751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Oval 752"/>
            <p:cNvSpPr>
              <a:spLocks noChangeArrowheads="1"/>
            </p:cNvSpPr>
            <p:nvPr/>
          </p:nvSpPr>
          <p:spPr bwMode="auto">
            <a:xfrm>
              <a:off x="2833" y="2859"/>
              <a:ext cx="36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753"/>
            <p:cNvSpPr>
              <a:spLocks noEditPoints="1"/>
            </p:cNvSpPr>
            <p:nvPr/>
          </p:nvSpPr>
          <p:spPr bwMode="auto">
            <a:xfrm>
              <a:off x="2823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Oval 754"/>
            <p:cNvSpPr>
              <a:spLocks noChangeArrowheads="1"/>
            </p:cNvSpPr>
            <p:nvPr/>
          </p:nvSpPr>
          <p:spPr bwMode="auto">
            <a:xfrm>
              <a:off x="2606" y="308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755"/>
            <p:cNvSpPr>
              <a:spLocks noEditPoints="1"/>
            </p:cNvSpPr>
            <p:nvPr/>
          </p:nvSpPr>
          <p:spPr bwMode="auto">
            <a:xfrm>
              <a:off x="259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Oval 756"/>
            <p:cNvSpPr>
              <a:spLocks noChangeArrowheads="1"/>
            </p:cNvSpPr>
            <p:nvPr/>
          </p:nvSpPr>
          <p:spPr bwMode="auto">
            <a:xfrm>
              <a:off x="2379" y="2859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757"/>
            <p:cNvSpPr>
              <a:spLocks noEditPoints="1"/>
            </p:cNvSpPr>
            <p:nvPr/>
          </p:nvSpPr>
          <p:spPr bwMode="auto">
            <a:xfrm>
              <a:off x="2370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Oval 758"/>
            <p:cNvSpPr>
              <a:spLocks noChangeArrowheads="1"/>
            </p:cNvSpPr>
            <p:nvPr/>
          </p:nvSpPr>
          <p:spPr bwMode="auto">
            <a:xfrm>
              <a:off x="2265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759"/>
            <p:cNvSpPr>
              <a:spLocks noEditPoints="1"/>
            </p:cNvSpPr>
            <p:nvPr/>
          </p:nvSpPr>
          <p:spPr bwMode="auto">
            <a:xfrm>
              <a:off x="2256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Oval 760"/>
            <p:cNvSpPr>
              <a:spLocks noChangeArrowheads="1"/>
            </p:cNvSpPr>
            <p:nvPr/>
          </p:nvSpPr>
          <p:spPr bwMode="auto">
            <a:xfrm>
              <a:off x="2379" y="240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761"/>
            <p:cNvSpPr>
              <a:spLocks noEditPoints="1"/>
            </p:cNvSpPr>
            <p:nvPr/>
          </p:nvSpPr>
          <p:spPr bwMode="auto">
            <a:xfrm>
              <a:off x="237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Oval 762"/>
            <p:cNvSpPr>
              <a:spLocks noChangeArrowheads="1"/>
            </p:cNvSpPr>
            <p:nvPr/>
          </p:nvSpPr>
          <p:spPr bwMode="auto">
            <a:xfrm>
              <a:off x="2606" y="2745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763"/>
            <p:cNvSpPr>
              <a:spLocks noEditPoints="1"/>
            </p:cNvSpPr>
            <p:nvPr/>
          </p:nvSpPr>
          <p:spPr bwMode="auto">
            <a:xfrm>
              <a:off x="259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Oval 764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765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Oval 766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767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Oval 768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769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Oval 770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771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Oval 772"/>
            <p:cNvSpPr>
              <a:spLocks noChangeArrowheads="1"/>
            </p:cNvSpPr>
            <p:nvPr/>
          </p:nvSpPr>
          <p:spPr bwMode="auto">
            <a:xfrm>
              <a:off x="2606" y="2859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773"/>
            <p:cNvSpPr>
              <a:spLocks noEditPoints="1"/>
            </p:cNvSpPr>
            <p:nvPr/>
          </p:nvSpPr>
          <p:spPr bwMode="auto">
            <a:xfrm>
              <a:off x="259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Oval 774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775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Oval 776"/>
            <p:cNvSpPr>
              <a:spLocks noChangeArrowheads="1"/>
            </p:cNvSpPr>
            <p:nvPr/>
          </p:nvSpPr>
          <p:spPr bwMode="auto">
            <a:xfrm>
              <a:off x="3286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777"/>
            <p:cNvSpPr>
              <a:spLocks noEditPoints="1"/>
            </p:cNvSpPr>
            <p:nvPr/>
          </p:nvSpPr>
          <p:spPr bwMode="auto">
            <a:xfrm>
              <a:off x="327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Oval 778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779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Oval 780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781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Oval 782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783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Oval 78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78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786"/>
            <p:cNvSpPr>
              <a:spLocks/>
            </p:cNvSpPr>
            <p:nvPr/>
          </p:nvSpPr>
          <p:spPr bwMode="auto">
            <a:xfrm>
              <a:off x="2851" y="1399"/>
              <a:ext cx="908" cy="910"/>
            </a:xfrm>
            <a:custGeom>
              <a:avLst/>
              <a:gdLst>
                <a:gd name="T0" fmla="*/ 114 w 908"/>
                <a:gd name="T1" fmla="*/ 796 h 910"/>
                <a:gd name="T2" fmla="*/ 227 w 908"/>
                <a:gd name="T3" fmla="*/ 682 h 910"/>
                <a:gd name="T4" fmla="*/ 227 w 908"/>
                <a:gd name="T5" fmla="*/ 796 h 910"/>
                <a:gd name="T6" fmla="*/ 227 w 908"/>
                <a:gd name="T7" fmla="*/ 910 h 910"/>
                <a:gd name="T8" fmla="*/ 114 w 908"/>
                <a:gd name="T9" fmla="*/ 910 h 910"/>
                <a:gd name="T10" fmla="*/ 0 w 908"/>
                <a:gd name="T11" fmla="*/ 910 h 910"/>
                <a:gd name="T12" fmla="*/ 0 w 908"/>
                <a:gd name="T13" fmla="*/ 796 h 910"/>
                <a:gd name="T14" fmla="*/ 0 w 908"/>
                <a:gd name="T15" fmla="*/ 682 h 910"/>
                <a:gd name="T16" fmla="*/ 0 w 908"/>
                <a:gd name="T17" fmla="*/ 568 h 910"/>
                <a:gd name="T18" fmla="*/ 114 w 908"/>
                <a:gd name="T19" fmla="*/ 568 h 910"/>
                <a:gd name="T20" fmla="*/ 114 w 908"/>
                <a:gd name="T21" fmla="*/ 455 h 910"/>
                <a:gd name="T22" fmla="*/ 0 w 908"/>
                <a:gd name="T23" fmla="*/ 455 h 910"/>
                <a:gd name="T24" fmla="*/ 0 w 908"/>
                <a:gd name="T25" fmla="*/ 341 h 910"/>
                <a:gd name="T26" fmla="*/ 114 w 908"/>
                <a:gd name="T27" fmla="*/ 341 h 910"/>
                <a:gd name="T28" fmla="*/ 227 w 908"/>
                <a:gd name="T29" fmla="*/ 341 h 910"/>
                <a:gd name="T30" fmla="*/ 341 w 908"/>
                <a:gd name="T31" fmla="*/ 341 h 910"/>
                <a:gd name="T32" fmla="*/ 341 w 908"/>
                <a:gd name="T33" fmla="*/ 227 h 910"/>
                <a:gd name="T34" fmla="*/ 341 w 908"/>
                <a:gd name="T35" fmla="*/ 341 h 910"/>
                <a:gd name="T36" fmla="*/ 227 w 908"/>
                <a:gd name="T37" fmla="*/ 341 h 910"/>
                <a:gd name="T38" fmla="*/ 227 w 908"/>
                <a:gd name="T39" fmla="*/ 227 h 910"/>
                <a:gd name="T40" fmla="*/ 341 w 908"/>
                <a:gd name="T41" fmla="*/ 227 h 910"/>
                <a:gd name="T42" fmla="*/ 454 w 908"/>
                <a:gd name="T43" fmla="*/ 227 h 910"/>
                <a:gd name="T44" fmla="*/ 567 w 908"/>
                <a:gd name="T45" fmla="*/ 227 h 910"/>
                <a:gd name="T46" fmla="*/ 681 w 908"/>
                <a:gd name="T47" fmla="*/ 227 h 910"/>
                <a:gd name="T48" fmla="*/ 794 w 908"/>
                <a:gd name="T49" fmla="*/ 227 h 910"/>
                <a:gd name="T50" fmla="*/ 908 w 908"/>
                <a:gd name="T51" fmla="*/ 227 h 910"/>
                <a:gd name="T52" fmla="*/ 908 w 908"/>
                <a:gd name="T53" fmla="*/ 341 h 910"/>
                <a:gd name="T54" fmla="*/ 908 w 908"/>
                <a:gd name="T55" fmla="*/ 455 h 910"/>
                <a:gd name="T56" fmla="*/ 908 w 908"/>
                <a:gd name="T57" fmla="*/ 341 h 910"/>
                <a:gd name="T58" fmla="*/ 908 w 908"/>
                <a:gd name="T59" fmla="*/ 341 h 910"/>
                <a:gd name="T60" fmla="*/ 908 w 908"/>
                <a:gd name="T61" fmla="*/ 227 h 910"/>
                <a:gd name="T62" fmla="*/ 908 w 908"/>
                <a:gd name="T63" fmla="*/ 227 h 910"/>
                <a:gd name="T64" fmla="*/ 794 w 908"/>
                <a:gd name="T65" fmla="*/ 227 h 910"/>
                <a:gd name="T66" fmla="*/ 681 w 908"/>
                <a:gd name="T67" fmla="*/ 227 h 910"/>
                <a:gd name="T68" fmla="*/ 681 w 908"/>
                <a:gd name="T69" fmla="*/ 114 h 910"/>
                <a:gd name="T70" fmla="*/ 794 w 908"/>
                <a:gd name="T71" fmla="*/ 114 h 910"/>
                <a:gd name="T72" fmla="*/ 681 w 908"/>
                <a:gd name="T73" fmla="*/ 114 h 910"/>
                <a:gd name="T74" fmla="*/ 681 w 908"/>
                <a:gd name="T75" fmla="*/ 0 h 910"/>
                <a:gd name="T76" fmla="*/ 681 w 908"/>
                <a:gd name="T77" fmla="*/ 114 h 910"/>
                <a:gd name="T78" fmla="*/ 567 w 908"/>
                <a:gd name="T79" fmla="*/ 114 h 910"/>
                <a:gd name="T80" fmla="*/ 681 w 908"/>
                <a:gd name="T81" fmla="*/ 114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08" h="910">
                  <a:moveTo>
                    <a:pt x="114" y="796"/>
                  </a:moveTo>
                  <a:lnTo>
                    <a:pt x="227" y="682"/>
                  </a:lnTo>
                  <a:lnTo>
                    <a:pt x="227" y="796"/>
                  </a:lnTo>
                  <a:lnTo>
                    <a:pt x="227" y="910"/>
                  </a:lnTo>
                  <a:lnTo>
                    <a:pt x="114" y="910"/>
                  </a:lnTo>
                  <a:lnTo>
                    <a:pt x="0" y="910"/>
                  </a:lnTo>
                  <a:lnTo>
                    <a:pt x="0" y="796"/>
                  </a:lnTo>
                  <a:lnTo>
                    <a:pt x="0" y="682"/>
                  </a:lnTo>
                  <a:lnTo>
                    <a:pt x="0" y="568"/>
                  </a:lnTo>
                  <a:lnTo>
                    <a:pt x="114" y="568"/>
                  </a:lnTo>
                  <a:lnTo>
                    <a:pt x="114" y="455"/>
                  </a:lnTo>
                  <a:lnTo>
                    <a:pt x="0" y="455"/>
                  </a:lnTo>
                  <a:lnTo>
                    <a:pt x="0" y="341"/>
                  </a:lnTo>
                  <a:lnTo>
                    <a:pt x="114" y="341"/>
                  </a:lnTo>
                  <a:lnTo>
                    <a:pt x="227" y="341"/>
                  </a:lnTo>
                  <a:lnTo>
                    <a:pt x="341" y="341"/>
                  </a:lnTo>
                  <a:lnTo>
                    <a:pt x="341" y="227"/>
                  </a:lnTo>
                  <a:lnTo>
                    <a:pt x="341" y="341"/>
                  </a:lnTo>
                  <a:lnTo>
                    <a:pt x="227" y="341"/>
                  </a:lnTo>
                  <a:lnTo>
                    <a:pt x="227" y="227"/>
                  </a:lnTo>
                  <a:lnTo>
                    <a:pt x="341" y="227"/>
                  </a:lnTo>
                  <a:lnTo>
                    <a:pt x="454" y="227"/>
                  </a:lnTo>
                  <a:lnTo>
                    <a:pt x="567" y="227"/>
                  </a:lnTo>
                  <a:lnTo>
                    <a:pt x="681" y="227"/>
                  </a:lnTo>
                  <a:lnTo>
                    <a:pt x="794" y="227"/>
                  </a:lnTo>
                  <a:lnTo>
                    <a:pt x="908" y="227"/>
                  </a:lnTo>
                  <a:lnTo>
                    <a:pt x="908" y="341"/>
                  </a:lnTo>
                  <a:lnTo>
                    <a:pt x="908" y="455"/>
                  </a:lnTo>
                  <a:lnTo>
                    <a:pt x="908" y="341"/>
                  </a:lnTo>
                  <a:lnTo>
                    <a:pt x="908" y="341"/>
                  </a:lnTo>
                  <a:lnTo>
                    <a:pt x="908" y="227"/>
                  </a:lnTo>
                  <a:lnTo>
                    <a:pt x="908" y="227"/>
                  </a:lnTo>
                  <a:lnTo>
                    <a:pt x="794" y="227"/>
                  </a:lnTo>
                  <a:lnTo>
                    <a:pt x="681" y="227"/>
                  </a:lnTo>
                  <a:lnTo>
                    <a:pt x="681" y="114"/>
                  </a:lnTo>
                  <a:lnTo>
                    <a:pt x="794" y="114"/>
                  </a:lnTo>
                  <a:lnTo>
                    <a:pt x="681" y="114"/>
                  </a:lnTo>
                  <a:lnTo>
                    <a:pt x="681" y="0"/>
                  </a:lnTo>
                  <a:lnTo>
                    <a:pt x="681" y="114"/>
                  </a:lnTo>
                  <a:lnTo>
                    <a:pt x="567" y="114"/>
                  </a:lnTo>
                  <a:lnTo>
                    <a:pt x="681" y="114"/>
                  </a:lnTo>
                </a:path>
              </a:pathLst>
            </a:custGeom>
            <a:noFill/>
            <a:ln w="28575" cap="flat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Oval 78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78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Oval 789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790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Oval 791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792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Oval 793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794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Oval 795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796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Oval 797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798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Oval 799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800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Oval 801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802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Oval 803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804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Oval 805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806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Oval 807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1009"/>
          <p:cNvGrpSpPr>
            <a:grpSpLocks/>
          </p:cNvGrpSpPr>
          <p:nvPr/>
        </p:nvGrpSpPr>
        <p:grpSpPr bwMode="auto">
          <a:xfrm>
            <a:off x="3762375" y="1374776"/>
            <a:ext cx="2247900" cy="3416300"/>
            <a:chOff x="2370" y="866"/>
            <a:chExt cx="1416" cy="2152"/>
          </a:xfrm>
        </p:grpSpPr>
        <p:sp>
          <p:nvSpPr>
            <p:cNvPr id="734" name="Freeform 809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Oval 810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811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Oval 812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813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Oval 814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815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Oval 816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817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Oval 818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819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Oval 820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821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Oval 822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823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Oval 824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825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Oval 826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827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Oval 828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829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Oval 830"/>
            <p:cNvSpPr>
              <a:spLocks noChangeArrowheads="1"/>
            </p:cNvSpPr>
            <p:nvPr/>
          </p:nvSpPr>
          <p:spPr bwMode="auto">
            <a:xfrm>
              <a:off x="3286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831"/>
            <p:cNvSpPr>
              <a:spLocks noEditPoints="1"/>
            </p:cNvSpPr>
            <p:nvPr/>
          </p:nvSpPr>
          <p:spPr bwMode="auto">
            <a:xfrm>
              <a:off x="327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Oval 832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833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Oval 834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835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Oval 836"/>
            <p:cNvSpPr>
              <a:spLocks noChangeArrowheads="1"/>
            </p:cNvSpPr>
            <p:nvPr/>
          </p:nvSpPr>
          <p:spPr bwMode="auto">
            <a:xfrm>
              <a:off x="3627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837"/>
            <p:cNvSpPr>
              <a:spLocks noEditPoints="1"/>
            </p:cNvSpPr>
            <p:nvPr/>
          </p:nvSpPr>
          <p:spPr bwMode="auto">
            <a:xfrm>
              <a:off x="3617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Oval 838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839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Oval 840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841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Oval 842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843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Oval 844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845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Oval 846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847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Oval 848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849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Oval 850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851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Oval 852"/>
            <p:cNvSpPr>
              <a:spLocks noChangeArrowheads="1"/>
            </p:cNvSpPr>
            <p:nvPr/>
          </p:nvSpPr>
          <p:spPr bwMode="auto">
            <a:xfrm>
              <a:off x="3627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853"/>
            <p:cNvSpPr>
              <a:spLocks noEditPoints="1"/>
            </p:cNvSpPr>
            <p:nvPr/>
          </p:nvSpPr>
          <p:spPr bwMode="auto">
            <a:xfrm>
              <a:off x="3617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Oval 854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855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Oval 856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857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Oval 858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859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Oval 860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861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Oval 862"/>
            <p:cNvSpPr>
              <a:spLocks noChangeArrowheads="1"/>
            </p:cNvSpPr>
            <p:nvPr/>
          </p:nvSpPr>
          <p:spPr bwMode="auto">
            <a:xfrm>
              <a:off x="3513" y="138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863"/>
            <p:cNvSpPr>
              <a:spLocks noEditPoints="1"/>
            </p:cNvSpPr>
            <p:nvPr/>
          </p:nvSpPr>
          <p:spPr bwMode="auto">
            <a:xfrm>
              <a:off x="350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Oval 864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865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Oval 866"/>
            <p:cNvSpPr>
              <a:spLocks noChangeArrowheads="1"/>
            </p:cNvSpPr>
            <p:nvPr/>
          </p:nvSpPr>
          <p:spPr bwMode="auto">
            <a:xfrm>
              <a:off x="3400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867"/>
            <p:cNvSpPr>
              <a:spLocks noEditPoints="1"/>
            </p:cNvSpPr>
            <p:nvPr/>
          </p:nvSpPr>
          <p:spPr bwMode="auto">
            <a:xfrm>
              <a:off x="339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Oval 868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869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Oval 87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87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872"/>
            <p:cNvSpPr>
              <a:spLocks/>
            </p:cNvSpPr>
            <p:nvPr/>
          </p:nvSpPr>
          <p:spPr bwMode="auto">
            <a:xfrm>
              <a:off x="2397" y="944"/>
              <a:ext cx="1135" cy="1251"/>
            </a:xfrm>
            <a:custGeom>
              <a:avLst/>
              <a:gdLst>
                <a:gd name="T0" fmla="*/ 568 w 1135"/>
                <a:gd name="T1" fmla="*/ 1251 h 1251"/>
                <a:gd name="T2" fmla="*/ 454 w 1135"/>
                <a:gd name="T3" fmla="*/ 1023 h 1251"/>
                <a:gd name="T4" fmla="*/ 227 w 1135"/>
                <a:gd name="T5" fmla="*/ 1023 h 1251"/>
                <a:gd name="T6" fmla="*/ 454 w 1135"/>
                <a:gd name="T7" fmla="*/ 1251 h 1251"/>
                <a:gd name="T8" fmla="*/ 568 w 1135"/>
                <a:gd name="T9" fmla="*/ 1023 h 1251"/>
                <a:gd name="T10" fmla="*/ 341 w 1135"/>
                <a:gd name="T11" fmla="*/ 796 h 1251"/>
                <a:gd name="T12" fmla="*/ 341 w 1135"/>
                <a:gd name="T13" fmla="*/ 569 h 1251"/>
                <a:gd name="T14" fmla="*/ 114 w 1135"/>
                <a:gd name="T15" fmla="*/ 341 h 1251"/>
                <a:gd name="T16" fmla="*/ 0 w 1135"/>
                <a:gd name="T17" fmla="*/ 228 h 1251"/>
                <a:gd name="T18" fmla="*/ 0 w 1135"/>
                <a:gd name="T19" fmla="*/ 455 h 1251"/>
                <a:gd name="T20" fmla="*/ 227 w 1135"/>
                <a:gd name="T21" fmla="*/ 455 h 1251"/>
                <a:gd name="T22" fmla="*/ 227 w 1135"/>
                <a:gd name="T23" fmla="*/ 682 h 1251"/>
                <a:gd name="T24" fmla="*/ 568 w 1135"/>
                <a:gd name="T25" fmla="*/ 569 h 1251"/>
                <a:gd name="T26" fmla="*/ 568 w 1135"/>
                <a:gd name="T27" fmla="*/ 796 h 1251"/>
                <a:gd name="T28" fmla="*/ 341 w 1135"/>
                <a:gd name="T29" fmla="*/ 682 h 1251"/>
                <a:gd name="T30" fmla="*/ 568 w 1135"/>
                <a:gd name="T31" fmla="*/ 910 h 1251"/>
                <a:gd name="T32" fmla="*/ 227 w 1135"/>
                <a:gd name="T33" fmla="*/ 796 h 1251"/>
                <a:gd name="T34" fmla="*/ 568 w 1135"/>
                <a:gd name="T35" fmla="*/ 569 h 1251"/>
                <a:gd name="T36" fmla="*/ 795 w 1135"/>
                <a:gd name="T37" fmla="*/ 569 h 1251"/>
                <a:gd name="T38" fmla="*/ 681 w 1135"/>
                <a:gd name="T39" fmla="*/ 796 h 1251"/>
                <a:gd name="T40" fmla="*/ 1021 w 1135"/>
                <a:gd name="T41" fmla="*/ 796 h 1251"/>
                <a:gd name="T42" fmla="*/ 908 w 1135"/>
                <a:gd name="T43" fmla="*/ 569 h 1251"/>
                <a:gd name="T44" fmla="*/ 568 w 1135"/>
                <a:gd name="T45" fmla="*/ 796 h 1251"/>
                <a:gd name="T46" fmla="*/ 681 w 1135"/>
                <a:gd name="T47" fmla="*/ 910 h 1251"/>
                <a:gd name="T48" fmla="*/ 795 w 1135"/>
                <a:gd name="T49" fmla="*/ 1251 h 1251"/>
                <a:gd name="T50" fmla="*/ 1021 w 1135"/>
                <a:gd name="T51" fmla="*/ 1023 h 1251"/>
                <a:gd name="T52" fmla="*/ 1135 w 1135"/>
                <a:gd name="T53" fmla="*/ 682 h 1251"/>
                <a:gd name="T54" fmla="*/ 1021 w 1135"/>
                <a:gd name="T55" fmla="*/ 455 h 1251"/>
                <a:gd name="T56" fmla="*/ 1021 w 1135"/>
                <a:gd name="T57" fmla="*/ 228 h 1251"/>
                <a:gd name="T58" fmla="*/ 795 w 1135"/>
                <a:gd name="T59" fmla="*/ 455 h 1251"/>
                <a:gd name="T60" fmla="*/ 908 w 1135"/>
                <a:gd name="T61" fmla="*/ 682 h 1251"/>
                <a:gd name="T62" fmla="*/ 681 w 1135"/>
                <a:gd name="T63" fmla="*/ 455 h 1251"/>
                <a:gd name="T64" fmla="*/ 1021 w 1135"/>
                <a:gd name="T65" fmla="*/ 455 h 1251"/>
                <a:gd name="T66" fmla="*/ 908 w 1135"/>
                <a:gd name="T6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5" h="1251">
                  <a:moveTo>
                    <a:pt x="568" y="1251"/>
                  </a:moveTo>
                  <a:lnTo>
                    <a:pt x="454" y="1023"/>
                  </a:lnTo>
                  <a:lnTo>
                    <a:pt x="227" y="1023"/>
                  </a:lnTo>
                  <a:lnTo>
                    <a:pt x="454" y="1251"/>
                  </a:lnTo>
                  <a:lnTo>
                    <a:pt x="568" y="1023"/>
                  </a:lnTo>
                  <a:lnTo>
                    <a:pt x="341" y="796"/>
                  </a:lnTo>
                  <a:lnTo>
                    <a:pt x="341" y="569"/>
                  </a:lnTo>
                  <a:lnTo>
                    <a:pt x="114" y="341"/>
                  </a:lnTo>
                  <a:lnTo>
                    <a:pt x="0" y="228"/>
                  </a:lnTo>
                  <a:lnTo>
                    <a:pt x="0" y="455"/>
                  </a:lnTo>
                  <a:lnTo>
                    <a:pt x="227" y="455"/>
                  </a:lnTo>
                  <a:lnTo>
                    <a:pt x="227" y="682"/>
                  </a:lnTo>
                  <a:lnTo>
                    <a:pt x="568" y="569"/>
                  </a:lnTo>
                  <a:lnTo>
                    <a:pt x="568" y="796"/>
                  </a:lnTo>
                  <a:lnTo>
                    <a:pt x="341" y="682"/>
                  </a:lnTo>
                  <a:lnTo>
                    <a:pt x="568" y="910"/>
                  </a:lnTo>
                  <a:lnTo>
                    <a:pt x="227" y="796"/>
                  </a:lnTo>
                  <a:lnTo>
                    <a:pt x="568" y="569"/>
                  </a:lnTo>
                  <a:lnTo>
                    <a:pt x="795" y="569"/>
                  </a:lnTo>
                  <a:lnTo>
                    <a:pt x="681" y="796"/>
                  </a:lnTo>
                  <a:lnTo>
                    <a:pt x="1021" y="796"/>
                  </a:lnTo>
                  <a:lnTo>
                    <a:pt x="908" y="569"/>
                  </a:lnTo>
                  <a:lnTo>
                    <a:pt x="568" y="796"/>
                  </a:lnTo>
                  <a:lnTo>
                    <a:pt x="681" y="910"/>
                  </a:lnTo>
                  <a:lnTo>
                    <a:pt x="795" y="1251"/>
                  </a:lnTo>
                  <a:lnTo>
                    <a:pt x="1021" y="1023"/>
                  </a:lnTo>
                  <a:lnTo>
                    <a:pt x="1135" y="682"/>
                  </a:lnTo>
                  <a:lnTo>
                    <a:pt x="1021" y="455"/>
                  </a:lnTo>
                  <a:lnTo>
                    <a:pt x="1021" y="228"/>
                  </a:lnTo>
                  <a:lnTo>
                    <a:pt x="795" y="455"/>
                  </a:lnTo>
                  <a:lnTo>
                    <a:pt x="908" y="682"/>
                  </a:lnTo>
                  <a:lnTo>
                    <a:pt x="681" y="455"/>
                  </a:lnTo>
                  <a:lnTo>
                    <a:pt x="1021" y="455"/>
                  </a:lnTo>
                  <a:lnTo>
                    <a:pt x="908" y="0"/>
                  </a:lnTo>
                </a:path>
              </a:pathLst>
            </a:custGeom>
            <a:noFill/>
            <a:ln w="28575" cap="flat">
              <a:solidFill>
                <a:srgbClr val="33FF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Oval 87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87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Oval 875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876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Oval 877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878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Oval 879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880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Oval 881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882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Oval 883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884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Oval 885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886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Oval 887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888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Oval 889"/>
            <p:cNvSpPr>
              <a:spLocks noChangeArrowheads="1"/>
            </p:cNvSpPr>
            <p:nvPr/>
          </p:nvSpPr>
          <p:spPr bwMode="auto">
            <a:xfrm>
              <a:off x="2379" y="115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890"/>
            <p:cNvSpPr>
              <a:spLocks noEditPoints="1"/>
            </p:cNvSpPr>
            <p:nvPr/>
          </p:nvSpPr>
          <p:spPr bwMode="auto">
            <a:xfrm>
              <a:off x="237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Oval 891"/>
            <p:cNvSpPr>
              <a:spLocks noChangeArrowheads="1"/>
            </p:cNvSpPr>
            <p:nvPr/>
          </p:nvSpPr>
          <p:spPr bwMode="auto">
            <a:xfrm>
              <a:off x="2379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892"/>
            <p:cNvSpPr>
              <a:spLocks noEditPoints="1"/>
            </p:cNvSpPr>
            <p:nvPr/>
          </p:nvSpPr>
          <p:spPr bwMode="auto">
            <a:xfrm>
              <a:off x="237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Oval 893"/>
            <p:cNvSpPr>
              <a:spLocks noChangeArrowheads="1"/>
            </p:cNvSpPr>
            <p:nvPr/>
          </p:nvSpPr>
          <p:spPr bwMode="auto">
            <a:xfrm>
              <a:off x="2606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894"/>
            <p:cNvSpPr>
              <a:spLocks noEditPoints="1"/>
            </p:cNvSpPr>
            <p:nvPr/>
          </p:nvSpPr>
          <p:spPr bwMode="auto">
            <a:xfrm>
              <a:off x="259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Oval 895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896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Oval 897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898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Oval 899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900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Oval 901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902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Oval 903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904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Oval 905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906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Oval 907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908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Oval 909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910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Oval 911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912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Oval 913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914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Oval 915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916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Oval 917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918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Oval 919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920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Oval 921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922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Oval 923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924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Oval 925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926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Oval 927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928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Oval 929"/>
            <p:cNvSpPr>
              <a:spLocks noChangeArrowheads="1"/>
            </p:cNvSpPr>
            <p:nvPr/>
          </p:nvSpPr>
          <p:spPr bwMode="auto">
            <a:xfrm>
              <a:off x="3400" y="115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930"/>
            <p:cNvSpPr>
              <a:spLocks noEditPoints="1"/>
            </p:cNvSpPr>
            <p:nvPr/>
          </p:nvSpPr>
          <p:spPr bwMode="auto">
            <a:xfrm>
              <a:off x="339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Oval 931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932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Oval 933"/>
            <p:cNvSpPr>
              <a:spLocks noChangeArrowheads="1"/>
            </p:cNvSpPr>
            <p:nvPr/>
          </p:nvSpPr>
          <p:spPr bwMode="auto">
            <a:xfrm>
              <a:off x="3286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934"/>
            <p:cNvSpPr>
              <a:spLocks noEditPoints="1"/>
            </p:cNvSpPr>
            <p:nvPr/>
          </p:nvSpPr>
          <p:spPr bwMode="auto">
            <a:xfrm>
              <a:off x="327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Oval 935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936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Oval 937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938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Oval 939"/>
            <p:cNvSpPr>
              <a:spLocks noChangeArrowheads="1"/>
            </p:cNvSpPr>
            <p:nvPr/>
          </p:nvSpPr>
          <p:spPr bwMode="auto">
            <a:xfrm>
              <a:off x="3286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940"/>
            <p:cNvSpPr>
              <a:spLocks noEditPoints="1"/>
            </p:cNvSpPr>
            <p:nvPr/>
          </p:nvSpPr>
          <p:spPr bwMode="auto">
            <a:xfrm>
              <a:off x="327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Oval 94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94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943"/>
            <p:cNvSpPr>
              <a:spLocks/>
            </p:cNvSpPr>
            <p:nvPr/>
          </p:nvSpPr>
          <p:spPr bwMode="auto">
            <a:xfrm>
              <a:off x="2965" y="1854"/>
              <a:ext cx="794" cy="1137"/>
            </a:xfrm>
            <a:custGeom>
              <a:avLst/>
              <a:gdLst>
                <a:gd name="T0" fmla="*/ 0 w 794"/>
                <a:gd name="T1" fmla="*/ 341 h 1137"/>
                <a:gd name="T2" fmla="*/ 340 w 794"/>
                <a:gd name="T3" fmla="*/ 682 h 1137"/>
                <a:gd name="T4" fmla="*/ 113 w 794"/>
                <a:gd name="T5" fmla="*/ 682 h 1137"/>
                <a:gd name="T6" fmla="*/ 113 w 794"/>
                <a:gd name="T7" fmla="*/ 909 h 1137"/>
                <a:gd name="T8" fmla="*/ 340 w 794"/>
                <a:gd name="T9" fmla="*/ 909 h 1137"/>
                <a:gd name="T10" fmla="*/ 340 w 794"/>
                <a:gd name="T11" fmla="*/ 682 h 1137"/>
                <a:gd name="T12" fmla="*/ 113 w 794"/>
                <a:gd name="T13" fmla="*/ 682 h 1137"/>
                <a:gd name="T14" fmla="*/ 340 w 794"/>
                <a:gd name="T15" fmla="*/ 682 h 1137"/>
                <a:gd name="T16" fmla="*/ 567 w 794"/>
                <a:gd name="T17" fmla="*/ 682 h 1137"/>
                <a:gd name="T18" fmla="*/ 340 w 794"/>
                <a:gd name="T19" fmla="*/ 682 h 1137"/>
                <a:gd name="T20" fmla="*/ 340 w 794"/>
                <a:gd name="T21" fmla="*/ 909 h 1137"/>
                <a:gd name="T22" fmla="*/ 567 w 794"/>
                <a:gd name="T23" fmla="*/ 909 h 1137"/>
                <a:gd name="T24" fmla="*/ 567 w 794"/>
                <a:gd name="T25" fmla="*/ 682 h 1137"/>
                <a:gd name="T26" fmla="*/ 567 w 794"/>
                <a:gd name="T27" fmla="*/ 909 h 1137"/>
                <a:gd name="T28" fmla="*/ 340 w 794"/>
                <a:gd name="T29" fmla="*/ 909 h 1137"/>
                <a:gd name="T30" fmla="*/ 340 w 794"/>
                <a:gd name="T31" fmla="*/ 1137 h 1137"/>
                <a:gd name="T32" fmla="*/ 567 w 794"/>
                <a:gd name="T33" fmla="*/ 1137 h 1137"/>
                <a:gd name="T34" fmla="*/ 567 w 794"/>
                <a:gd name="T35" fmla="*/ 909 h 1137"/>
                <a:gd name="T36" fmla="*/ 794 w 794"/>
                <a:gd name="T37" fmla="*/ 909 h 1137"/>
                <a:gd name="T38" fmla="*/ 794 w 794"/>
                <a:gd name="T39" fmla="*/ 682 h 1137"/>
                <a:gd name="T40" fmla="*/ 794 w 794"/>
                <a:gd name="T41" fmla="*/ 909 h 1137"/>
                <a:gd name="T42" fmla="*/ 794 w 794"/>
                <a:gd name="T43" fmla="*/ 682 h 1137"/>
                <a:gd name="T44" fmla="*/ 794 w 794"/>
                <a:gd name="T45" fmla="*/ 455 h 1137"/>
                <a:gd name="T46" fmla="*/ 567 w 794"/>
                <a:gd name="T47" fmla="*/ 455 h 1137"/>
                <a:gd name="T48" fmla="*/ 567 w 794"/>
                <a:gd name="T49" fmla="*/ 227 h 1137"/>
                <a:gd name="T50" fmla="*/ 794 w 794"/>
                <a:gd name="T51" fmla="*/ 227 h 1137"/>
                <a:gd name="T52" fmla="*/ 794 w 794"/>
                <a:gd name="T53" fmla="*/ 0 h 1137"/>
                <a:gd name="T54" fmla="*/ 794 w 794"/>
                <a:gd name="T55" fmla="*/ 0 h 1137"/>
                <a:gd name="T56" fmla="*/ 794 w 794"/>
                <a:gd name="T57" fmla="*/ 0 h 1137"/>
                <a:gd name="T58" fmla="*/ 794 w 794"/>
                <a:gd name="T59" fmla="*/ 227 h 1137"/>
                <a:gd name="T60" fmla="*/ 567 w 794"/>
                <a:gd name="T61" fmla="*/ 227 h 1137"/>
                <a:gd name="T62" fmla="*/ 794 w 794"/>
                <a:gd name="T63" fmla="*/ 227 h 1137"/>
                <a:gd name="T64" fmla="*/ 567 w 794"/>
                <a:gd name="T65" fmla="*/ 227 h 1137"/>
                <a:gd name="T66" fmla="*/ 794 w 794"/>
                <a:gd name="T67" fmla="*/ 227 h 1137"/>
                <a:gd name="T68" fmla="*/ 794 w 794"/>
                <a:gd name="T69" fmla="*/ 227 h 1137"/>
                <a:gd name="T70" fmla="*/ 567 w 794"/>
                <a:gd name="T71" fmla="*/ 227 h 1137"/>
                <a:gd name="T72" fmla="*/ 567 w 794"/>
                <a:gd name="T73" fmla="*/ 0 h 1137"/>
                <a:gd name="T74" fmla="*/ 567 w 794"/>
                <a:gd name="T75" fmla="*/ 227 h 1137"/>
                <a:gd name="T76" fmla="*/ 567 w 794"/>
                <a:gd name="T77" fmla="*/ 0 h 1137"/>
                <a:gd name="T78" fmla="*/ 794 w 794"/>
                <a:gd name="T79" fmla="*/ 0 h 1137"/>
                <a:gd name="T80" fmla="*/ 567 w 794"/>
                <a:gd name="T81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94" h="1137">
                  <a:moveTo>
                    <a:pt x="0" y="341"/>
                  </a:moveTo>
                  <a:lnTo>
                    <a:pt x="340" y="682"/>
                  </a:lnTo>
                  <a:lnTo>
                    <a:pt x="113" y="682"/>
                  </a:lnTo>
                  <a:lnTo>
                    <a:pt x="113" y="909"/>
                  </a:lnTo>
                  <a:lnTo>
                    <a:pt x="340" y="909"/>
                  </a:lnTo>
                  <a:lnTo>
                    <a:pt x="340" y="682"/>
                  </a:lnTo>
                  <a:lnTo>
                    <a:pt x="113" y="682"/>
                  </a:lnTo>
                  <a:lnTo>
                    <a:pt x="340" y="682"/>
                  </a:lnTo>
                  <a:lnTo>
                    <a:pt x="567" y="682"/>
                  </a:lnTo>
                  <a:lnTo>
                    <a:pt x="340" y="682"/>
                  </a:lnTo>
                  <a:lnTo>
                    <a:pt x="340" y="909"/>
                  </a:lnTo>
                  <a:lnTo>
                    <a:pt x="567" y="909"/>
                  </a:lnTo>
                  <a:lnTo>
                    <a:pt x="567" y="682"/>
                  </a:lnTo>
                  <a:lnTo>
                    <a:pt x="567" y="909"/>
                  </a:lnTo>
                  <a:lnTo>
                    <a:pt x="340" y="909"/>
                  </a:lnTo>
                  <a:lnTo>
                    <a:pt x="340" y="1137"/>
                  </a:lnTo>
                  <a:lnTo>
                    <a:pt x="567" y="1137"/>
                  </a:lnTo>
                  <a:lnTo>
                    <a:pt x="567" y="909"/>
                  </a:lnTo>
                  <a:lnTo>
                    <a:pt x="794" y="909"/>
                  </a:lnTo>
                  <a:lnTo>
                    <a:pt x="794" y="682"/>
                  </a:lnTo>
                  <a:lnTo>
                    <a:pt x="794" y="909"/>
                  </a:lnTo>
                  <a:lnTo>
                    <a:pt x="794" y="682"/>
                  </a:lnTo>
                  <a:lnTo>
                    <a:pt x="794" y="455"/>
                  </a:lnTo>
                  <a:lnTo>
                    <a:pt x="567" y="455"/>
                  </a:lnTo>
                  <a:lnTo>
                    <a:pt x="567" y="227"/>
                  </a:lnTo>
                  <a:lnTo>
                    <a:pt x="794" y="227"/>
                  </a:lnTo>
                  <a:lnTo>
                    <a:pt x="794" y="0"/>
                  </a:lnTo>
                  <a:lnTo>
                    <a:pt x="794" y="0"/>
                  </a:lnTo>
                  <a:lnTo>
                    <a:pt x="794" y="0"/>
                  </a:lnTo>
                  <a:lnTo>
                    <a:pt x="794" y="227"/>
                  </a:lnTo>
                  <a:lnTo>
                    <a:pt x="567" y="227"/>
                  </a:lnTo>
                  <a:lnTo>
                    <a:pt x="794" y="227"/>
                  </a:lnTo>
                  <a:lnTo>
                    <a:pt x="567" y="227"/>
                  </a:lnTo>
                  <a:lnTo>
                    <a:pt x="794" y="227"/>
                  </a:lnTo>
                  <a:lnTo>
                    <a:pt x="794" y="227"/>
                  </a:lnTo>
                  <a:lnTo>
                    <a:pt x="567" y="227"/>
                  </a:lnTo>
                  <a:lnTo>
                    <a:pt x="567" y="0"/>
                  </a:lnTo>
                  <a:lnTo>
                    <a:pt x="567" y="227"/>
                  </a:lnTo>
                  <a:lnTo>
                    <a:pt x="567" y="0"/>
                  </a:lnTo>
                  <a:lnTo>
                    <a:pt x="794" y="0"/>
                  </a:lnTo>
                  <a:lnTo>
                    <a:pt x="567" y="0"/>
                  </a:lnTo>
                </a:path>
              </a:pathLst>
            </a:custGeom>
            <a:noFill/>
            <a:ln w="28575" cap="flat">
              <a:solidFill>
                <a:srgbClr val="66FF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Oval 944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945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Oval 946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947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Oval 948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949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Oval 950"/>
            <p:cNvSpPr>
              <a:spLocks noChangeArrowheads="1"/>
            </p:cNvSpPr>
            <p:nvPr/>
          </p:nvSpPr>
          <p:spPr bwMode="auto">
            <a:xfrm>
              <a:off x="3059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951"/>
            <p:cNvSpPr>
              <a:spLocks noEditPoints="1"/>
            </p:cNvSpPr>
            <p:nvPr/>
          </p:nvSpPr>
          <p:spPr bwMode="auto">
            <a:xfrm>
              <a:off x="3050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Oval 952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953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Oval 954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955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Oval 956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957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Oval 958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959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Oval 960"/>
            <p:cNvSpPr>
              <a:spLocks noChangeArrowheads="1"/>
            </p:cNvSpPr>
            <p:nvPr/>
          </p:nvSpPr>
          <p:spPr bwMode="auto">
            <a:xfrm>
              <a:off x="3513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961"/>
            <p:cNvSpPr>
              <a:spLocks noEditPoints="1"/>
            </p:cNvSpPr>
            <p:nvPr/>
          </p:nvSpPr>
          <p:spPr bwMode="auto">
            <a:xfrm>
              <a:off x="350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Oval 962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963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Oval 964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965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Oval 966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967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Oval 968"/>
            <p:cNvSpPr>
              <a:spLocks noChangeArrowheads="1"/>
            </p:cNvSpPr>
            <p:nvPr/>
          </p:nvSpPr>
          <p:spPr bwMode="auto">
            <a:xfrm>
              <a:off x="3513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969"/>
            <p:cNvSpPr>
              <a:spLocks noEditPoints="1"/>
            </p:cNvSpPr>
            <p:nvPr/>
          </p:nvSpPr>
          <p:spPr bwMode="auto">
            <a:xfrm>
              <a:off x="350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Oval 970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971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Oval 972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973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Oval 974"/>
            <p:cNvSpPr>
              <a:spLocks noChangeArrowheads="1"/>
            </p:cNvSpPr>
            <p:nvPr/>
          </p:nvSpPr>
          <p:spPr bwMode="auto">
            <a:xfrm>
              <a:off x="3286" y="2972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975"/>
            <p:cNvSpPr>
              <a:spLocks noEditPoints="1"/>
            </p:cNvSpPr>
            <p:nvPr/>
          </p:nvSpPr>
          <p:spPr bwMode="auto">
            <a:xfrm>
              <a:off x="327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Oval 976"/>
            <p:cNvSpPr>
              <a:spLocks noChangeArrowheads="1"/>
            </p:cNvSpPr>
            <p:nvPr/>
          </p:nvSpPr>
          <p:spPr bwMode="auto">
            <a:xfrm>
              <a:off x="3513" y="2972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977"/>
            <p:cNvSpPr>
              <a:spLocks noEditPoints="1"/>
            </p:cNvSpPr>
            <p:nvPr/>
          </p:nvSpPr>
          <p:spPr bwMode="auto">
            <a:xfrm>
              <a:off x="350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Oval 978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979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Oval 980"/>
            <p:cNvSpPr>
              <a:spLocks noChangeArrowheads="1"/>
            </p:cNvSpPr>
            <p:nvPr/>
          </p:nvSpPr>
          <p:spPr bwMode="auto">
            <a:xfrm>
              <a:off x="3740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981"/>
            <p:cNvSpPr>
              <a:spLocks noEditPoints="1"/>
            </p:cNvSpPr>
            <p:nvPr/>
          </p:nvSpPr>
          <p:spPr bwMode="auto">
            <a:xfrm>
              <a:off x="3731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Oval 982"/>
            <p:cNvSpPr>
              <a:spLocks noChangeArrowheads="1"/>
            </p:cNvSpPr>
            <p:nvPr/>
          </p:nvSpPr>
          <p:spPr bwMode="auto">
            <a:xfrm>
              <a:off x="3740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983"/>
            <p:cNvSpPr>
              <a:spLocks noEditPoints="1"/>
            </p:cNvSpPr>
            <p:nvPr/>
          </p:nvSpPr>
          <p:spPr bwMode="auto">
            <a:xfrm>
              <a:off x="373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Oval 984"/>
            <p:cNvSpPr>
              <a:spLocks noChangeArrowheads="1"/>
            </p:cNvSpPr>
            <p:nvPr/>
          </p:nvSpPr>
          <p:spPr bwMode="auto">
            <a:xfrm>
              <a:off x="3740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985"/>
            <p:cNvSpPr>
              <a:spLocks noEditPoints="1"/>
            </p:cNvSpPr>
            <p:nvPr/>
          </p:nvSpPr>
          <p:spPr bwMode="auto">
            <a:xfrm>
              <a:off x="3731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Oval 986"/>
            <p:cNvSpPr>
              <a:spLocks noChangeArrowheads="1"/>
            </p:cNvSpPr>
            <p:nvPr/>
          </p:nvSpPr>
          <p:spPr bwMode="auto">
            <a:xfrm>
              <a:off x="3740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987"/>
            <p:cNvSpPr>
              <a:spLocks noEditPoints="1"/>
            </p:cNvSpPr>
            <p:nvPr/>
          </p:nvSpPr>
          <p:spPr bwMode="auto">
            <a:xfrm>
              <a:off x="373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Oval 988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989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Oval 990"/>
            <p:cNvSpPr>
              <a:spLocks noChangeArrowheads="1"/>
            </p:cNvSpPr>
            <p:nvPr/>
          </p:nvSpPr>
          <p:spPr bwMode="auto">
            <a:xfrm>
              <a:off x="3513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991"/>
            <p:cNvSpPr>
              <a:spLocks noEditPoints="1"/>
            </p:cNvSpPr>
            <p:nvPr/>
          </p:nvSpPr>
          <p:spPr bwMode="auto">
            <a:xfrm>
              <a:off x="350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Oval 992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93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Oval 994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95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Oval 996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97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Oval 998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99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Oval 1000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1001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Oval 1002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003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Oval 1004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005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Oval 1006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007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Oval 1008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1210"/>
          <p:cNvGrpSpPr>
            <a:grpSpLocks/>
          </p:cNvGrpSpPr>
          <p:nvPr/>
        </p:nvGrpSpPr>
        <p:grpSpPr bwMode="auto">
          <a:xfrm>
            <a:off x="3581400" y="1374776"/>
            <a:ext cx="2428875" cy="3778250"/>
            <a:chOff x="2256" y="866"/>
            <a:chExt cx="1530" cy="2380"/>
          </a:xfrm>
        </p:grpSpPr>
        <p:sp>
          <p:nvSpPr>
            <p:cNvPr id="534" name="Freeform 1010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1011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1012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1013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014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1015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016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Oval 1017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1018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Oval 1019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020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Oval 1021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1022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Oval 1023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1024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Oval 1025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1026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Oval 102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102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1029"/>
            <p:cNvSpPr>
              <a:spLocks/>
            </p:cNvSpPr>
            <p:nvPr/>
          </p:nvSpPr>
          <p:spPr bwMode="auto">
            <a:xfrm>
              <a:off x="2511" y="944"/>
              <a:ext cx="1134" cy="1819"/>
            </a:xfrm>
            <a:custGeom>
              <a:avLst/>
              <a:gdLst>
                <a:gd name="T0" fmla="*/ 454 w 1134"/>
                <a:gd name="T1" fmla="*/ 1251 h 1819"/>
                <a:gd name="T2" fmla="*/ 794 w 1134"/>
                <a:gd name="T3" fmla="*/ 1365 h 1819"/>
                <a:gd name="T4" fmla="*/ 1021 w 1134"/>
                <a:gd name="T5" fmla="*/ 1137 h 1819"/>
                <a:gd name="T6" fmla="*/ 907 w 1134"/>
                <a:gd name="T7" fmla="*/ 1478 h 1819"/>
                <a:gd name="T8" fmla="*/ 794 w 1134"/>
                <a:gd name="T9" fmla="*/ 1706 h 1819"/>
                <a:gd name="T10" fmla="*/ 1134 w 1134"/>
                <a:gd name="T11" fmla="*/ 1819 h 1819"/>
                <a:gd name="T12" fmla="*/ 794 w 1134"/>
                <a:gd name="T13" fmla="*/ 1478 h 1819"/>
                <a:gd name="T14" fmla="*/ 567 w 1134"/>
                <a:gd name="T15" fmla="*/ 1478 h 1819"/>
                <a:gd name="T16" fmla="*/ 794 w 1134"/>
                <a:gd name="T17" fmla="*/ 1251 h 1819"/>
                <a:gd name="T18" fmla="*/ 454 w 1134"/>
                <a:gd name="T19" fmla="*/ 1251 h 1819"/>
                <a:gd name="T20" fmla="*/ 227 w 1134"/>
                <a:gd name="T21" fmla="*/ 1478 h 1819"/>
                <a:gd name="T22" fmla="*/ 567 w 1134"/>
                <a:gd name="T23" fmla="*/ 1251 h 1819"/>
                <a:gd name="T24" fmla="*/ 794 w 1134"/>
                <a:gd name="T25" fmla="*/ 1137 h 1819"/>
                <a:gd name="T26" fmla="*/ 681 w 1134"/>
                <a:gd name="T27" fmla="*/ 796 h 1819"/>
                <a:gd name="T28" fmla="*/ 340 w 1134"/>
                <a:gd name="T29" fmla="*/ 910 h 1819"/>
                <a:gd name="T30" fmla="*/ 454 w 1134"/>
                <a:gd name="T31" fmla="*/ 569 h 1819"/>
                <a:gd name="T32" fmla="*/ 340 w 1134"/>
                <a:gd name="T33" fmla="*/ 910 h 1819"/>
                <a:gd name="T34" fmla="*/ 340 w 1134"/>
                <a:gd name="T35" fmla="*/ 1137 h 1819"/>
                <a:gd name="T36" fmla="*/ 113 w 1134"/>
                <a:gd name="T37" fmla="*/ 1023 h 1819"/>
                <a:gd name="T38" fmla="*/ 454 w 1134"/>
                <a:gd name="T39" fmla="*/ 1137 h 1819"/>
                <a:gd name="T40" fmla="*/ 113 w 1134"/>
                <a:gd name="T41" fmla="*/ 910 h 1819"/>
                <a:gd name="T42" fmla="*/ 113 w 1134"/>
                <a:gd name="T43" fmla="*/ 682 h 1819"/>
                <a:gd name="T44" fmla="*/ 340 w 1134"/>
                <a:gd name="T45" fmla="*/ 569 h 1819"/>
                <a:gd name="T46" fmla="*/ 113 w 1134"/>
                <a:gd name="T47" fmla="*/ 341 h 1819"/>
                <a:gd name="T48" fmla="*/ 227 w 1134"/>
                <a:gd name="T49" fmla="*/ 682 h 1819"/>
                <a:gd name="T50" fmla="*/ 227 w 1134"/>
                <a:gd name="T51" fmla="*/ 341 h 1819"/>
                <a:gd name="T52" fmla="*/ 0 w 1134"/>
                <a:gd name="T53" fmla="*/ 114 h 1819"/>
                <a:gd name="T54" fmla="*/ 340 w 1134"/>
                <a:gd name="T55" fmla="*/ 0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34" h="1819">
                  <a:moveTo>
                    <a:pt x="454" y="1251"/>
                  </a:moveTo>
                  <a:lnTo>
                    <a:pt x="794" y="1365"/>
                  </a:lnTo>
                  <a:lnTo>
                    <a:pt x="1021" y="1137"/>
                  </a:lnTo>
                  <a:lnTo>
                    <a:pt x="907" y="1478"/>
                  </a:lnTo>
                  <a:lnTo>
                    <a:pt x="794" y="1706"/>
                  </a:lnTo>
                  <a:lnTo>
                    <a:pt x="1134" y="1819"/>
                  </a:lnTo>
                  <a:lnTo>
                    <a:pt x="794" y="1478"/>
                  </a:lnTo>
                  <a:lnTo>
                    <a:pt x="567" y="1478"/>
                  </a:lnTo>
                  <a:lnTo>
                    <a:pt x="794" y="1251"/>
                  </a:lnTo>
                  <a:lnTo>
                    <a:pt x="454" y="1251"/>
                  </a:lnTo>
                  <a:lnTo>
                    <a:pt x="227" y="1478"/>
                  </a:lnTo>
                  <a:lnTo>
                    <a:pt x="567" y="1251"/>
                  </a:lnTo>
                  <a:lnTo>
                    <a:pt x="794" y="1137"/>
                  </a:lnTo>
                  <a:lnTo>
                    <a:pt x="681" y="796"/>
                  </a:lnTo>
                  <a:lnTo>
                    <a:pt x="340" y="910"/>
                  </a:lnTo>
                  <a:lnTo>
                    <a:pt x="454" y="569"/>
                  </a:lnTo>
                  <a:lnTo>
                    <a:pt x="340" y="910"/>
                  </a:lnTo>
                  <a:lnTo>
                    <a:pt x="340" y="1137"/>
                  </a:lnTo>
                  <a:lnTo>
                    <a:pt x="113" y="1023"/>
                  </a:lnTo>
                  <a:lnTo>
                    <a:pt x="454" y="1137"/>
                  </a:lnTo>
                  <a:lnTo>
                    <a:pt x="113" y="910"/>
                  </a:lnTo>
                  <a:lnTo>
                    <a:pt x="113" y="682"/>
                  </a:lnTo>
                  <a:lnTo>
                    <a:pt x="340" y="569"/>
                  </a:lnTo>
                  <a:lnTo>
                    <a:pt x="113" y="341"/>
                  </a:lnTo>
                  <a:lnTo>
                    <a:pt x="227" y="682"/>
                  </a:lnTo>
                  <a:lnTo>
                    <a:pt x="227" y="341"/>
                  </a:lnTo>
                  <a:lnTo>
                    <a:pt x="0" y="114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99FF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Oval 103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103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Oval 1032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1033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Oval 1034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1035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Oval 1036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1037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Oval 1038"/>
            <p:cNvSpPr>
              <a:spLocks noChangeArrowheads="1"/>
            </p:cNvSpPr>
            <p:nvPr/>
          </p:nvSpPr>
          <p:spPr bwMode="auto">
            <a:xfrm>
              <a:off x="3286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1039"/>
            <p:cNvSpPr>
              <a:spLocks noEditPoints="1"/>
            </p:cNvSpPr>
            <p:nvPr/>
          </p:nvSpPr>
          <p:spPr bwMode="auto">
            <a:xfrm>
              <a:off x="327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Oval 1040"/>
            <p:cNvSpPr>
              <a:spLocks noChangeArrowheads="1"/>
            </p:cNvSpPr>
            <p:nvPr/>
          </p:nvSpPr>
          <p:spPr bwMode="auto">
            <a:xfrm>
              <a:off x="3627" y="274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1041"/>
            <p:cNvSpPr>
              <a:spLocks noEditPoints="1"/>
            </p:cNvSpPr>
            <p:nvPr/>
          </p:nvSpPr>
          <p:spPr bwMode="auto">
            <a:xfrm>
              <a:off x="3617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Oval 1042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1043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Oval 1044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1045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Oval 1046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047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Oval 104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104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Oval 1050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051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Oval 1052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053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Oval 1054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1055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Oval 1056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1057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Oval 1058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1059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Oval 1060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1061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Oval 1062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1063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Oval 1064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065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Oval 1066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067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Oval 1068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069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1070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071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1072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073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Oval 1074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075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Oval 1076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077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1078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1079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Oval 1080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1081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1082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083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1084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1085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Oval 108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108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1088"/>
            <p:cNvSpPr>
              <a:spLocks/>
            </p:cNvSpPr>
            <p:nvPr/>
          </p:nvSpPr>
          <p:spPr bwMode="auto">
            <a:xfrm>
              <a:off x="2284" y="944"/>
              <a:ext cx="908" cy="1478"/>
            </a:xfrm>
            <a:custGeom>
              <a:avLst/>
              <a:gdLst>
                <a:gd name="T0" fmla="*/ 681 w 908"/>
                <a:gd name="T1" fmla="*/ 1251 h 1478"/>
                <a:gd name="T2" fmla="*/ 567 w 908"/>
                <a:gd name="T3" fmla="*/ 1365 h 1478"/>
                <a:gd name="T4" fmla="*/ 454 w 908"/>
                <a:gd name="T5" fmla="*/ 1478 h 1478"/>
                <a:gd name="T6" fmla="*/ 227 w 908"/>
                <a:gd name="T7" fmla="*/ 1251 h 1478"/>
                <a:gd name="T8" fmla="*/ 227 w 908"/>
                <a:gd name="T9" fmla="*/ 1137 h 1478"/>
                <a:gd name="T10" fmla="*/ 0 w 908"/>
                <a:gd name="T11" fmla="*/ 1023 h 1478"/>
                <a:gd name="T12" fmla="*/ 227 w 908"/>
                <a:gd name="T13" fmla="*/ 1137 h 1478"/>
                <a:gd name="T14" fmla="*/ 340 w 908"/>
                <a:gd name="T15" fmla="*/ 1023 h 1478"/>
                <a:gd name="T16" fmla="*/ 567 w 908"/>
                <a:gd name="T17" fmla="*/ 1137 h 1478"/>
                <a:gd name="T18" fmla="*/ 681 w 908"/>
                <a:gd name="T19" fmla="*/ 1023 h 1478"/>
                <a:gd name="T20" fmla="*/ 567 w 908"/>
                <a:gd name="T21" fmla="*/ 1251 h 1478"/>
                <a:gd name="T22" fmla="*/ 681 w 908"/>
                <a:gd name="T23" fmla="*/ 910 h 1478"/>
                <a:gd name="T24" fmla="*/ 681 w 908"/>
                <a:gd name="T25" fmla="*/ 1251 h 1478"/>
                <a:gd name="T26" fmla="*/ 681 w 908"/>
                <a:gd name="T27" fmla="*/ 910 h 1478"/>
                <a:gd name="T28" fmla="*/ 794 w 908"/>
                <a:gd name="T29" fmla="*/ 682 h 1478"/>
                <a:gd name="T30" fmla="*/ 567 w 908"/>
                <a:gd name="T31" fmla="*/ 682 h 1478"/>
                <a:gd name="T32" fmla="*/ 567 w 908"/>
                <a:gd name="T33" fmla="*/ 910 h 1478"/>
                <a:gd name="T34" fmla="*/ 340 w 908"/>
                <a:gd name="T35" fmla="*/ 682 h 1478"/>
                <a:gd name="T36" fmla="*/ 567 w 908"/>
                <a:gd name="T37" fmla="*/ 796 h 1478"/>
                <a:gd name="T38" fmla="*/ 567 w 908"/>
                <a:gd name="T39" fmla="*/ 569 h 1478"/>
                <a:gd name="T40" fmla="*/ 681 w 908"/>
                <a:gd name="T41" fmla="*/ 455 h 1478"/>
                <a:gd name="T42" fmla="*/ 681 w 908"/>
                <a:gd name="T43" fmla="*/ 228 h 1478"/>
                <a:gd name="T44" fmla="*/ 681 w 908"/>
                <a:gd name="T45" fmla="*/ 455 h 1478"/>
                <a:gd name="T46" fmla="*/ 567 w 908"/>
                <a:gd name="T47" fmla="*/ 228 h 1478"/>
                <a:gd name="T48" fmla="*/ 794 w 908"/>
                <a:gd name="T49" fmla="*/ 114 h 1478"/>
                <a:gd name="T50" fmla="*/ 567 w 908"/>
                <a:gd name="T51" fmla="*/ 341 h 1478"/>
                <a:gd name="T52" fmla="*/ 908 w 908"/>
                <a:gd name="T53" fmla="*/ 228 h 1478"/>
                <a:gd name="T54" fmla="*/ 794 w 908"/>
                <a:gd name="T55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08" h="1478">
                  <a:moveTo>
                    <a:pt x="681" y="1251"/>
                  </a:moveTo>
                  <a:lnTo>
                    <a:pt x="567" y="1365"/>
                  </a:lnTo>
                  <a:lnTo>
                    <a:pt x="454" y="1478"/>
                  </a:lnTo>
                  <a:lnTo>
                    <a:pt x="227" y="1251"/>
                  </a:lnTo>
                  <a:lnTo>
                    <a:pt x="227" y="1137"/>
                  </a:lnTo>
                  <a:lnTo>
                    <a:pt x="0" y="1023"/>
                  </a:lnTo>
                  <a:lnTo>
                    <a:pt x="227" y="1137"/>
                  </a:lnTo>
                  <a:lnTo>
                    <a:pt x="340" y="1023"/>
                  </a:lnTo>
                  <a:lnTo>
                    <a:pt x="567" y="1137"/>
                  </a:lnTo>
                  <a:lnTo>
                    <a:pt x="681" y="1023"/>
                  </a:lnTo>
                  <a:lnTo>
                    <a:pt x="567" y="1251"/>
                  </a:lnTo>
                  <a:lnTo>
                    <a:pt x="681" y="910"/>
                  </a:lnTo>
                  <a:lnTo>
                    <a:pt x="681" y="1251"/>
                  </a:lnTo>
                  <a:lnTo>
                    <a:pt x="681" y="910"/>
                  </a:lnTo>
                  <a:lnTo>
                    <a:pt x="794" y="682"/>
                  </a:lnTo>
                  <a:lnTo>
                    <a:pt x="567" y="682"/>
                  </a:lnTo>
                  <a:lnTo>
                    <a:pt x="567" y="910"/>
                  </a:lnTo>
                  <a:lnTo>
                    <a:pt x="340" y="682"/>
                  </a:lnTo>
                  <a:lnTo>
                    <a:pt x="567" y="796"/>
                  </a:lnTo>
                  <a:lnTo>
                    <a:pt x="567" y="569"/>
                  </a:lnTo>
                  <a:lnTo>
                    <a:pt x="681" y="455"/>
                  </a:lnTo>
                  <a:lnTo>
                    <a:pt x="681" y="228"/>
                  </a:lnTo>
                  <a:lnTo>
                    <a:pt x="681" y="455"/>
                  </a:lnTo>
                  <a:lnTo>
                    <a:pt x="567" y="228"/>
                  </a:lnTo>
                  <a:lnTo>
                    <a:pt x="794" y="114"/>
                  </a:lnTo>
                  <a:lnTo>
                    <a:pt x="567" y="341"/>
                  </a:lnTo>
                  <a:lnTo>
                    <a:pt x="908" y="228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CCFF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Oval 108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109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Oval 1091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1092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Oval 1093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1094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Oval 1095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1096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1097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1098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Oval 1099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1100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Oval 1101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1102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Oval 1103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1104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Oval 1105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1106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Oval 1107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1108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1109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1110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1111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1112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111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111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Oval 1115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1116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Oval 1117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1118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Oval 1119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1120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Oval 1121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1122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Oval 1123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124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1125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126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Oval 1127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1128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Oval 1129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1130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Oval 1131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1132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Oval 1133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1134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1135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136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Oval 1137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138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Oval 1139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140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1141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142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1143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144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1145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146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147"/>
            <p:cNvSpPr>
              <a:spLocks/>
            </p:cNvSpPr>
            <p:nvPr/>
          </p:nvSpPr>
          <p:spPr bwMode="auto">
            <a:xfrm>
              <a:off x="2738" y="2195"/>
              <a:ext cx="1021" cy="1023"/>
            </a:xfrm>
            <a:custGeom>
              <a:avLst/>
              <a:gdLst>
                <a:gd name="T0" fmla="*/ 227 w 1021"/>
                <a:gd name="T1" fmla="*/ 0 h 1023"/>
                <a:gd name="T2" fmla="*/ 454 w 1021"/>
                <a:gd name="T3" fmla="*/ 114 h 1023"/>
                <a:gd name="T4" fmla="*/ 680 w 1021"/>
                <a:gd name="T5" fmla="*/ 0 h 1023"/>
                <a:gd name="T6" fmla="*/ 454 w 1021"/>
                <a:gd name="T7" fmla="*/ 227 h 1023"/>
                <a:gd name="T8" fmla="*/ 454 w 1021"/>
                <a:gd name="T9" fmla="*/ 455 h 1023"/>
                <a:gd name="T10" fmla="*/ 340 w 1021"/>
                <a:gd name="T11" fmla="*/ 227 h 1023"/>
                <a:gd name="T12" fmla="*/ 340 w 1021"/>
                <a:gd name="T13" fmla="*/ 455 h 1023"/>
                <a:gd name="T14" fmla="*/ 454 w 1021"/>
                <a:gd name="T15" fmla="*/ 568 h 1023"/>
                <a:gd name="T16" fmla="*/ 227 w 1021"/>
                <a:gd name="T17" fmla="*/ 682 h 1023"/>
                <a:gd name="T18" fmla="*/ 0 w 1021"/>
                <a:gd name="T19" fmla="*/ 568 h 1023"/>
                <a:gd name="T20" fmla="*/ 113 w 1021"/>
                <a:gd name="T21" fmla="*/ 796 h 1023"/>
                <a:gd name="T22" fmla="*/ 227 w 1021"/>
                <a:gd name="T23" fmla="*/ 1023 h 1023"/>
                <a:gd name="T24" fmla="*/ 567 w 1021"/>
                <a:gd name="T25" fmla="*/ 909 h 1023"/>
                <a:gd name="T26" fmla="*/ 680 w 1021"/>
                <a:gd name="T27" fmla="*/ 1023 h 1023"/>
                <a:gd name="T28" fmla="*/ 1021 w 1021"/>
                <a:gd name="T29" fmla="*/ 1023 h 1023"/>
                <a:gd name="T30" fmla="*/ 1021 w 1021"/>
                <a:gd name="T31" fmla="*/ 682 h 1023"/>
                <a:gd name="T32" fmla="*/ 1021 w 1021"/>
                <a:gd name="T33" fmla="*/ 796 h 1023"/>
                <a:gd name="T34" fmla="*/ 1021 w 1021"/>
                <a:gd name="T35" fmla="*/ 682 h 1023"/>
                <a:gd name="T36" fmla="*/ 1021 w 1021"/>
                <a:gd name="T37" fmla="*/ 796 h 1023"/>
                <a:gd name="T38" fmla="*/ 1021 w 1021"/>
                <a:gd name="T39" fmla="*/ 796 h 1023"/>
                <a:gd name="T40" fmla="*/ 794 w 1021"/>
                <a:gd name="T41" fmla="*/ 1023 h 1023"/>
                <a:gd name="T42" fmla="*/ 907 w 1021"/>
                <a:gd name="T43" fmla="*/ 796 h 1023"/>
                <a:gd name="T44" fmla="*/ 907 w 1021"/>
                <a:gd name="T45" fmla="*/ 1023 h 1023"/>
                <a:gd name="T46" fmla="*/ 1021 w 1021"/>
                <a:gd name="T47" fmla="*/ 796 h 1023"/>
                <a:gd name="T48" fmla="*/ 1021 w 1021"/>
                <a:gd name="T49" fmla="*/ 796 h 1023"/>
                <a:gd name="T50" fmla="*/ 1021 w 1021"/>
                <a:gd name="T51" fmla="*/ 455 h 1023"/>
                <a:gd name="T52" fmla="*/ 794 w 1021"/>
                <a:gd name="T53" fmla="*/ 455 h 1023"/>
                <a:gd name="T54" fmla="*/ 567 w 1021"/>
                <a:gd name="T55" fmla="*/ 568 h 1023"/>
                <a:gd name="T56" fmla="*/ 680 w 1021"/>
                <a:gd name="T57" fmla="*/ 341 h 1023"/>
                <a:gd name="T58" fmla="*/ 907 w 1021"/>
                <a:gd name="T59" fmla="*/ 227 h 1023"/>
                <a:gd name="T60" fmla="*/ 680 w 1021"/>
                <a:gd name="T61" fmla="*/ 341 h 1023"/>
                <a:gd name="T62" fmla="*/ 794 w 1021"/>
                <a:gd name="T63" fmla="*/ 568 h 1023"/>
                <a:gd name="T64" fmla="*/ 907 w 1021"/>
                <a:gd name="T65" fmla="*/ 796 h 1023"/>
                <a:gd name="T66" fmla="*/ 907 w 1021"/>
                <a:gd name="T67" fmla="*/ 1023 h 1023"/>
                <a:gd name="T68" fmla="*/ 794 w 1021"/>
                <a:gd name="T69" fmla="*/ 796 h 1023"/>
                <a:gd name="T70" fmla="*/ 567 w 1021"/>
                <a:gd name="T71" fmla="*/ 909 h 1023"/>
                <a:gd name="T72" fmla="*/ 340 w 1021"/>
                <a:gd name="T73" fmla="*/ 1023 h 1023"/>
                <a:gd name="T74" fmla="*/ 340 w 1021"/>
                <a:gd name="T75" fmla="*/ 1023 h 1023"/>
                <a:gd name="T76" fmla="*/ 680 w 1021"/>
                <a:gd name="T77" fmla="*/ 1023 h 1023"/>
                <a:gd name="T78" fmla="*/ 454 w 1021"/>
                <a:gd name="T79" fmla="*/ 796 h 1023"/>
                <a:gd name="T80" fmla="*/ 567 w 1021"/>
                <a:gd name="T81" fmla="*/ 568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1" h="1023">
                  <a:moveTo>
                    <a:pt x="227" y="0"/>
                  </a:moveTo>
                  <a:lnTo>
                    <a:pt x="454" y="114"/>
                  </a:lnTo>
                  <a:lnTo>
                    <a:pt x="680" y="0"/>
                  </a:lnTo>
                  <a:lnTo>
                    <a:pt x="454" y="227"/>
                  </a:lnTo>
                  <a:lnTo>
                    <a:pt x="454" y="455"/>
                  </a:lnTo>
                  <a:lnTo>
                    <a:pt x="340" y="227"/>
                  </a:lnTo>
                  <a:lnTo>
                    <a:pt x="340" y="455"/>
                  </a:lnTo>
                  <a:lnTo>
                    <a:pt x="454" y="568"/>
                  </a:lnTo>
                  <a:lnTo>
                    <a:pt x="227" y="682"/>
                  </a:lnTo>
                  <a:lnTo>
                    <a:pt x="0" y="568"/>
                  </a:lnTo>
                  <a:lnTo>
                    <a:pt x="113" y="796"/>
                  </a:lnTo>
                  <a:lnTo>
                    <a:pt x="227" y="1023"/>
                  </a:lnTo>
                  <a:lnTo>
                    <a:pt x="567" y="909"/>
                  </a:lnTo>
                  <a:lnTo>
                    <a:pt x="680" y="1023"/>
                  </a:lnTo>
                  <a:lnTo>
                    <a:pt x="1021" y="1023"/>
                  </a:lnTo>
                  <a:lnTo>
                    <a:pt x="1021" y="682"/>
                  </a:lnTo>
                  <a:lnTo>
                    <a:pt x="1021" y="796"/>
                  </a:lnTo>
                  <a:lnTo>
                    <a:pt x="1021" y="682"/>
                  </a:lnTo>
                  <a:lnTo>
                    <a:pt x="1021" y="796"/>
                  </a:lnTo>
                  <a:lnTo>
                    <a:pt x="1021" y="796"/>
                  </a:lnTo>
                  <a:lnTo>
                    <a:pt x="794" y="1023"/>
                  </a:lnTo>
                  <a:lnTo>
                    <a:pt x="907" y="796"/>
                  </a:lnTo>
                  <a:lnTo>
                    <a:pt x="907" y="1023"/>
                  </a:lnTo>
                  <a:lnTo>
                    <a:pt x="1021" y="796"/>
                  </a:lnTo>
                  <a:lnTo>
                    <a:pt x="1021" y="796"/>
                  </a:lnTo>
                  <a:lnTo>
                    <a:pt x="1021" y="455"/>
                  </a:lnTo>
                  <a:lnTo>
                    <a:pt x="794" y="455"/>
                  </a:lnTo>
                  <a:lnTo>
                    <a:pt x="567" y="568"/>
                  </a:lnTo>
                  <a:lnTo>
                    <a:pt x="680" y="341"/>
                  </a:lnTo>
                  <a:lnTo>
                    <a:pt x="907" y="227"/>
                  </a:lnTo>
                  <a:lnTo>
                    <a:pt x="680" y="341"/>
                  </a:lnTo>
                  <a:lnTo>
                    <a:pt x="794" y="568"/>
                  </a:lnTo>
                  <a:lnTo>
                    <a:pt x="907" y="796"/>
                  </a:lnTo>
                  <a:lnTo>
                    <a:pt x="907" y="1023"/>
                  </a:lnTo>
                  <a:lnTo>
                    <a:pt x="794" y="796"/>
                  </a:lnTo>
                  <a:lnTo>
                    <a:pt x="567" y="909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680" y="1023"/>
                  </a:lnTo>
                  <a:lnTo>
                    <a:pt x="454" y="796"/>
                  </a:lnTo>
                  <a:lnTo>
                    <a:pt x="567" y="568"/>
                  </a:lnTo>
                </a:path>
              </a:pathLst>
            </a:custGeom>
            <a:noFill/>
            <a:ln w="28575" cap="flat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Oval 114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14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Oval 1150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1151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Oval 1152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1153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Oval 1154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1155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Oval 1156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1157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Oval 1158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1159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Oval 1160"/>
            <p:cNvSpPr>
              <a:spLocks noChangeArrowheads="1"/>
            </p:cNvSpPr>
            <p:nvPr/>
          </p:nvSpPr>
          <p:spPr bwMode="auto">
            <a:xfrm>
              <a:off x="3059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1161"/>
            <p:cNvSpPr>
              <a:spLocks noEditPoints="1"/>
            </p:cNvSpPr>
            <p:nvPr/>
          </p:nvSpPr>
          <p:spPr bwMode="auto">
            <a:xfrm>
              <a:off x="3050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Oval 1162"/>
            <p:cNvSpPr>
              <a:spLocks noChangeArrowheads="1"/>
            </p:cNvSpPr>
            <p:nvPr/>
          </p:nvSpPr>
          <p:spPr bwMode="auto">
            <a:xfrm>
              <a:off x="3173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1163"/>
            <p:cNvSpPr>
              <a:spLocks noEditPoints="1"/>
            </p:cNvSpPr>
            <p:nvPr/>
          </p:nvSpPr>
          <p:spPr bwMode="auto">
            <a:xfrm>
              <a:off x="316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Oval 1164"/>
            <p:cNvSpPr>
              <a:spLocks noChangeArrowheads="1"/>
            </p:cNvSpPr>
            <p:nvPr/>
          </p:nvSpPr>
          <p:spPr bwMode="auto">
            <a:xfrm>
              <a:off x="2946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1165"/>
            <p:cNvSpPr>
              <a:spLocks noEditPoints="1"/>
            </p:cNvSpPr>
            <p:nvPr/>
          </p:nvSpPr>
          <p:spPr bwMode="auto">
            <a:xfrm>
              <a:off x="293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Oval 1166"/>
            <p:cNvSpPr>
              <a:spLocks noChangeArrowheads="1"/>
            </p:cNvSpPr>
            <p:nvPr/>
          </p:nvSpPr>
          <p:spPr bwMode="auto">
            <a:xfrm>
              <a:off x="2719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1167"/>
            <p:cNvSpPr>
              <a:spLocks noEditPoints="1"/>
            </p:cNvSpPr>
            <p:nvPr/>
          </p:nvSpPr>
          <p:spPr bwMode="auto">
            <a:xfrm>
              <a:off x="271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Oval 1168"/>
            <p:cNvSpPr>
              <a:spLocks noChangeArrowheads="1"/>
            </p:cNvSpPr>
            <p:nvPr/>
          </p:nvSpPr>
          <p:spPr bwMode="auto">
            <a:xfrm>
              <a:off x="2833" y="2972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1169"/>
            <p:cNvSpPr>
              <a:spLocks noEditPoints="1"/>
            </p:cNvSpPr>
            <p:nvPr/>
          </p:nvSpPr>
          <p:spPr bwMode="auto">
            <a:xfrm>
              <a:off x="2823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Oval 1170"/>
            <p:cNvSpPr>
              <a:spLocks noChangeArrowheads="1"/>
            </p:cNvSpPr>
            <p:nvPr/>
          </p:nvSpPr>
          <p:spPr bwMode="auto">
            <a:xfrm>
              <a:off x="2946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1171"/>
            <p:cNvSpPr>
              <a:spLocks noEditPoints="1"/>
            </p:cNvSpPr>
            <p:nvPr/>
          </p:nvSpPr>
          <p:spPr bwMode="auto">
            <a:xfrm>
              <a:off x="2937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Oval 1172"/>
            <p:cNvSpPr>
              <a:spLocks noChangeArrowheads="1"/>
            </p:cNvSpPr>
            <p:nvPr/>
          </p:nvSpPr>
          <p:spPr bwMode="auto">
            <a:xfrm>
              <a:off x="3286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1173"/>
            <p:cNvSpPr>
              <a:spLocks noEditPoints="1"/>
            </p:cNvSpPr>
            <p:nvPr/>
          </p:nvSpPr>
          <p:spPr bwMode="auto">
            <a:xfrm>
              <a:off x="327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Oval 1174"/>
            <p:cNvSpPr>
              <a:spLocks noChangeArrowheads="1"/>
            </p:cNvSpPr>
            <p:nvPr/>
          </p:nvSpPr>
          <p:spPr bwMode="auto">
            <a:xfrm>
              <a:off x="3400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1175"/>
            <p:cNvSpPr>
              <a:spLocks noEditPoints="1"/>
            </p:cNvSpPr>
            <p:nvPr/>
          </p:nvSpPr>
          <p:spPr bwMode="auto">
            <a:xfrm>
              <a:off x="339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Oval 1176"/>
            <p:cNvSpPr>
              <a:spLocks noChangeArrowheads="1"/>
            </p:cNvSpPr>
            <p:nvPr/>
          </p:nvSpPr>
          <p:spPr bwMode="auto">
            <a:xfrm>
              <a:off x="3740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1177"/>
            <p:cNvSpPr>
              <a:spLocks noEditPoints="1"/>
            </p:cNvSpPr>
            <p:nvPr/>
          </p:nvSpPr>
          <p:spPr bwMode="auto">
            <a:xfrm>
              <a:off x="373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Oval 1178"/>
            <p:cNvSpPr>
              <a:spLocks noChangeArrowheads="1"/>
            </p:cNvSpPr>
            <p:nvPr/>
          </p:nvSpPr>
          <p:spPr bwMode="auto">
            <a:xfrm>
              <a:off x="3740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1179"/>
            <p:cNvSpPr>
              <a:spLocks noEditPoints="1"/>
            </p:cNvSpPr>
            <p:nvPr/>
          </p:nvSpPr>
          <p:spPr bwMode="auto">
            <a:xfrm>
              <a:off x="373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Oval 1180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1181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Oval 1182"/>
            <p:cNvSpPr>
              <a:spLocks noChangeArrowheads="1"/>
            </p:cNvSpPr>
            <p:nvPr/>
          </p:nvSpPr>
          <p:spPr bwMode="auto">
            <a:xfrm>
              <a:off x="3740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1183"/>
            <p:cNvSpPr>
              <a:spLocks noEditPoints="1"/>
            </p:cNvSpPr>
            <p:nvPr/>
          </p:nvSpPr>
          <p:spPr bwMode="auto">
            <a:xfrm>
              <a:off x="373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Oval 1184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1185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Oval 1186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1187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Oval 1188"/>
            <p:cNvSpPr>
              <a:spLocks noChangeArrowheads="1"/>
            </p:cNvSpPr>
            <p:nvPr/>
          </p:nvSpPr>
          <p:spPr bwMode="auto">
            <a:xfrm>
              <a:off x="3513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1189"/>
            <p:cNvSpPr>
              <a:spLocks noEditPoints="1"/>
            </p:cNvSpPr>
            <p:nvPr/>
          </p:nvSpPr>
          <p:spPr bwMode="auto">
            <a:xfrm>
              <a:off x="3504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Oval 1190"/>
            <p:cNvSpPr>
              <a:spLocks noChangeArrowheads="1"/>
            </p:cNvSpPr>
            <p:nvPr/>
          </p:nvSpPr>
          <p:spPr bwMode="auto">
            <a:xfrm>
              <a:off x="3627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1191"/>
            <p:cNvSpPr>
              <a:spLocks noEditPoints="1"/>
            </p:cNvSpPr>
            <p:nvPr/>
          </p:nvSpPr>
          <p:spPr bwMode="auto">
            <a:xfrm>
              <a:off x="3617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Oval 1192"/>
            <p:cNvSpPr>
              <a:spLocks noChangeArrowheads="1"/>
            </p:cNvSpPr>
            <p:nvPr/>
          </p:nvSpPr>
          <p:spPr bwMode="auto">
            <a:xfrm>
              <a:off x="3627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1193"/>
            <p:cNvSpPr>
              <a:spLocks noEditPoints="1"/>
            </p:cNvSpPr>
            <p:nvPr/>
          </p:nvSpPr>
          <p:spPr bwMode="auto">
            <a:xfrm>
              <a:off x="3617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Oval 1194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1195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Oval 1196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1197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Oval 1198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1199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Oval 1200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1201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Oval 1202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1203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Oval 1204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1205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Oval 1206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1207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Oval 1208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1209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411"/>
          <p:cNvGrpSpPr>
            <a:grpSpLocks/>
          </p:cNvGrpSpPr>
          <p:nvPr/>
        </p:nvGrpSpPr>
        <p:grpSpPr bwMode="auto">
          <a:xfrm>
            <a:off x="3625850" y="1374776"/>
            <a:ext cx="2205038" cy="3778250"/>
            <a:chOff x="2284" y="866"/>
            <a:chExt cx="1389" cy="2380"/>
          </a:xfrm>
        </p:grpSpPr>
        <p:sp>
          <p:nvSpPr>
            <p:cNvPr id="334" name="Oval 1211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212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Oval 1213"/>
            <p:cNvSpPr>
              <a:spLocks noChangeArrowheads="1"/>
            </p:cNvSpPr>
            <p:nvPr/>
          </p:nvSpPr>
          <p:spPr bwMode="auto">
            <a:xfrm>
              <a:off x="3627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214"/>
            <p:cNvSpPr>
              <a:spLocks noEditPoints="1"/>
            </p:cNvSpPr>
            <p:nvPr/>
          </p:nvSpPr>
          <p:spPr bwMode="auto">
            <a:xfrm>
              <a:off x="3617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Oval 1215"/>
            <p:cNvSpPr>
              <a:spLocks noChangeArrowheads="1"/>
            </p:cNvSpPr>
            <p:nvPr/>
          </p:nvSpPr>
          <p:spPr bwMode="auto">
            <a:xfrm>
              <a:off x="3627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1216"/>
            <p:cNvSpPr>
              <a:spLocks noEditPoints="1"/>
            </p:cNvSpPr>
            <p:nvPr/>
          </p:nvSpPr>
          <p:spPr bwMode="auto">
            <a:xfrm>
              <a:off x="3617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Oval 1217"/>
            <p:cNvSpPr>
              <a:spLocks noChangeArrowheads="1"/>
            </p:cNvSpPr>
            <p:nvPr/>
          </p:nvSpPr>
          <p:spPr bwMode="auto">
            <a:xfrm>
              <a:off x="3513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218"/>
            <p:cNvSpPr>
              <a:spLocks noEditPoints="1"/>
            </p:cNvSpPr>
            <p:nvPr/>
          </p:nvSpPr>
          <p:spPr bwMode="auto">
            <a:xfrm>
              <a:off x="350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Oval 1219"/>
            <p:cNvSpPr>
              <a:spLocks noChangeArrowheads="1"/>
            </p:cNvSpPr>
            <p:nvPr/>
          </p:nvSpPr>
          <p:spPr bwMode="auto">
            <a:xfrm>
              <a:off x="3286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220"/>
            <p:cNvSpPr>
              <a:spLocks noEditPoints="1"/>
            </p:cNvSpPr>
            <p:nvPr/>
          </p:nvSpPr>
          <p:spPr bwMode="auto">
            <a:xfrm>
              <a:off x="327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Oval 1221"/>
            <p:cNvSpPr>
              <a:spLocks noChangeArrowheads="1"/>
            </p:cNvSpPr>
            <p:nvPr/>
          </p:nvSpPr>
          <p:spPr bwMode="auto">
            <a:xfrm>
              <a:off x="3059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222"/>
            <p:cNvSpPr>
              <a:spLocks noEditPoints="1"/>
            </p:cNvSpPr>
            <p:nvPr/>
          </p:nvSpPr>
          <p:spPr bwMode="auto">
            <a:xfrm>
              <a:off x="3050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Oval 1223"/>
            <p:cNvSpPr>
              <a:spLocks noChangeArrowheads="1"/>
            </p:cNvSpPr>
            <p:nvPr/>
          </p:nvSpPr>
          <p:spPr bwMode="auto">
            <a:xfrm>
              <a:off x="3059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224"/>
            <p:cNvSpPr>
              <a:spLocks noEditPoints="1"/>
            </p:cNvSpPr>
            <p:nvPr/>
          </p:nvSpPr>
          <p:spPr bwMode="auto">
            <a:xfrm>
              <a:off x="3050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Oval 1225"/>
            <p:cNvSpPr>
              <a:spLocks noChangeArrowheads="1"/>
            </p:cNvSpPr>
            <p:nvPr/>
          </p:nvSpPr>
          <p:spPr bwMode="auto">
            <a:xfrm>
              <a:off x="3400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226"/>
            <p:cNvSpPr>
              <a:spLocks noEditPoints="1"/>
            </p:cNvSpPr>
            <p:nvPr/>
          </p:nvSpPr>
          <p:spPr bwMode="auto">
            <a:xfrm>
              <a:off x="339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1227"/>
            <p:cNvSpPr>
              <a:spLocks noChangeArrowheads="1"/>
            </p:cNvSpPr>
            <p:nvPr/>
          </p:nvSpPr>
          <p:spPr bwMode="auto">
            <a:xfrm>
              <a:off x="3173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228"/>
            <p:cNvSpPr>
              <a:spLocks noEditPoints="1"/>
            </p:cNvSpPr>
            <p:nvPr/>
          </p:nvSpPr>
          <p:spPr bwMode="auto">
            <a:xfrm>
              <a:off x="316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1229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230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Oval 123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23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233"/>
            <p:cNvSpPr>
              <a:spLocks/>
            </p:cNvSpPr>
            <p:nvPr/>
          </p:nvSpPr>
          <p:spPr bwMode="auto">
            <a:xfrm>
              <a:off x="2397" y="944"/>
              <a:ext cx="568" cy="1706"/>
            </a:xfrm>
            <a:custGeom>
              <a:avLst/>
              <a:gdLst>
                <a:gd name="T0" fmla="*/ 568 w 568"/>
                <a:gd name="T1" fmla="*/ 1251 h 1706"/>
                <a:gd name="T2" fmla="*/ 341 w 568"/>
                <a:gd name="T3" fmla="*/ 1478 h 1706"/>
                <a:gd name="T4" fmla="*/ 227 w 568"/>
                <a:gd name="T5" fmla="*/ 1706 h 1706"/>
                <a:gd name="T6" fmla="*/ 341 w 568"/>
                <a:gd name="T7" fmla="*/ 1478 h 1706"/>
                <a:gd name="T8" fmla="*/ 568 w 568"/>
                <a:gd name="T9" fmla="*/ 1592 h 1706"/>
                <a:gd name="T10" fmla="*/ 341 w 568"/>
                <a:gd name="T11" fmla="*/ 1478 h 1706"/>
                <a:gd name="T12" fmla="*/ 227 w 568"/>
                <a:gd name="T13" fmla="*/ 1251 h 1706"/>
                <a:gd name="T14" fmla="*/ 0 w 568"/>
                <a:gd name="T15" fmla="*/ 1137 h 1706"/>
                <a:gd name="T16" fmla="*/ 227 w 568"/>
                <a:gd name="T17" fmla="*/ 1251 h 1706"/>
                <a:gd name="T18" fmla="*/ 341 w 568"/>
                <a:gd name="T19" fmla="*/ 1023 h 1706"/>
                <a:gd name="T20" fmla="*/ 568 w 568"/>
                <a:gd name="T21" fmla="*/ 796 h 1706"/>
                <a:gd name="T22" fmla="*/ 341 w 568"/>
                <a:gd name="T23" fmla="*/ 682 h 1706"/>
                <a:gd name="T24" fmla="*/ 568 w 568"/>
                <a:gd name="T25" fmla="*/ 569 h 1706"/>
                <a:gd name="T26" fmla="*/ 341 w 568"/>
                <a:gd name="T27" fmla="*/ 682 h 1706"/>
                <a:gd name="T28" fmla="*/ 227 w 568"/>
                <a:gd name="T29" fmla="*/ 910 h 1706"/>
                <a:gd name="T30" fmla="*/ 341 w 568"/>
                <a:gd name="T31" fmla="*/ 682 h 1706"/>
                <a:gd name="T32" fmla="*/ 341 w 568"/>
                <a:gd name="T33" fmla="*/ 455 h 1706"/>
                <a:gd name="T34" fmla="*/ 114 w 568"/>
                <a:gd name="T35" fmla="*/ 228 h 1706"/>
                <a:gd name="T36" fmla="*/ 341 w 568"/>
                <a:gd name="T37" fmla="*/ 0 h 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8" h="1706">
                  <a:moveTo>
                    <a:pt x="568" y="1251"/>
                  </a:moveTo>
                  <a:lnTo>
                    <a:pt x="341" y="1478"/>
                  </a:lnTo>
                  <a:lnTo>
                    <a:pt x="227" y="1706"/>
                  </a:lnTo>
                  <a:lnTo>
                    <a:pt x="341" y="1478"/>
                  </a:lnTo>
                  <a:lnTo>
                    <a:pt x="568" y="1592"/>
                  </a:lnTo>
                  <a:lnTo>
                    <a:pt x="341" y="1478"/>
                  </a:lnTo>
                  <a:lnTo>
                    <a:pt x="227" y="1251"/>
                  </a:lnTo>
                  <a:lnTo>
                    <a:pt x="0" y="1137"/>
                  </a:lnTo>
                  <a:lnTo>
                    <a:pt x="227" y="1251"/>
                  </a:lnTo>
                  <a:lnTo>
                    <a:pt x="341" y="1023"/>
                  </a:lnTo>
                  <a:lnTo>
                    <a:pt x="568" y="796"/>
                  </a:lnTo>
                  <a:lnTo>
                    <a:pt x="341" y="682"/>
                  </a:lnTo>
                  <a:lnTo>
                    <a:pt x="568" y="569"/>
                  </a:lnTo>
                  <a:lnTo>
                    <a:pt x="341" y="682"/>
                  </a:lnTo>
                  <a:lnTo>
                    <a:pt x="227" y="910"/>
                  </a:lnTo>
                  <a:lnTo>
                    <a:pt x="341" y="682"/>
                  </a:lnTo>
                  <a:lnTo>
                    <a:pt x="341" y="455"/>
                  </a:lnTo>
                  <a:lnTo>
                    <a:pt x="114" y="228"/>
                  </a:lnTo>
                  <a:lnTo>
                    <a:pt x="341" y="0"/>
                  </a:lnTo>
                </a:path>
              </a:pathLst>
            </a:custGeom>
            <a:noFill/>
            <a:ln w="28575" cap="flat">
              <a:solidFill>
                <a:srgbClr val="FF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Oval 1234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1235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Oval 1236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1237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Oval 1238"/>
            <p:cNvSpPr>
              <a:spLocks noChangeArrowheads="1"/>
            </p:cNvSpPr>
            <p:nvPr/>
          </p:nvSpPr>
          <p:spPr bwMode="auto">
            <a:xfrm>
              <a:off x="2606" y="2631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1239"/>
            <p:cNvSpPr>
              <a:spLocks noEditPoints="1"/>
            </p:cNvSpPr>
            <p:nvPr/>
          </p:nvSpPr>
          <p:spPr bwMode="auto">
            <a:xfrm>
              <a:off x="259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Oval 1240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1241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1242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1243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Oval 1244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1245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1246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1247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1248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249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Oval 1250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251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Oval 1252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253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1254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255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1256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257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Oval 1258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259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1260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261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Oval 1262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263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1264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265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1266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267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Oval 1268"/>
            <p:cNvSpPr>
              <a:spLocks noChangeArrowheads="1"/>
            </p:cNvSpPr>
            <p:nvPr/>
          </p:nvSpPr>
          <p:spPr bwMode="auto">
            <a:xfrm>
              <a:off x="2492" y="115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269"/>
            <p:cNvSpPr>
              <a:spLocks noEditPoints="1"/>
            </p:cNvSpPr>
            <p:nvPr/>
          </p:nvSpPr>
          <p:spPr bwMode="auto">
            <a:xfrm>
              <a:off x="2483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Oval 1270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71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Oval 127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7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74"/>
            <p:cNvSpPr>
              <a:spLocks/>
            </p:cNvSpPr>
            <p:nvPr/>
          </p:nvSpPr>
          <p:spPr bwMode="auto">
            <a:xfrm>
              <a:off x="2397" y="1058"/>
              <a:ext cx="908" cy="1705"/>
            </a:xfrm>
            <a:custGeom>
              <a:avLst/>
              <a:gdLst>
                <a:gd name="T0" fmla="*/ 568 w 908"/>
                <a:gd name="T1" fmla="*/ 1137 h 1705"/>
                <a:gd name="T2" fmla="*/ 454 w 908"/>
                <a:gd name="T3" fmla="*/ 909 h 1705"/>
                <a:gd name="T4" fmla="*/ 681 w 908"/>
                <a:gd name="T5" fmla="*/ 1137 h 1705"/>
                <a:gd name="T6" fmla="*/ 568 w 908"/>
                <a:gd name="T7" fmla="*/ 1364 h 1705"/>
                <a:gd name="T8" fmla="*/ 568 w 908"/>
                <a:gd name="T9" fmla="*/ 1137 h 1705"/>
                <a:gd name="T10" fmla="*/ 341 w 908"/>
                <a:gd name="T11" fmla="*/ 1137 h 1705"/>
                <a:gd name="T12" fmla="*/ 568 w 908"/>
                <a:gd name="T13" fmla="*/ 1137 h 1705"/>
                <a:gd name="T14" fmla="*/ 341 w 908"/>
                <a:gd name="T15" fmla="*/ 1251 h 1705"/>
                <a:gd name="T16" fmla="*/ 114 w 908"/>
                <a:gd name="T17" fmla="*/ 1251 h 1705"/>
                <a:gd name="T18" fmla="*/ 114 w 908"/>
                <a:gd name="T19" fmla="*/ 1478 h 1705"/>
                <a:gd name="T20" fmla="*/ 341 w 908"/>
                <a:gd name="T21" fmla="*/ 1478 h 1705"/>
                <a:gd name="T22" fmla="*/ 568 w 908"/>
                <a:gd name="T23" fmla="*/ 1251 h 1705"/>
                <a:gd name="T24" fmla="*/ 454 w 908"/>
                <a:gd name="T25" fmla="*/ 1478 h 1705"/>
                <a:gd name="T26" fmla="*/ 454 w 908"/>
                <a:gd name="T27" fmla="*/ 1251 h 1705"/>
                <a:gd name="T28" fmla="*/ 908 w 908"/>
                <a:gd name="T29" fmla="*/ 1705 h 1705"/>
                <a:gd name="T30" fmla="*/ 114 w 908"/>
                <a:gd name="T31" fmla="*/ 796 h 1705"/>
                <a:gd name="T32" fmla="*/ 227 w 908"/>
                <a:gd name="T33" fmla="*/ 1023 h 1705"/>
                <a:gd name="T34" fmla="*/ 114 w 908"/>
                <a:gd name="T35" fmla="*/ 1251 h 1705"/>
                <a:gd name="T36" fmla="*/ 341 w 908"/>
                <a:gd name="T37" fmla="*/ 1251 h 1705"/>
                <a:gd name="T38" fmla="*/ 341 w 908"/>
                <a:gd name="T39" fmla="*/ 1023 h 1705"/>
                <a:gd name="T40" fmla="*/ 114 w 908"/>
                <a:gd name="T41" fmla="*/ 1251 h 1705"/>
                <a:gd name="T42" fmla="*/ 341 w 908"/>
                <a:gd name="T43" fmla="*/ 1023 h 1705"/>
                <a:gd name="T44" fmla="*/ 114 w 908"/>
                <a:gd name="T45" fmla="*/ 1023 h 1705"/>
                <a:gd name="T46" fmla="*/ 0 w 908"/>
                <a:gd name="T47" fmla="*/ 1251 h 1705"/>
                <a:gd name="T48" fmla="*/ 227 w 908"/>
                <a:gd name="T49" fmla="*/ 1364 h 1705"/>
                <a:gd name="T50" fmla="*/ 341 w 908"/>
                <a:gd name="T51" fmla="*/ 1137 h 1705"/>
                <a:gd name="T52" fmla="*/ 227 w 908"/>
                <a:gd name="T53" fmla="*/ 909 h 1705"/>
                <a:gd name="T54" fmla="*/ 114 w 908"/>
                <a:gd name="T55" fmla="*/ 682 h 1705"/>
                <a:gd name="T56" fmla="*/ 114 w 908"/>
                <a:gd name="T57" fmla="*/ 455 h 1705"/>
                <a:gd name="T58" fmla="*/ 341 w 908"/>
                <a:gd name="T59" fmla="*/ 341 h 1705"/>
                <a:gd name="T60" fmla="*/ 341 w 908"/>
                <a:gd name="T61" fmla="*/ 568 h 1705"/>
                <a:gd name="T62" fmla="*/ 341 w 908"/>
                <a:gd name="T63" fmla="*/ 114 h 1705"/>
                <a:gd name="T64" fmla="*/ 568 w 908"/>
                <a:gd name="T65" fmla="*/ 114 h 1705"/>
                <a:gd name="T66" fmla="*/ 568 w 908"/>
                <a:gd name="T67" fmla="*/ 341 h 1705"/>
                <a:gd name="T68" fmla="*/ 341 w 908"/>
                <a:gd name="T69" fmla="*/ 455 h 1705"/>
                <a:gd name="T70" fmla="*/ 568 w 908"/>
                <a:gd name="T71" fmla="*/ 341 h 1705"/>
                <a:gd name="T72" fmla="*/ 681 w 908"/>
                <a:gd name="T73" fmla="*/ 227 h 1705"/>
                <a:gd name="T74" fmla="*/ 681 w 908"/>
                <a:gd name="T75" fmla="*/ 0 h 1705"/>
                <a:gd name="T76" fmla="*/ 454 w 908"/>
                <a:gd name="T77" fmla="*/ 0 h 1705"/>
                <a:gd name="T78" fmla="*/ 681 w 908"/>
                <a:gd name="T79" fmla="*/ 114 h 1705"/>
                <a:gd name="T80" fmla="*/ 454 w 908"/>
                <a:gd name="T81" fmla="*/ 22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08" h="1705">
                  <a:moveTo>
                    <a:pt x="568" y="1137"/>
                  </a:moveTo>
                  <a:lnTo>
                    <a:pt x="454" y="909"/>
                  </a:lnTo>
                  <a:lnTo>
                    <a:pt x="681" y="1137"/>
                  </a:lnTo>
                  <a:lnTo>
                    <a:pt x="568" y="1364"/>
                  </a:lnTo>
                  <a:lnTo>
                    <a:pt x="568" y="1137"/>
                  </a:lnTo>
                  <a:lnTo>
                    <a:pt x="341" y="1137"/>
                  </a:lnTo>
                  <a:lnTo>
                    <a:pt x="568" y="1137"/>
                  </a:lnTo>
                  <a:lnTo>
                    <a:pt x="341" y="1251"/>
                  </a:lnTo>
                  <a:lnTo>
                    <a:pt x="114" y="1251"/>
                  </a:lnTo>
                  <a:lnTo>
                    <a:pt x="114" y="1478"/>
                  </a:lnTo>
                  <a:lnTo>
                    <a:pt x="341" y="1478"/>
                  </a:lnTo>
                  <a:lnTo>
                    <a:pt x="568" y="1251"/>
                  </a:lnTo>
                  <a:lnTo>
                    <a:pt x="454" y="1478"/>
                  </a:lnTo>
                  <a:lnTo>
                    <a:pt x="454" y="1251"/>
                  </a:lnTo>
                  <a:lnTo>
                    <a:pt x="908" y="1705"/>
                  </a:lnTo>
                  <a:lnTo>
                    <a:pt x="114" y="796"/>
                  </a:lnTo>
                  <a:lnTo>
                    <a:pt x="227" y="1023"/>
                  </a:lnTo>
                  <a:lnTo>
                    <a:pt x="114" y="1251"/>
                  </a:lnTo>
                  <a:lnTo>
                    <a:pt x="341" y="1251"/>
                  </a:lnTo>
                  <a:lnTo>
                    <a:pt x="341" y="1023"/>
                  </a:lnTo>
                  <a:lnTo>
                    <a:pt x="114" y="1251"/>
                  </a:lnTo>
                  <a:lnTo>
                    <a:pt x="341" y="1023"/>
                  </a:lnTo>
                  <a:lnTo>
                    <a:pt x="114" y="1023"/>
                  </a:lnTo>
                  <a:lnTo>
                    <a:pt x="0" y="1251"/>
                  </a:lnTo>
                  <a:lnTo>
                    <a:pt x="227" y="1364"/>
                  </a:lnTo>
                  <a:lnTo>
                    <a:pt x="341" y="1137"/>
                  </a:lnTo>
                  <a:lnTo>
                    <a:pt x="227" y="909"/>
                  </a:lnTo>
                  <a:lnTo>
                    <a:pt x="114" y="682"/>
                  </a:lnTo>
                  <a:lnTo>
                    <a:pt x="114" y="455"/>
                  </a:lnTo>
                  <a:lnTo>
                    <a:pt x="341" y="341"/>
                  </a:lnTo>
                  <a:lnTo>
                    <a:pt x="341" y="568"/>
                  </a:lnTo>
                  <a:lnTo>
                    <a:pt x="341" y="114"/>
                  </a:lnTo>
                  <a:lnTo>
                    <a:pt x="568" y="114"/>
                  </a:lnTo>
                  <a:lnTo>
                    <a:pt x="568" y="341"/>
                  </a:lnTo>
                  <a:lnTo>
                    <a:pt x="341" y="455"/>
                  </a:lnTo>
                  <a:lnTo>
                    <a:pt x="568" y="341"/>
                  </a:lnTo>
                  <a:lnTo>
                    <a:pt x="681" y="227"/>
                  </a:lnTo>
                  <a:lnTo>
                    <a:pt x="681" y="0"/>
                  </a:lnTo>
                  <a:lnTo>
                    <a:pt x="454" y="0"/>
                  </a:lnTo>
                  <a:lnTo>
                    <a:pt x="681" y="114"/>
                  </a:lnTo>
                  <a:lnTo>
                    <a:pt x="454" y="227"/>
                  </a:lnTo>
                </a:path>
              </a:pathLst>
            </a:custGeom>
            <a:noFill/>
            <a:ln w="28575" cap="flat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Oval 127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7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Oval 1277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278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Oval 1279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280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Oval 1281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282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Oval 128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28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Oval 1285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286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Oval 128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28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Oval 1289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290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Oval 1291"/>
            <p:cNvSpPr>
              <a:spLocks noChangeArrowheads="1"/>
            </p:cNvSpPr>
            <p:nvPr/>
          </p:nvSpPr>
          <p:spPr bwMode="auto">
            <a:xfrm>
              <a:off x="2492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292"/>
            <p:cNvSpPr>
              <a:spLocks noEditPoints="1"/>
            </p:cNvSpPr>
            <p:nvPr/>
          </p:nvSpPr>
          <p:spPr bwMode="auto">
            <a:xfrm>
              <a:off x="248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1293"/>
            <p:cNvSpPr>
              <a:spLocks noChangeArrowheads="1"/>
            </p:cNvSpPr>
            <p:nvPr/>
          </p:nvSpPr>
          <p:spPr bwMode="auto">
            <a:xfrm>
              <a:off x="2492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294"/>
            <p:cNvSpPr>
              <a:spLocks noEditPoints="1"/>
            </p:cNvSpPr>
            <p:nvPr/>
          </p:nvSpPr>
          <p:spPr bwMode="auto">
            <a:xfrm>
              <a:off x="2483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1295"/>
            <p:cNvSpPr>
              <a:spLocks noChangeArrowheads="1"/>
            </p:cNvSpPr>
            <p:nvPr/>
          </p:nvSpPr>
          <p:spPr bwMode="auto">
            <a:xfrm>
              <a:off x="2719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296"/>
            <p:cNvSpPr>
              <a:spLocks noEditPoints="1"/>
            </p:cNvSpPr>
            <p:nvPr/>
          </p:nvSpPr>
          <p:spPr bwMode="auto">
            <a:xfrm>
              <a:off x="271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1297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298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1299"/>
            <p:cNvSpPr>
              <a:spLocks noChangeArrowheads="1"/>
            </p:cNvSpPr>
            <p:nvPr/>
          </p:nvSpPr>
          <p:spPr bwMode="auto">
            <a:xfrm>
              <a:off x="2833" y="2518"/>
              <a:ext cx="36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300"/>
            <p:cNvSpPr>
              <a:spLocks noEditPoints="1"/>
            </p:cNvSpPr>
            <p:nvPr/>
          </p:nvSpPr>
          <p:spPr bwMode="auto">
            <a:xfrm>
              <a:off x="2823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1301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302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1303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304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1305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306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1307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308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1309"/>
            <p:cNvSpPr>
              <a:spLocks noChangeArrowheads="1"/>
            </p:cNvSpPr>
            <p:nvPr/>
          </p:nvSpPr>
          <p:spPr bwMode="auto">
            <a:xfrm>
              <a:off x="2492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310"/>
            <p:cNvSpPr>
              <a:spLocks noEditPoints="1"/>
            </p:cNvSpPr>
            <p:nvPr/>
          </p:nvSpPr>
          <p:spPr bwMode="auto">
            <a:xfrm>
              <a:off x="248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1311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312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1313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314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1315"/>
            <p:cNvSpPr>
              <a:spLocks noChangeArrowheads="1"/>
            </p:cNvSpPr>
            <p:nvPr/>
          </p:nvSpPr>
          <p:spPr bwMode="auto">
            <a:xfrm>
              <a:off x="2492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316"/>
            <p:cNvSpPr>
              <a:spLocks noEditPoints="1"/>
            </p:cNvSpPr>
            <p:nvPr/>
          </p:nvSpPr>
          <p:spPr bwMode="auto">
            <a:xfrm>
              <a:off x="248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Oval 1317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318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1319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320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1321"/>
            <p:cNvSpPr>
              <a:spLocks noChangeArrowheads="1"/>
            </p:cNvSpPr>
            <p:nvPr/>
          </p:nvSpPr>
          <p:spPr bwMode="auto">
            <a:xfrm>
              <a:off x="2379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322"/>
            <p:cNvSpPr>
              <a:spLocks noEditPoints="1"/>
            </p:cNvSpPr>
            <p:nvPr/>
          </p:nvSpPr>
          <p:spPr bwMode="auto">
            <a:xfrm>
              <a:off x="237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Oval 1323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324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Oval 1325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326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1327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328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1329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330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Oval 1331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332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1333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334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1335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336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1337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338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1339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340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1341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342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1343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344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Oval 1345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346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Oval 1347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348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1349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1350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1351"/>
            <p:cNvSpPr>
              <a:spLocks noChangeArrowheads="1"/>
            </p:cNvSpPr>
            <p:nvPr/>
          </p:nvSpPr>
          <p:spPr bwMode="auto">
            <a:xfrm>
              <a:off x="2833" y="1039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1352"/>
            <p:cNvSpPr>
              <a:spLocks noEditPoints="1"/>
            </p:cNvSpPr>
            <p:nvPr/>
          </p:nvSpPr>
          <p:spPr bwMode="auto">
            <a:xfrm>
              <a:off x="2823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1353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1354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1355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1356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135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135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1359"/>
            <p:cNvSpPr>
              <a:spLocks/>
            </p:cNvSpPr>
            <p:nvPr/>
          </p:nvSpPr>
          <p:spPr bwMode="auto">
            <a:xfrm>
              <a:off x="2284" y="944"/>
              <a:ext cx="1134" cy="1478"/>
            </a:xfrm>
            <a:custGeom>
              <a:avLst/>
              <a:gdLst>
                <a:gd name="T0" fmla="*/ 681 w 1134"/>
                <a:gd name="T1" fmla="*/ 1251 h 1478"/>
                <a:gd name="T2" fmla="*/ 681 w 1134"/>
                <a:gd name="T3" fmla="*/ 1478 h 1478"/>
                <a:gd name="T4" fmla="*/ 454 w 1134"/>
                <a:gd name="T5" fmla="*/ 1478 h 1478"/>
                <a:gd name="T6" fmla="*/ 454 w 1134"/>
                <a:gd name="T7" fmla="*/ 1251 h 1478"/>
                <a:gd name="T8" fmla="*/ 454 w 1134"/>
                <a:gd name="T9" fmla="*/ 1478 h 1478"/>
                <a:gd name="T10" fmla="*/ 681 w 1134"/>
                <a:gd name="T11" fmla="*/ 1478 h 1478"/>
                <a:gd name="T12" fmla="*/ 908 w 1134"/>
                <a:gd name="T13" fmla="*/ 1478 h 1478"/>
                <a:gd name="T14" fmla="*/ 908 w 1134"/>
                <a:gd name="T15" fmla="*/ 1251 h 1478"/>
                <a:gd name="T16" fmla="*/ 681 w 1134"/>
                <a:gd name="T17" fmla="*/ 1251 h 1478"/>
                <a:gd name="T18" fmla="*/ 681 w 1134"/>
                <a:gd name="T19" fmla="*/ 1023 h 1478"/>
                <a:gd name="T20" fmla="*/ 908 w 1134"/>
                <a:gd name="T21" fmla="*/ 1023 h 1478"/>
                <a:gd name="T22" fmla="*/ 908 w 1134"/>
                <a:gd name="T23" fmla="*/ 796 h 1478"/>
                <a:gd name="T24" fmla="*/ 681 w 1134"/>
                <a:gd name="T25" fmla="*/ 796 h 1478"/>
                <a:gd name="T26" fmla="*/ 681 w 1134"/>
                <a:gd name="T27" fmla="*/ 569 h 1478"/>
                <a:gd name="T28" fmla="*/ 681 w 1134"/>
                <a:gd name="T29" fmla="*/ 341 h 1478"/>
                <a:gd name="T30" fmla="*/ 681 w 1134"/>
                <a:gd name="T31" fmla="*/ 569 h 1478"/>
                <a:gd name="T32" fmla="*/ 454 w 1134"/>
                <a:gd name="T33" fmla="*/ 569 h 1478"/>
                <a:gd name="T34" fmla="*/ 681 w 1134"/>
                <a:gd name="T35" fmla="*/ 569 h 1478"/>
                <a:gd name="T36" fmla="*/ 908 w 1134"/>
                <a:gd name="T37" fmla="*/ 569 h 1478"/>
                <a:gd name="T38" fmla="*/ 1134 w 1134"/>
                <a:gd name="T39" fmla="*/ 569 h 1478"/>
                <a:gd name="T40" fmla="*/ 908 w 1134"/>
                <a:gd name="T41" fmla="*/ 569 h 1478"/>
                <a:gd name="T42" fmla="*/ 908 w 1134"/>
                <a:gd name="T43" fmla="*/ 341 h 1478"/>
                <a:gd name="T44" fmla="*/ 908 w 1134"/>
                <a:gd name="T45" fmla="*/ 569 h 1478"/>
                <a:gd name="T46" fmla="*/ 681 w 1134"/>
                <a:gd name="T47" fmla="*/ 569 h 1478"/>
                <a:gd name="T48" fmla="*/ 908 w 1134"/>
                <a:gd name="T49" fmla="*/ 569 h 1478"/>
                <a:gd name="T50" fmla="*/ 681 w 1134"/>
                <a:gd name="T51" fmla="*/ 569 h 1478"/>
                <a:gd name="T52" fmla="*/ 681 w 1134"/>
                <a:gd name="T53" fmla="*/ 341 h 1478"/>
                <a:gd name="T54" fmla="*/ 454 w 1134"/>
                <a:gd name="T55" fmla="*/ 341 h 1478"/>
                <a:gd name="T56" fmla="*/ 454 w 1134"/>
                <a:gd name="T57" fmla="*/ 114 h 1478"/>
                <a:gd name="T58" fmla="*/ 454 w 1134"/>
                <a:gd name="T59" fmla="*/ 341 h 1478"/>
                <a:gd name="T60" fmla="*/ 227 w 1134"/>
                <a:gd name="T61" fmla="*/ 341 h 1478"/>
                <a:gd name="T62" fmla="*/ 0 w 1134"/>
                <a:gd name="T63" fmla="*/ 341 h 1478"/>
                <a:gd name="T64" fmla="*/ 227 w 1134"/>
                <a:gd name="T65" fmla="*/ 341 h 1478"/>
                <a:gd name="T66" fmla="*/ 227 w 1134"/>
                <a:gd name="T67" fmla="*/ 114 h 1478"/>
                <a:gd name="T68" fmla="*/ 0 w 1134"/>
                <a:gd name="T69" fmla="*/ 114 h 1478"/>
                <a:gd name="T70" fmla="*/ 0 w 1134"/>
                <a:gd name="T71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34" h="1478">
                  <a:moveTo>
                    <a:pt x="681" y="1251"/>
                  </a:moveTo>
                  <a:lnTo>
                    <a:pt x="681" y="1478"/>
                  </a:lnTo>
                  <a:lnTo>
                    <a:pt x="454" y="1478"/>
                  </a:lnTo>
                  <a:lnTo>
                    <a:pt x="454" y="1251"/>
                  </a:lnTo>
                  <a:lnTo>
                    <a:pt x="454" y="1478"/>
                  </a:lnTo>
                  <a:lnTo>
                    <a:pt x="681" y="1478"/>
                  </a:lnTo>
                  <a:lnTo>
                    <a:pt x="908" y="1478"/>
                  </a:lnTo>
                  <a:lnTo>
                    <a:pt x="908" y="1251"/>
                  </a:lnTo>
                  <a:lnTo>
                    <a:pt x="681" y="1251"/>
                  </a:lnTo>
                  <a:lnTo>
                    <a:pt x="681" y="1023"/>
                  </a:lnTo>
                  <a:lnTo>
                    <a:pt x="908" y="1023"/>
                  </a:lnTo>
                  <a:lnTo>
                    <a:pt x="908" y="796"/>
                  </a:lnTo>
                  <a:lnTo>
                    <a:pt x="681" y="796"/>
                  </a:lnTo>
                  <a:lnTo>
                    <a:pt x="681" y="569"/>
                  </a:lnTo>
                  <a:lnTo>
                    <a:pt x="681" y="341"/>
                  </a:lnTo>
                  <a:lnTo>
                    <a:pt x="681" y="569"/>
                  </a:lnTo>
                  <a:lnTo>
                    <a:pt x="454" y="569"/>
                  </a:lnTo>
                  <a:lnTo>
                    <a:pt x="681" y="569"/>
                  </a:lnTo>
                  <a:lnTo>
                    <a:pt x="908" y="569"/>
                  </a:lnTo>
                  <a:lnTo>
                    <a:pt x="1134" y="569"/>
                  </a:lnTo>
                  <a:lnTo>
                    <a:pt x="908" y="569"/>
                  </a:lnTo>
                  <a:lnTo>
                    <a:pt x="908" y="341"/>
                  </a:lnTo>
                  <a:lnTo>
                    <a:pt x="908" y="569"/>
                  </a:lnTo>
                  <a:lnTo>
                    <a:pt x="681" y="569"/>
                  </a:lnTo>
                  <a:lnTo>
                    <a:pt x="908" y="569"/>
                  </a:lnTo>
                  <a:lnTo>
                    <a:pt x="681" y="569"/>
                  </a:lnTo>
                  <a:lnTo>
                    <a:pt x="681" y="341"/>
                  </a:lnTo>
                  <a:lnTo>
                    <a:pt x="454" y="341"/>
                  </a:lnTo>
                  <a:lnTo>
                    <a:pt x="454" y="114"/>
                  </a:lnTo>
                  <a:lnTo>
                    <a:pt x="454" y="341"/>
                  </a:lnTo>
                  <a:lnTo>
                    <a:pt x="227" y="341"/>
                  </a:lnTo>
                  <a:lnTo>
                    <a:pt x="0" y="341"/>
                  </a:lnTo>
                  <a:lnTo>
                    <a:pt x="227" y="341"/>
                  </a:lnTo>
                  <a:lnTo>
                    <a:pt x="227" y="114"/>
                  </a:lnTo>
                  <a:lnTo>
                    <a:pt x="0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136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136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1362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1363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1364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1365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1366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1367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1368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1369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1370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1371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1372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1373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1374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1375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137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137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1378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1379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1380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1381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1382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1383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1384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1385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1386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1387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1388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1389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1390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1391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1392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1393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Oval 1394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1395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1396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1397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Oval 1398"/>
            <p:cNvSpPr>
              <a:spLocks noChangeArrowheads="1"/>
            </p:cNvSpPr>
            <p:nvPr/>
          </p:nvSpPr>
          <p:spPr bwMode="auto">
            <a:xfrm>
              <a:off x="3400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1399"/>
            <p:cNvSpPr>
              <a:spLocks noEditPoints="1"/>
            </p:cNvSpPr>
            <p:nvPr/>
          </p:nvSpPr>
          <p:spPr bwMode="auto">
            <a:xfrm>
              <a:off x="339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Oval 1400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1401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Oval 1402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1403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1404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1405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Oval 1406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1407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Oval 1408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1409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Oval 1410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612"/>
          <p:cNvGrpSpPr>
            <a:grpSpLocks/>
          </p:cNvGrpSpPr>
          <p:nvPr/>
        </p:nvGrpSpPr>
        <p:grpSpPr bwMode="auto">
          <a:xfrm>
            <a:off x="3402012" y="1374776"/>
            <a:ext cx="2608263" cy="3778250"/>
            <a:chOff x="2143" y="866"/>
            <a:chExt cx="1643" cy="2380"/>
          </a:xfrm>
        </p:grpSpPr>
        <p:sp>
          <p:nvSpPr>
            <p:cNvPr id="134" name="Freeform 1412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1413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414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1415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416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1417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18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419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20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1421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22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Oval 1423"/>
            <p:cNvSpPr>
              <a:spLocks noChangeArrowheads="1"/>
            </p:cNvSpPr>
            <p:nvPr/>
          </p:nvSpPr>
          <p:spPr bwMode="auto">
            <a:xfrm>
              <a:off x="2265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24"/>
            <p:cNvSpPr>
              <a:spLocks noEditPoints="1"/>
            </p:cNvSpPr>
            <p:nvPr/>
          </p:nvSpPr>
          <p:spPr bwMode="auto">
            <a:xfrm>
              <a:off x="2256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Oval 1425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6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Oval 1427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28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Oval 1429"/>
            <p:cNvSpPr>
              <a:spLocks noChangeArrowheads="1"/>
            </p:cNvSpPr>
            <p:nvPr/>
          </p:nvSpPr>
          <p:spPr bwMode="auto">
            <a:xfrm>
              <a:off x="2265" y="103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30"/>
            <p:cNvSpPr>
              <a:spLocks noEditPoints="1"/>
            </p:cNvSpPr>
            <p:nvPr/>
          </p:nvSpPr>
          <p:spPr bwMode="auto">
            <a:xfrm>
              <a:off x="2256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Oval 1431"/>
            <p:cNvSpPr>
              <a:spLocks noChangeArrowheads="1"/>
            </p:cNvSpPr>
            <p:nvPr/>
          </p:nvSpPr>
          <p:spPr bwMode="auto">
            <a:xfrm>
              <a:off x="2265" y="92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32"/>
            <p:cNvSpPr>
              <a:spLocks noEditPoints="1"/>
            </p:cNvSpPr>
            <p:nvPr/>
          </p:nvSpPr>
          <p:spPr bwMode="auto">
            <a:xfrm>
              <a:off x="2256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Oval 143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3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35"/>
            <p:cNvSpPr>
              <a:spLocks/>
            </p:cNvSpPr>
            <p:nvPr/>
          </p:nvSpPr>
          <p:spPr bwMode="auto">
            <a:xfrm>
              <a:off x="2965" y="1854"/>
              <a:ext cx="794" cy="682"/>
            </a:xfrm>
            <a:custGeom>
              <a:avLst/>
              <a:gdLst>
                <a:gd name="T0" fmla="*/ 0 w 794"/>
                <a:gd name="T1" fmla="*/ 341 h 682"/>
                <a:gd name="T2" fmla="*/ 340 w 794"/>
                <a:gd name="T3" fmla="*/ 568 h 682"/>
                <a:gd name="T4" fmla="*/ 453 w 794"/>
                <a:gd name="T5" fmla="*/ 455 h 682"/>
                <a:gd name="T6" fmla="*/ 567 w 794"/>
                <a:gd name="T7" fmla="*/ 682 h 682"/>
                <a:gd name="T8" fmla="*/ 340 w 794"/>
                <a:gd name="T9" fmla="*/ 682 h 682"/>
                <a:gd name="T10" fmla="*/ 227 w 794"/>
                <a:gd name="T11" fmla="*/ 227 h 682"/>
                <a:gd name="T12" fmla="*/ 0 w 794"/>
                <a:gd name="T13" fmla="*/ 113 h 682"/>
                <a:gd name="T14" fmla="*/ 227 w 794"/>
                <a:gd name="T15" fmla="*/ 341 h 682"/>
                <a:gd name="T16" fmla="*/ 113 w 794"/>
                <a:gd name="T17" fmla="*/ 455 h 682"/>
                <a:gd name="T18" fmla="*/ 340 w 794"/>
                <a:gd name="T19" fmla="*/ 227 h 682"/>
                <a:gd name="T20" fmla="*/ 113 w 794"/>
                <a:gd name="T21" fmla="*/ 113 h 682"/>
                <a:gd name="T22" fmla="*/ 0 w 794"/>
                <a:gd name="T23" fmla="*/ 341 h 682"/>
                <a:gd name="T24" fmla="*/ 227 w 794"/>
                <a:gd name="T25" fmla="*/ 227 h 682"/>
                <a:gd name="T26" fmla="*/ 0 w 794"/>
                <a:gd name="T27" fmla="*/ 455 h 682"/>
                <a:gd name="T28" fmla="*/ 340 w 794"/>
                <a:gd name="T29" fmla="*/ 455 h 682"/>
                <a:gd name="T30" fmla="*/ 113 w 794"/>
                <a:gd name="T31" fmla="*/ 227 h 682"/>
                <a:gd name="T32" fmla="*/ 227 w 794"/>
                <a:gd name="T33" fmla="*/ 113 h 682"/>
                <a:gd name="T34" fmla="*/ 340 w 794"/>
                <a:gd name="T35" fmla="*/ 341 h 682"/>
                <a:gd name="T36" fmla="*/ 567 w 794"/>
                <a:gd name="T37" fmla="*/ 227 h 682"/>
                <a:gd name="T38" fmla="*/ 227 w 794"/>
                <a:gd name="T39" fmla="*/ 455 h 682"/>
                <a:gd name="T40" fmla="*/ 567 w 794"/>
                <a:gd name="T41" fmla="*/ 227 h 682"/>
                <a:gd name="T42" fmla="*/ 227 w 794"/>
                <a:gd name="T43" fmla="*/ 341 h 682"/>
                <a:gd name="T44" fmla="*/ 227 w 794"/>
                <a:gd name="T45" fmla="*/ 0 h 682"/>
                <a:gd name="T46" fmla="*/ 227 w 794"/>
                <a:gd name="T47" fmla="*/ 341 h 682"/>
                <a:gd name="T48" fmla="*/ 340 w 794"/>
                <a:gd name="T49" fmla="*/ 227 h 682"/>
                <a:gd name="T50" fmla="*/ 113 w 794"/>
                <a:gd name="T51" fmla="*/ 455 h 682"/>
                <a:gd name="T52" fmla="*/ 453 w 794"/>
                <a:gd name="T53" fmla="*/ 341 h 682"/>
                <a:gd name="T54" fmla="*/ 340 w 794"/>
                <a:gd name="T55" fmla="*/ 113 h 682"/>
                <a:gd name="T56" fmla="*/ 567 w 794"/>
                <a:gd name="T57" fmla="*/ 455 h 682"/>
                <a:gd name="T58" fmla="*/ 340 w 794"/>
                <a:gd name="T59" fmla="*/ 568 h 682"/>
                <a:gd name="T60" fmla="*/ 340 w 794"/>
                <a:gd name="T61" fmla="*/ 227 h 682"/>
                <a:gd name="T62" fmla="*/ 340 w 794"/>
                <a:gd name="T63" fmla="*/ 455 h 682"/>
                <a:gd name="T64" fmla="*/ 567 w 794"/>
                <a:gd name="T65" fmla="*/ 227 h 682"/>
                <a:gd name="T66" fmla="*/ 794 w 794"/>
                <a:gd name="T67" fmla="*/ 227 h 682"/>
                <a:gd name="T68" fmla="*/ 453 w 794"/>
                <a:gd name="T69" fmla="*/ 341 h 682"/>
                <a:gd name="T70" fmla="*/ 680 w 794"/>
                <a:gd name="T71" fmla="*/ 568 h 682"/>
                <a:gd name="T72" fmla="*/ 453 w 794"/>
                <a:gd name="T73" fmla="*/ 227 h 682"/>
                <a:gd name="T74" fmla="*/ 453 w 794"/>
                <a:gd name="T75" fmla="*/ 568 h 682"/>
                <a:gd name="T76" fmla="*/ 680 w 794"/>
                <a:gd name="T77" fmla="*/ 682 h 682"/>
                <a:gd name="T78" fmla="*/ 340 w 794"/>
                <a:gd name="T79" fmla="*/ 341 h 682"/>
                <a:gd name="T80" fmla="*/ 113 w 794"/>
                <a:gd name="T81" fmla="*/ 227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94" h="682">
                  <a:moveTo>
                    <a:pt x="0" y="341"/>
                  </a:moveTo>
                  <a:lnTo>
                    <a:pt x="340" y="568"/>
                  </a:lnTo>
                  <a:lnTo>
                    <a:pt x="453" y="455"/>
                  </a:lnTo>
                  <a:lnTo>
                    <a:pt x="567" y="682"/>
                  </a:lnTo>
                  <a:lnTo>
                    <a:pt x="340" y="682"/>
                  </a:lnTo>
                  <a:lnTo>
                    <a:pt x="227" y="227"/>
                  </a:lnTo>
                  <a:lnTo>
                    <a:pt x="0" y="113"/>
                  </a:lnTo>
                  <a:lnTo>
                    <a:pt x="227" y="341"/>
                  </a:lnTo>
                  <a:lnTo>
                    <a:pt x="113" y="455"/>
                  </a:lnTo>
                  <a:lnTo>
                    <a:pt x="340" y="227"/>
                  </a:lnTo>
                  <a:lnTo>
                    <a:pt x="113" y="113"/>
                  </a:lnTo>
                  <a:lnTo>
                    <a:pt x="0" y="341"/>
                  </a:lnTo>
                  <a:lnTo>
                    <a:pt x="227" y="227"/>
                  </a:lnTo>
                  <a:lnTo>
                    <a:pt x="0" y="455"/>
                  </a:lnTo>
                  <a:lnTo>
                    <a:pt x="340" y="455"/>
                  </a:lnTo>
                  <a:lnTo>
                    <a:pt x="113" y="227"/>
                  </a:lnTo>
                  <a:lnTo>
                    <a:pt x="227" y="113"/>
                  </a:lnTo>
                  <a:lnTo>
                    <a:pt x="340" y="341"/>
                  </a:lnTo>
                  <a:lnTo>
                    <a:pt x="567" y="227"/>
                  </a:lnTo>
                  <a:lnTo>
                    <a:pt x="227" y="455"/>
                  </a:lnTo>
                  <a:lnTo>
                    <a:pt x="567" y="227"/>
                  </a:lnTo>
                  <a:lnTo>
                    <a:pt x="227" y="341"/>
                  </a:lnTo>
                  <a:lnTo>
                    <a:pt x="227" y="0"/>
                  </a:lnTo>
                  <a:lnTo>
                    <a:pt x="227" y="341"/>
                  </a:lnTo>
                  <a:lnTo>
                    <a:pt x="340" y="227"/>
                  </a:lnTo>
                  <a:lnTo>
                    <a:pt x="113" y="455"/>
                  </a:lnTo>
                  <a:lnTo>
                    <a:pt x="453" y="341"/>
                  </a:lnTo>
                  <a:lnTo>
                    <a:pt x="340" y="113"/>
                  </a:lnTo>
                  <a:lnTo>
                    <a:pt x="567" y="455"/>
                  </a:lnTo>
                  <a:lnTo>
                    <a:pt x="340" y="568"/>
                  </a:lnTo>
                  <a:lnTo>
                    <a:pt x="340" y="227"/>
                  </a:lnTo>
                  <a:lnTo>
                    <a:pt x="340" y="455"/>
                  </a:lnTo>
                  <a:lnTo>
                    <a:pt x="567" y="227"/>
                  </a:lnTo>
                  <a:lnTo>
                    <a:pt x="794" y="227"/>
                  </a:lnTo>
                  <a:lnTo>
                    <a:pt x="453" y="341"/>
                  </a:lnTo>
                  <a:lnTo>
                    <a:pt x="680" y="568"/>
                  </a:lnTo>
                  <a:lnTo>
                    <a:pt x="453" y="227"/>
                  </a:lnTo>
                  <a:lnTo>
                    <a:pt x="453" y="568"/>
                  </a:lnTo>
                  <a:lnTo>
                    <a:pt x="680" y="682"/>
                  </a:lnTo>
                  <a:lnTo>
                    <a:pt x="340" y="341"/>
                  </a:lnTo>
                  <a:lnTo>
                    <a:pt x="113" y="227"/>
                  </a:lnTo>
                </a:path>
              </a:pathLst>
            </a:custGeom>
            <a:noFill/>
            <a:ln w="28575" cap="flat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Oval 143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3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Oval 1438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39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Oval 1440"/>
            <p:cNvSpPr>
              <a:spLocks noChangeArrowheads="1"/>
            </p:cNvSpPr>
            <p:nvPr/>
          </p:nvSpPr>
          <p:spPr bwMode="auto">
            <a:xfrm>
              <a:off x="3400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41"/>
            <p:cNvSpPr>
              <a:spLocks noEditPoints="1"/>
            </p:cNvSpPr>
            <p:nvPr/>
          </p:nvSpPr>
          <p:spPr bwMode="auto">
            <a:xfrm>
              <a:off x="339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Oval 1442"/>
            <p:cNvSpPr>
              <a:spLocks noChangeArrowheads="1"/>
            </p:cNvSpPr>
            <p:nvPr/>
          </p:nvSpPr>
          <p:spPr bwMode="auto">
            <a:xfrm>
              <a:off x="3513" y="2518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443"/>
            <p:cNvSpPr>
              <a:spLocks noEditPoints="1"/>
            </p:cNvSpPr>
            <p:nvPr/>
          </p:nvSpPr>
          <p:spPr bwMode="auto">
            <a:xfrm>
              <a:off x="350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Oval 1444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445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1446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447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Oval 1448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449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Oval 1450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451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Oval 1452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453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Oval 1454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455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Oval 1456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457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Oval 145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45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Oval 1460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461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Oval 1462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463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Oval 1464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465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Oval 1466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467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1468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469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Oval 1470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471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Oval 1472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473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Oval 1474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475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Oval 1476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477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Oval 1478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479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Oval 1480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481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Oval 1482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483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Oval 1484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485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Oval 1486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487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Oval 1488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489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Oval 1490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491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Oval 1492"/>
            <p:cNvSpPr>
              <a:spLocks noChangeArrowheads="1"/>
            </p:cNvSpPr>
            <p:nvPr/>
          </p:nvSpPr>
          <p:spPr bwMode="auto">
            <a:xfrm>
              <a:off x="3513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493"/>
            <p:cNvSpPr>
              <a:spLocks noEditPoints="1"/>
            </p:cNvSpPr>
            <p:nvPr/>
          </p:nvSpPr>
          <p:spPr bwMode="auto">
            <a:xfrm>
              <a:off x="350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Oval 1494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495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Oval 1496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497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Oval 1498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499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Oval 1500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501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1502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503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Oval 1504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505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Oval 1506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507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1508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09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Oval 1510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511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Oval 1512"/>
            <p:cNvSpPr>
              <a:spLocks noChangeArrowheads="1"/>
            </p:cNvSpPr>
            <p:nvPr/>
          </p:nvSpPr>
          <p:spPr bwMode="auto">
            <a:xfrm>
              <a:off x="3627" y="2518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513"/>
            <p:cNvSpPr>
              <a:spLocks noEditPoints="1"/>
            </p:cNvSpPr>
            <p:nvPr/>
          </p:nvSpPr>
          <p:spPr bwMode="auto">
            <a:xfrm>
              <a:off x="3617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Oval 1514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515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Oval 1516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517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Oval 151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51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520"/>
            <p:cNvSpPr>
              <a:spLocks/>
            </p:cNvSpPr>
            <p:nvPr/>
          </p:nvSpPr>
          <p:spPr bwMode="auto">
            <a:xfrm>
              <a:off x="2170" y="2081"/>
              <a:ext cx="795" cy="1137"/>
            </a:xfrm>
            <a:custGeom>
              <a:avLst/>
              <a:gdLst>
                <a:gd name="T0" fmla="*/ 795 w 795"/>
                <a:gd name="T1" fmla="*/ 114 h 1137"/>
                <a:gd name="T2" fmla="*/ 795 w 795"/>
                <a:gd name="T3" fmla="*/ 341 h 1137"/>
                <a:gd name="T4" fmla="*/ 568 w 795"/>
                <a:gd name="T5" fmla="*/ 114 h 1137"/>
                <a:gd name="T6" fmla="*/ 681 w 795"/>
                <a:gd name="T7" fmla="*/ 341 h 1137"/>
                <a:gd name="T8" fmla="*/ 681 w 795"/>
                <a:gd name="T9" fmla="*/ 569 h 1137"/>
                <a:gd name="T10" fmla="*/ 454 w 795"/>
                <a:gd name="T11" fmla="*/ 682 h 1137"/>
                <a:gd name="T12" fmla="*/ 681 w 795"/>
                <a:gd name="T13" fmla="*/ 682 h 1137"/>
                <a:gd name="T14" fmla="*/ 454 w 795"/>
                <a:gd name="T15" fmla="*/ 910 h 1137"/>
                <a:gd name="T16" fmla="*/ 227 w 795"/>
                <a:gd name="T17" fmla="*/ 682 h 1137"/>
                <a:gd name="T18" fmla="*/ 114 w 795"/>
                <a:gd name="T19" fmla="*/ 682 h 1137"/>
                <a:gd name="T20" fmla="*/ 114 w 795"/>
                <a:gd name="T21" fmla="*/ 910 h 1137"/>
                <a:gd name="T22" fmla="*/ 227 w 795"/>
                <a:gd name="T23" fmla="*/ 682 h 1137"/>
                <a:gd name="T24" fmla="*/ 454 w 795"/>
                <a:gd name="T25" fmla="*/ 910 h 1137"/>
                <a:gd name="T26" fmla="*/ 227 w 795"/>
                <a:gd name="T27" fmla="*/ 910 h 1137"/>
                <a:gd name="T28" fmla="*/ 227 w 795"/>
                <a:gd name="T29" fmla="*/ 1137 h 1137"/>
                <a:gd name="T30" fmla="*/ 227 w 795"/>
                <a:gd name="T31" fmla="*/ 1137 h 1137"/>
                <a:gd name="T32" fmla="*/ 454 w 795"/>
                <a:gd name="T33" fmla="*/ 910 h 1137"/>
                <a:gd name="T34" fmla="*/ 454 w 795"/>
                <a:gd name="T35" fmla="*/ 682 h 1137"/>
                <a:gd name="T36" fmla="*/ 227 w 795"/>
                <a:gd name="T37" fmla="*/ 682 h 1137"/>
                <a:gd name="T38" fmla="*/ 227 w 795"/>
                <a:gd name="T39" fmla="*/ 455 h 1137"/>
                <a:gd name="T40" fmla="*/ 454 w 795"/>
                <a:gd name="T41" fmla="*/ 228 h 1137"/>
                <a:gd name="T42" fmla="*/ 454 w 795"/>
                <a:gd name="T43" fmla="*/ 455 h 1137"/>
                <a:gd name="T44" fmla="*/ 227 w 795"/>
                <a:gd name="T45" fmla="*/ 455 h 1137"/>
                <a:gd name="T46" fmla="*/ 454 w 795"/>
                <a:gd name="T47" fmla="*/ 682 h 1137"/>
                <a:gd name="T48" fmla="*/ 227 w 795"/>
                <a:gd name="T49" fmla="*/ 910 h 1137"/>
                <a:gd name="T50" fmla="*/ 454 w 795"/>
                <a:gd name="T51" fmla="*/ 910 h 1137"/>
                <a:gd name="T52" fmla="*/ 227 w 795"/>
                <a:gd name="T53" fmla="*/ 682 h 1137"/>
                <a:gd name="T54" fmla="*/ 227 w 795"/>
                <a:gd name="T55" fmla="*/ 455 h 1137"/>
                <a:gd name="T56" fmla="*/ 227 w 795"/>
                <a:gd name="T57" fmla="*/ 228 h 1137"/>
                <a:gd name="T58" fmla="*/ 454 w 795"/>
                <a:gd name="T59" fmla="*/ 228 h 1137"/>
                <a:gd name="T60" fmla="*/ 681 w 795"/>
                <a:gd name="T61" fmla="*/ 0 h 1137"/>
                <a:gd name="T62" fmla="*/ 454 w 795"/>
                <a:gd name="T63" fmla="*/ 228 h 1137"/>
                <a:gd name="T64" fmla="*/ 681 w 795"/>
                <a:gd name="T65" fmla="*/ 0 h 1137"/>
                <a:gd name="T66" fmla="*/ 454 w 795"/>
                <a:gd name="T67" fmla="*/ 228 h 1137"/>
                <a:gd name="T68" fmla="*/ 227 w 795"/>
                <a:gd name="T69" fmla="*/ 455 h 1137"/>
                <a:gd name="T70" fmla="*/ 0 w 795"/>
                <a:gd name="T71" fmla="*/ 682 h 1137"/>
                <a:gd name="T72" fmla="*/ 227 w 795"/>
                <a:gd name="T73" fmla="*/ 910 h 1137"/>
                <a:gd name="T74" fmla="*/ 0 w 795"/>
                <a:gd name="T75" fmla="*/ 910 h 1137"/>
                <a:gd name="T76" fmla="*/ 0 w 795"/>
                <a:gd name="T77" fmla="*/ 1137 h 1137"/>
                <a:gd name="T78" fmla="*/ 227 w 795"/>
                <a:gd name="T79" fmla="*/ 910 h 1137"/>
                <a:gd name="T80" fmla="*/ 0 w 795"/>
                <a:gd name="T81" fmla="*/ 682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95" h="1137">
                  <a:moveTo>
                    <a:pt x="795" y="114"/>
                  </a:moveTo>
                  <a:lnTo>
                    <a:pt x="795" y="341"/>
                  </a:lnTo>
                  <a:lnTo>
                    <a:pt x="568" y="114"/>
                  </a:lnTo>
                  <a:lnTo>
                    <a:pt x="681" y="341"/>
                  </a:lnTo>
                  <a:lnTo>
                    <a:pt x="681" y="569"/>
                  </a:lnTo>
                  <a:lnTo>
                    <a:pt x="454" y="682"/>
                  </a:lnTo>
                  <a:lnTo>
                    <a:pt x="681" y="682"/>
                  </a:lnTo>
                  <a:lnTo>
                    <a:pt x="454" y="910"/>
                  </a:lnTo>
                  <a:lnTo>
                    <a:pt x="227" y="682"/>
                  </a:lnTo>
                  <a:lnTo>
                    <a:pt x="114" y="682"/>
                  </a:lnTo>
                  <a:lnTo>
                    <a:pt x="114" y="910"/>
                  </a:lnTo>
                  <a:lnTo>
                    <a:pt x="227" y="682"/>
                  </a:lnTo>
                  <a:lnTo>
                    <a:pt x="454" y="910"/>
                  </a:lnTo>
                  <a:lnTo>
                    <a:pt x="227" y="910"/>
                  </a:lnTo>
                  <a:lnTo>
                    <a:pt x="227" y="1137"/>
                  </a:lnTo>
                  <a:lnTo>
                    <a:pt x="227" y="1137"/>
                  </a:lnTo>
                  <a:lnTo>
                    <a:pt x="454" y="910"/>
                  </a:lnTo>
                  <a:lnTo>
                    <a:pt x="454" y="682"/>
                  </a:lnTo>
                  <a:lnTo>
                    <a:pt x="227" y="682"/>
                  </a:lnTo>
                  <a:lnTo>
                    <a:pt x="227" y="455"/>
                  </a:lnTo>
                  <a:lnTo>
                    <a:pt x="454" y="228"/>
                  </a:lnTo>
                  <a:lnTo>
                    <a:pt x="454" y="455"/>
                  </a:lnTo>
                  <a:lnTo>
                    <a:pt x="227" y="455"/>
                  </a:lnTo>
                  <a:lnTo>
                    <a:pt x="454" y="682"/>
                  </a:lnTo>
                  <a:lnTo>
                    <a:pt x="227" y="910"/>
                  </a:lnTo>
                  <a:lnTo>
                    <a:pt x="454" y="910"/>
                  </a:lnTo>
                  <a:lnTo>
                    <a:pt x="227" y="682"/>
                  </a:lnTo>
                  <a:lnTo>
                    <a:pt x="227" y="455"/>
                  </a:lnTo>
                  <a:lnTo>
                    <a:pt x="227" y="228"/>
                  </a:lnTo>
                  <a:lnTo>
                    <a:pt x="454" y="228"/>
                  </a:lnTo>
                  <a:lnTo>
                    <a:pt x="681" y="0"/>
                  </a:lnTo>
                  <a:lnTo>
                    <a:pt x="454" y="228"/>
                  </a:lnTo>
                  <a:lnTo>
                    <a:pt x="681" y="0"/>
                  </a:lnTo>
                  <a:lnTo>
                    <a:pt x="454" y="228"/>
                  </a:lnTo>
                  <a:lnTo>
                    <a:pt x="227" y="455"/>
                  </a:lnTo>
                  <a:lnTo>
                    <a:pt x="0" y="682"/>
                  </a:lnTo>
                  <a:lnTo>
                    <a:pt x="227" y="910"/>
                  </a:lnTo>
                  <a:lnTo>
                    <a:pt x="0" y="910"/>
                  </a:lnTo>
                  <a:lnTo>
                    <a:pt x="0" y="1137"/>
                  </a:lnTo>
                  <a:lnTo>
                    <a:pt x="227" y="910"/>
                  </a:lnTo>
                  <a:lnTo>
                    <a:pt x="0" y="682"/>
                  </a:lnTo>
                </a:path>
              </a:pathLst>
            </a:custGeom>
            <a:noFill/>
            <a:ln w="28575" cap="flat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Oval 152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52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1523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524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Oval 1525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526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Oval 1527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528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Oval 1529"/>
            <p:cNvSpPr>
              <a:spLocks noChangeArrowheads="1"/>
            </p:cNvSpPr>
            <p:nvPr/>
          </p:nvSpPr>
          <p:spPr bwMode="auto">
            <a:xfrm>
              <a:off x="2833" y="2631"/>
              <a:ext cx="36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530"/>
            <p:cNvSpPr>
              <a:spLocks noEditPoints="1"/>
            </p:cNvSpPr>
            <p:nvPr/>
          </p:nvSpPr>
          <p:spPr bwMode="auto">
            <a:xfrm>
              <a:off x="2823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Oval 1531"/>
            <p:cNvSpPr>
              <a:spLocks noChangeArrowheads="1"/>
            </p:cNvSpPr>
            <p:nvPr/>
          </p:nvSpPr>
          <p:spPr bwMode="auto">
            <a:xfrm>
              <a:off x="2606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532"/>
            <p:cNvSpPr>
              <a:spLocks noEditPoints="1"/>
            </p:cNvSpPr>
            <p:nvPr/>
          </p:nvSpPr>
          <p:spPr bwMode="auto">
            <a:xfrm>
              <a:off x="259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Oval 1533"/>
            <p:cNvSpPr>
              <a:spLocks noChangeArrowheads="1"/>
            </p:cNvSpPr>
            <p:nvPr/>
          </p:nvSpPr>
          <p:spPr bwMode="auto">
            <a:xfrm>
              <a:off x="2833" y="2745"/>
              <a:ext cx="36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534"/>
            <p:cNvSpPr>
              <a:spLocks noEditPoints="1"/>
            </p:cNvSpPr>
            <p:nvPr/>
          </p:nvSpPr>
          <p:spPr bwMode="auto">
            <a:xfrm>
              <a:off x="2823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Oval 1535"/>
            <p:cNvSpPr>
              <a:spLocks noChangeArrowheads="1"/>
            </p:cNvSpPr>
            <p:nvPr/>
          </p:nvSpPr>
          <p:spPr bwMode="auto">
            <a:xfrm>
              <a:off x="2606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536"/>
            <p:cNvSpPr>
              <a:spLocks noEditPoints="1"/>
            </p:cNvSpPr>
            <p:nvPr/>
          </p:nvSpPr>
          <p:spPr bwMode="auto">
            <a:xfrm>
              <a:off x="259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Oval 1537"/>
            <p:cNvSpPr>
              <a:spLocks noChangeArrowheads="1"/>
            </p:cNvSpPr>
            <p:nvPr/>
          </p:nvSpPr>
          <p:spPr bwMode="auto">
            <a:xfrm>
              <a:off x="2379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538"/>
            <p:cNvSpPr>
              <a:spLocks noEditPoints="1"/>
            </p:cNvSpPr>
            <p:nvPr/>
          </p:nvSpPr>
          <p:spPr bwMode="auto">
            <a:xfrm>
              <a:off x="237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1539"/>
            <p:cNvSpPr>
              <a:spLocks noChangeArrowheads="1"/>
            </p:cNvSpPr>
            <p:nvPr/>
          </p:nvSpPr>
          <p:spPr bwMode="auto">
            <a:xfrm>
              <a:off x="2265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540"/>
            <p:cNvSpPr>
              <a:spLocks noEditPoints="1"/>
            </p:cNvSpPr>
            <p:nvPr/>
          </p:nvSpPr>
          <p:spPr bwMode="auto">
            <a:xfrm>
              <a:off x="2256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Oval 1541"/>
            <p:cNvSpPr>
              <a:spLocks noChangeArrowheads="1"/>
            </p:cNvSpPr>
            <p:nvPr/>
          </p:nvSpPr>
          <p:spPr bwMode="auto">
            <a:xfrm>
              <a:off x="2265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542"/>
            <p:cNvSpPr>
              <a:spLocks noEditPoints="1"/>
            </p:cNvSpPr>
            <p:nvPr/>
          </p:nvSpPr>
          <p:spPr bwMode="auto">
            <a:xfrm>
              <a:off x="2256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Oval 1543"/>
            <p:cNvSpPr>
              <a:spLocks noChangeArrowheads="1"/>
            </p:cNvSpPr>
            <p:nvPr/>
          </p:nvSpPr>
          <p:spPr bwMode="auto">
            <a:xfrm>
              <a:off x="2379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544"/>
            <p:cNvSpPr>
              <a:spLocks noEditPoints="1"/>
            </p:cNvSpPr>
            <p:nvPr/>
          </p:nvSpPr>
          <p:spPr bwMode="auto">
            <a:xfrm>
              <a:off x="237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Oval 1545"/>
            <p:cNvSpPr>
              <a:spLocks noChangeArrowheads="1"/>
            </p:cNvSpPr>
            <p:nvPr/>
          </p:nvSpPr>
          <p:spPr bwMode="auto">
            <a:xfrm>
              <a:off x="2606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546"/>
            <p:cNvSpPr>
              <a:spLocks noEditPoints="1"/>
            </p:cNvSpPr>
            <p:nvPr/>
          </p:nvSpPr>
          <p:spPr bwMode="auto">
            <a:xfrm>
              <a:off x="259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Oval 1547"/>
            <p:cNvSpPr>
              <a:spLocks noChangeArrowheads="1"/>
            </p:cNvSpPr>
            <p:nvPr/>
          </p:nvSpPr>
          <p:spPr bwMode="auto">
            <a:xfrm>
              <a:off x="2379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548"/>
            <p:cNvSpPr>
              <a:spLocks noEditPoints="1"/>
            </p:cNvSpPr>
            <p:nvPr/>
          </p:nvSpPr>
          <p:spPr bwMode="auto">
            <a:xfrm>
              <a:off x="2370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Oval 1549"/>
            <p:cNvSpPr>
              <a:spLocks noChangeArrowheads="1"/>
            </p:cNvSpPr>
            <p:nvPr/>
          </p:nvSpPr>
          <p:spPr bwMode="auto">
            <a:xfrm>
              <a:off x="2379" y="3200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550"/>
            <p:cNvSpPr>
              <a:spLocks noEditPoints="1"/>
            </p:cNvSpPr>
            <p:nvPr/>
          </p:nvSpPr>
          <p:spPr bwMode="auto">
            <a:xfrm>
              <a:off x="2370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Oval 1551"/>
            <p:cNvSpPr>
              <a:spLocks noChangeArrowheads="1"/>
            </p:cNvSpPr>
            <p:nvPr/>
          </p:nvSpPr>
          <p:spPr bwMode="auto">
            <a:xfrm>
              <a:off x="2379" y="3200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552"/>
            <p:cNvSpPr>
              <a:spLocks noEditPoints="1"/>
            </p:cNvSpPr>
            <p:nvPr/>
          </p:nvSpPr>
          <p:spPr bwMode="auto">
            <a:xfrm>
              <a:off x="2370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Oval 1553"/>
            <p:cNvSpPr>
              <a:spLocks noChangeArrowheads="1"/>
            </p:cNvSpPr>
            <p:nvPr/>
          </p:nvSpPr>
          <p:spPr bwMode="auto">
            <a:xfrm>
              <a:off x="2606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554"/>
            <p:cNvSpPr>
              <a:spLocks noEditPoints="1"/>
            </p:cNvSpPr>
            <p:nvPr/>
          </p:nvSpPr>
          <p:spPr bwMode="auto">
            <a:xfrm>
              <a:off x="259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Oval 1555"/>
            <p:cNvSpPr>
              <a:spLocks noChangeArrowheads="1"/>
            </p:cNvSpPr>
            <p:nvPr/>
          </p:nvSpPr>
          <p:spPr bwMode="auto">
            <a:xfrm>
              <a:off x="2606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556"/>
            <p:cNvSpPr>
              <a:spLocks noEditPoints="1"/>
            </p:cNvSpPr>
            <p:nvPr/>
          </p:nvSpPr>
          <p:spPr bwMode="auto">
            <a:xfrm>
              <a:off x="259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Oval 1557"/>
            <p:cNvSpPr>
              <a:spLocks noChangeArrowheads="1"/>
            </p:cNvSpPr>
            <p:nvPr/>
          </p:nvSpPr>
          <p:spPr bwMode="auto">
            <a:xfrm>
              <a:off x="2379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558"/>
            <p:cNvSpPr>
              <a:spLocks noEditPoints="1"/>
            </p:cNvSpPr>
            <p:nvPr/>
          </p:nvSpPr>
          <p:spPr bwMode="auto">
            <a:xfrm>
              <a:off x="237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Oval 1559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560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Oval 1561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562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Oval 1563"/>
            <p:cNvSpPr>
              <a:spLocks noChangeArrowheads="1"/>
            </p:cNvSpPr>
            <p:nvPr/>
          </p:nvSpPr>
          <p:spPr bwMode="auto">
            <a:xfrm>
              <a:off x="2606" y="2518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564"/>
            <p:cNvSpPr>
              <a:spLocks noEditPoints="1"/>
            </p:cNvSpPr>
            <p:nvPr/>
          </p:nvSpPr>
          <p:spPr bwMode="auto">
            <a:xfrm>
              <a:off x="259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Oval 1565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566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Oval 1567"/>
            <p:cNvSpPr>
              <a:spLocks noChangeArrowheads="1"/>
            </p:cNvSpPr>
            <p:nvPr/>
          </p:nvSpPr>
          <p:spPr bwMode="auto">
            <a:xfrm>
              <a:off x="2606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568"/>
            <p:cNvSpPr>
              <a:spLocks noEditPoints="1"/>
            </p:cNvSpPr>
            <p:nvPr/>
          </p:nvSpPr>
          <p:spPr bwMode="auto">
            <a:xfrm>
              <a:off x="259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Oval 1569"/>
            <p:cNvSpPr>
              <a:spLocks noChangeArrowheads="1"/>
            </p:cNvSpPr>
            <p:nvPr/>
          </p:nvSpPr>
          <p:spPr bwMode="auto">
            <a:xfrm>
              <a:off x="2379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570"/>
            <p:cNvSpPr>
              <a:spLocks noEditPoints="1"/>
            </p:cNvSpPr>
            <p:nvPr/>
          </p:nvSpPr>
          <p:spPr bwMode="auto">
            <a:xfrm>
              <a:off x="2370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1571"/>
            <p:cNvSpPr>
              <a:spLocks noChangeArrowheads="1"/>
            </p:cNvSpPr>
            <p:nvPr/>
          </p:nvSpPr>
          <p:spPr bwMode="auto">
            <a:xfrm>
              <a:off x="2606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572"/>
            <p:cNvSpPr>
              <a:spLocks noEditPoints="1"/>
            </p:cNvSpPr>
            <p:nvPr/>
          </p:nvSpPr>
          <p:spPr bwMode="auto">
            <a:xfrm>
              <a:off x="259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Oval 1573"/>
            <p:cNvSpPr>
              <a:spLocks noChangeArrowheads="1"/>
            </p:cNvSpPr>
            <p:nvPr/>
          </p:nvSpPr>
          <p:spPr bwMode="auto">
            <a:xfrm>
              <a:off x="2379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574"/>
            <p:cNvSpPr>
              <a:spLocks noEditPoints="1"/>
            </p:cNvSpPr>
            <p:nvPr/>
          </p:nvSpPr>
          <p:spPr bwMode="auto">
            <a:xfrm>
              <a:off x="237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Oval 1575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576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1577"/>
            <p:cNvSpPr>
              <a:spLocks noChangeArrowheads="1"/>
            </p:cNvSpPr>
            <p:nvPr/>
          </p:nvSpPr>
          <p:spPr bwMode="auto">
            <a:xfrm>
              <a:off x="2379" y="2290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578"/>
            <p:cNvSpPr>
              <a:spLocks noEditPoints="1"/>
            </p:cNvSpPr>
            <p:nvPr/>
          </p:nvSpPr>
          <p:spPr bwMode="auto">
            <a:xfrm>
              <a:off x="237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1579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580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Oval 1581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582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Oval 1583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584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Oval 1585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586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Oval 1587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588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Oval 1589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590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Oval 1591"/>
            <p:cNvSpPr>
              <a:spLocks noChangeArrowheads="1"/>
            </p:cNvSpPr>
            <p:nvPr/>
          </p:nvSpPr>
          <p:spPr bwMode="auto">
            <a:xfrm>
              <a:off x="2152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592"/>
            <p:cNvSpPr>
              <a:spLocks noEditPoints="1"/>
            </p:cNvSpPr>
            <p:nvPr/>
          </p:nvSpPr>
          <p:spPr bwMode="auto">
            <a:xfrm>
              <a:off x="2143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Oval 1593"/>
            <p:cNvSpPr>
              <a:spLocks noChangeArrowheads="1"/>
            </p:cNvSpPr>
            <p:nvPr/>
          </p:nvSpPr>
          <p:spPr bwMode="auto">
            <a:xfrm>
              <a:off x="2379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594"/>
            <p:cNvSpPr>
              <a:spLocks noEditPoints="1"/>
            </p:cNvSpPr>
            <p:nvPr/>
          </p:nvSpPr>
          <p:spPr bwMode="auto">
            <a:xfrm>
              <a:off x="2370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Oval 1595"/>
            <p:cNvSpPr>
              <a:spLocks noChangeArrowheads="1"/>
            </p:cNvSpPr>
            <p:nvPr/>
          </p:nvSpPr>
          <p:spPr bwMode="auto">
            <a:xfrm>
              <a:off x="2152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596"/>
            <p:cNvSpPr>
              <a:spLocks noEditPoints="1"/>
            </p:cNvSpPr>
            <p:nvPr/>
          </p:nvSpPr>
          <p:spPr bwMode="auto">
            <a:xfrm>
              <a:off x="2143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Oval 1597"/>
            <p:cNvSpPr>
              <a:spLocks noChangeArrowheads="1"/>
            </p:cNvSpPr>
            <p:nvPr/>
          </p:nvSpPr>
          <p:spPr bwMode="auto">
            <a:xfrm>
              <a:off x="2152" y="3200"/>
              <a:ext cx="37" cy="3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598"/>
            <p:cNvSpPr>
              <a:spLocks noEditPoints="1"/>
            </p:cNvSpPr>
            <p:nvPr/>
          </p:nvSpPr>
          <p:spPr bwMode="auto">
            <a:xfrm>
              <a:off x="2143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Oval 1599"/>
            <p:cNvSpPr>
              <a:spLocks noChangeArrowheads="1"/>
            </p:cNvSpPr>
            <p:nvPr/>
          </p:nvSpPr>
          <p:spPr bwMode="auto">
            <a:xfrm>
              <a:off x="2379" y="2972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600"/>
            <p:cNvSpPr>
              <a:spLocks noEditPoints="1"/>
            </p:cNvSpPr>
            <p:nvPr/>
          </p:nvSpPr>
          <p:spPr bwMode="auto">
            <a:xfrm>
              <a:off x="2370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Oval 1601"/>
            <p:cNvSpPr>
              <a:spLocks noChangeArrowheads="1"/>
            </p:cNvSpPr>
            <p:nvPr/>
          </p:nvSpPr>
          <p:spPr bwMode="auto">
            <a:xfrm>
              <a:off x="2152" y="2745"/>
              <a:ext cx="37" cy="37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602"/>
            <p:cNvSpPr>
              <a:spLocks noEditPoints="1"/>
            </p:cNvSpPr>
            <p:nvPr/>
          </p:nvSpPr>
          <p:spPr bwMode="auto">
            <a:xfrm>
              <a:off x="2143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Oval 160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60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605"/>
            <p:cNvSpPr>
              <a:spLocks/>
            </p:cNvSpPr>
            <p:nvPr/>
          </p:nvSpPr>
          <p:spPr bwMode="auto">
            <a:xfrm>
              <a:off x="2965" y="944"/>
              <a:ext cx="794" cy="1819"/>
            </a:xfrm>
            <a:custGeom>
              <a:avLst/>
              <a:gdLst>
                <a:gd name="T0" fmla="*/ 0 w 794"/>
                <a:gd name="T1" fmla="*/ 1251 h 1819"/>
                <a:gd name="T2" fmla="*/ 340 w 794"/>
                <a:gd name="T3" fmla="*/ 1478 h 1819"/>
                <a:gd name="T4" fmla="*/ 567 w 794"/>
                <a:gd name="T5" fmla="*/ 1592 h 1819"/>
                <a:gd name="T6" fmla="*/ 227 w 794"/>
                <a:gd name="T7" fmla="*/ 1819 h 1819"/>
                <a:gd name="T8" fmla="*/ 453 w 794"/>
                <a:gd name="T9" fmla="*/ 1478 h 1819"/>
                <a:gd name="T10" fmla="*/ 567 w 794"/>
                <a:gd name="T11" fmla="*/ 1251 h 1819"/>
                <a:gd name="T12" fmla="*/ 794 w 794"/>
                <a:gd name="T13" fmla="*/ 1592 h 1819"/>
                <a:gd name="T14" fmla="*/ 794 w 794"/>
                <a:gd name="T15" fmla="*/ 1251 h 1819"/>
                <a:gd name="T16" fmla="*/ 567 w 794"/>
                <a:gd name="T17" fmla="*/ 1023 h 1819"/>
                <a:gd name="T18" fmla="*/ 794 w 794"/>
                <a:gd name="T19" fmla="*/ 796 h 1819"/>
                <a:gd name="T20" fmla="*/ 453 w 794"/>
                <a:gd name="T21" fmla="*/ 1023 h 1819"/>
                <a:gd name="T22" fmla="*/ 453 w 794"/>
                <a:gd name="T23" fmla="*/ 796 h 1819"/>
                <a:gd name="T24" fmla="*/ 794 w 794"/>
                <a:gd name="T25" fmla="*/ 796 h 1819"/>
                <a:gd name="T26" fmla="*/ 567 w 794"/>
                <a:gd name="T27" fmla="*/ 682 h 1819"/>
                <a:gd name="T28" fmla="*/ 453 w 794"/>
                <a:gd name="T29" fmla="*/ 910 h 1819"/>
                <a:gd name="T30" fmla="*/ 680 w 794"/>
                <a:gd name="T31" fmla="*/ 682 h 1819"/>
                <a:gd name="T32" fmla="*/ 794 w 794"/>
                <a:gd name="T33" fmla="*/ 910 h 1819"/>
                <a:gd name="T34" fmla="*/ 794 w 794"/>
                <a:gd name="T35" fmla="*/ 682 h 1819"/>
                <a:gd name="T36" fmla="*/ 680 w 794"/>
                <a:gd name="T37" fmla="*/ 455 h 1819"/>
                <a:gd name="T38" fmla="*/ 794 w 794"/>
                <a:gd name="T39" fmla="*/ 228 h 1819"/>
                <a:gd name="T40" fmla="*/ 794 w 794"/>
                <a:gd name="T41" fmla="*/ 0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1819">
                  <a:moveTo>
                    <a:pt x="0" y="1251"/>
                  </a:moveTo>
                  <a:lnTo>
                    <a:pt x="340" y="1478"/>
                  </a:lnTo>
                  <a:lnTo>
                    <a:pt x="567" y="1592"/>
                  </a:lnTo>
                  <a:lnTo>
                    <a:pt x="227" y="1819"/>
                  </a:lnTo>
                  <a:lnTo>
                    <a:pt x="453" y="1478"/>
                  </a:lnTo>
                  <a:lnTo>
                    <a:pt x="567" y="1251"/>
                  </a:lnTo>
                  <a:lnTo>
                    <a:pt x="794" y="1592"/>
                  </a:lnTo>
                  <a:lnTo>
                    <a:pt x="794" y="1251"/>
                  </a:lnTo>
                  <a:lnTo>
                    <a:pt x="567" y="1023"/>
                  </a:lnTo>
                  <a:lnTo>
                    <a:pt x="794" y="796"/>
                  </a:lnTo>
                  <a:lnTo>
                    <a:pt x="453" y="1023"/>
                  </a:lnTo>
                  <a:lnTo>
                    <a:pt x="453" y="796"/>
                  </a:lnTo>
                  <a:lnTo>
                    <a:pt x="794" y="796"/>
                  </a:lnTo>
                  <a:lnTo>
                    <a:pt x="567" y="682"/>
                  </a:lnTo>
                  <a:lnTo>
                    <a:pt x="453" y="910"/>
                  </a:lnTo>
                  <a:lnTo>
                    <a:pt x="680" y="682"/>
                  </a:lnTo>
                  <a:lnTo>
                    <a:pt x="794" y="910"/>
                  </a:lnTo>
                  <a:lnTo>
                    <a:pt x="794" y="682"/>
                  </a:lnTo>
                  <a:lnTo>
                    <a:pt x="680" y="455"/>
                  </a:lnTo>
                  <a:lnTo>
                    <a:pt x="794" y="228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CC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Oval 160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CC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60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Oval 1608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CC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609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Oval 1610"/>
            <p:cNvSpPr>
              <a:spLocks noChangeArrowheads="1"/>
            </p:cNvSpPr>
            <p:nvPr/>
          </p:nvSpPr>
          <p:spPr bwMode="auto">
            <a:xfrm>
              <a:off x="3513" y="2518"/>
              <a:ext cx="37" cy="36"/>
            </a:xfrm>
            <a:prstGeom prst="ellipse">
              <a:avLst/>
            </a:prstGeom>
            <a:solidFill>
              <a:srgbClr val="CC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611"/>
            <p:cNvSpPr>
              <a:spLocks noEditPoints="1"/>
            </p:cNvSpPr>
            <p:nvPr/>
          </p:nvSpPr>
          <p:spPr bwMode="auto">
            <a:xfrm>
              <a:off x="350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" name="Oval 1613"/>
          <p:cNvSpPr>
            <a:spLocks noChangeArrowheads="1"/>
          </p:cNvSpPr>
          <p:nvPr/>
        </p:nvSpPr>
        <p:spPr bwMode="auto">
          <a:xfrm>
            <a:off x="5037138" y="43576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614"/>
          <p:cNvSpPr>
            <a:spLocks noEditPoints="1"/>
          </p:cNvSpPr>
          <p:nvPr/>
        </p:nvSpPr>
        <p:spPr bwMode="auto">
          <a:xfrm>
            <a:off x="5022850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Oval 1615"/>
          <p:cNvSpPr>
            <a:spLocks noChangeArrowheads="1"/>
          </p:cNvSpPr>
          <p:nvPr/>
        </p:nvSpPr>
        <p:spPr bwMode="auto">
          <a:xfrm>
            <a:off x="5397500" y="38163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616"/>
          <p:cNvSpPr>
            <a:spLocks noEditPoints="1"/>
          </p:cNvSpPr>
          <p:nvPr/>
        </p:nvSpPr>
        <p:spPr bwMode="auto">
          <a:xfrm>
            <a:off x="5383213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Oval 1617"/>
          <p:cNvSpPr>
            <a:spLocks noChangeArrowheads="1"/>
          </p:cNvSpPr>
          <p:nvPr/>
        </p:nvSpPr>
        <p:spPr bwMode="auto">
          <a:xfrm>
            <a:off x="5576888" y="34544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618"/>
          <p:cNvSpPr>
            <a:spLocks noEditPoints="1"/>
          </p:cNvSpPr>
          <p:nvPr/>
        </p:nvSpPr>
        <p:spPr bwMode="auto">
          <a:xfrm>
            <a:off x="5562600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Oval 1619"/>
          <p:cNvSpPr>
            <a:spLocks noChangeArrowheads="1"/>
          </p:cNvSpPr>
          <p:nvPr/>
        </p:nvSpPr>
        <p:spPr bwMode="auto">
          <a:xfrm>
            <a:off x="5937250" y="399732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20"/>
          <p:cNvSpPr>
            <a:spLocks noEditPoints="1"/>
          </p:cNvSpPr>
          <p:nvPr/>
        </p:nvSpPr>
        <p:spPr bwMode="auto">
          <a:xfrm>
            <a:off x="5922963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Oval 1621"/>
          <p:cNvSpPr>
            <a:spLocks noChangeArrowheads="1"/>
          </p:cNvSpPr>
          <p:nvPr/>
        </p:nvSpPr>
        <p:spPr bwMode="auto">
          <a:xfrm>
            <a:off x="5937250" y="34544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622"/>
          <p:cNvSpPr>
            <a:spLocks noEditPoints="1"/>
          </p:cNvSpPr>
          <p:nvPr/>
        </p:nvSpPr>
        <p:spPr bwMode="auto">
          <a:xfrm>
            <a:off x="5922963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Oval 1623"/>
          <p:cNvSpPr>
            <a:spLocks noChangeArrowheads="1"/>
          </p:cNvSpPr>
          <p:nvPr/>
        </p:nvSpPr>
        <p:spPr bwMode="auto">
          <a:xfrm>
            <a:off x="5576888" y="309403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1624"/>
          <p:cNvSpPr>
            <a:spLocks noEditPoints="1"/>
          </p:cNvSpPr>
          <p:nvPr/>
        </p:nvSpPr>
        <p:spPr bwMode="auto">
          <a:xfrm>
            <a:off x="5562600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Oval 1625"/>
          <p:cNvSpPr>
            <a:spLocks noChangeArrowheads="1"/>
          </p:cNvSpPr>
          <p:nvPr/>
        </p:nvSpPr>
        <p:spPr bwMode="auto">
          <a:xfrm>
            <a:off x="5937250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1626"/>
          <p:cNvSpPr>
            <a:spLocks noEditPoints="1"/>
          </p:cNvSpPr>
          <p:nvPr/>
        </p:nvSpPr>
        <p:spPr bwMode="auto">
          <a:xfrm>
            <a:off x="5922963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Oval 1627"/>
          <p:cNvSpPr>
            <a:spLocks noChangeArrowheads="1"/>
          </p:cNvSpPr>
          <p:nvPr/>
        </p:nvSpPr>
        <p:spPr bwMode="auto">
          <a:xfrm>
            <a:off x="5397500" y="309403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1628"/>
          <p:cNvSpPr>
            <a:spLocks noEditPoints="1"/>
          </p:cNvSpPr>
          <p:nvPr/>
        </p:nvSpPr>
        <p:spPr bwMode="auto">
          <a:xfrm>
            <a:off x="5383213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1629"/>
          <p:cNvSpPr>
            <a:spLocks noChangeArrowheads="1"/>
          </p:cNvSpPr>
          <p:nvPr/>
        </p:nvSpPr>
        <p:spPr bwMode="auto">
          <a:xfrm>
            <a:off x="5397500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1630"/>
          <p:cNvSpPr>
            <a:spLocks noEditPoints="1"/>
          </p:cNvSpPr>
          <p:nvPr/>
        </p:nvSpPr>
        <p:spPr bwMode="auto">
          <a:xfrm>
            <a:off x="5383213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1631"/>
          <p:cNvSpPr>
            <a:spLocks noChangeArrowheads="1"/>
          </p:cNvSpPr>
          <p:nvPr/>
        </p:nvSpPr>
        <p:spPr bwMode="auto">
          <a:xfrm>
            <a:off x="5937250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1632"/>
          <p:cNvSpPr>
            <a:spLocks noEditPoints="1"/>
          </p:cNvSpPr>
          <p:nvPr/>
        </p:nvSpPr>
        <p:spPr bwMode="auto">
          <a:xfrm>
            <a:off x="5922963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Oval 1633"/>
          <p:cNvSpPr>
            <a:spLocks noChangeArrowheads="1"/>
          </p:cNvSpPr>
          <p:nvPr/>
        </p:nvSpPr>
        <p:spPr bwMode="auto">
          <a:xfrm>
            <a:off x="5576888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1634"/>
          <p:cNvSpPr>
            <a:spLocks noEditPoints="1"/>
          </p:cNvSpPr>
          <p:nvPr/>
        </p:nvSpPr>
        <p:spPr bwMode="auto">
          <a:xfrm>
            <a:off x="5562600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Oval 1635"/>
          <p:cNvSpPr>
            <a:spLocks noChangeArrowheads="1"/>
          </p:cNvSpPr>
          <p:nvPr/>
        </p:nvSpPr>
        <p:spPr bwMode="auto">
          <a:xfrm>
            <a:off x="5397500" y="29130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1636"/>
          <p:cNvSpPr>
            <a:spLocks noEditPoints="1"/>
          </p:cNvSpPr>
          <p:nvPr/>
        </p:nvSpPr>
        <p:spPr bwMode="auto">
          <a:xfrm>
            <a:off x="5383213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Oval 1637"/>
          <p:cNvSpPr>
            <a:spLocks noChangeArrowheads="1"/>
          </p:cNvSpPr>
          <p:nvPr/>
        </p:nvSpPr>
        <p:spPr bwMode="auto">
          <a:xfrm>
            <a:off x="5757863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1638"/>
          <p:cNvSpPr>
            <a:spLocks noEditPoints="1"/>
          </p:cNvSpPr>
          <p:nvPr/>
        </p:nvSpPr>
        <p:spPr bwMode="auto">
          <a:xfrm>
            <a:off x="5741988" y="2536826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Oval 1639"/>
          <p:cNvSpPr>
            <a:spLocks noChangeArrowheads="1"/>
          </p:cNvSpPr>
          <p:nvPr/>
        </p:nvSpPr>
        <p:spPr bwMode="auto">
          <a:xfrm>
            <a:off x="5937250" y="29130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1640"/>
          <p:cNvSpPr>
            <a:spLocks noEditPoints="1"/>
          </p:cNvSpPr>
          <p:nvPr/>
        </p:nvSpPr>
        <p:spPr bwMode="auto">
          <a:xfrm>
            <a:off x="5922963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Oval 1641"/>
          <p:cNvSpPr>
            <a:spLocks noChangeArrowheads="1"/>
          </p:cNvSpPr>
          <p:nvPr/>
        </p:nvSpPr>
        <p:spPr bwMode="auto">
          <a:xfrm>
            <a:off x="5937250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1642"/>
          <p:cNvSpPr>
            <a:spLocks noEditPoints="1"/>
          </p:cNvSpPr>
          <p:nvPr/>
        </p:nvSpPr>
        <p:spPr bwMode="auto">
          <a:xfrm>
            <a:off x="5922963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Oval 1643"/>
          <p:cNvSpPr>
            <a:spLocks noChangeArrowheads="1"/>
          </p:cNvSpPr>
          <p:nvPr/>
        </p:nvSpPr>
        <p:spPr bwMode="auto">
          <a:xfrm>
            <a:off x="5757863" y="21907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1644"/>
          <p:cNvSpPr>
            <a:spLocks noEditPoints="1"/>
          </p:cNvSpPr>
          <p:nvPr/>
        </p:nvSpPr>
        <p:spPr bwMode="auto">
          <a:xfrm>
            <a:off x="5741988" y="217646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Oval 1645"/>
          <p:cNvSpPr>
            <a:spLocks noChangeArrowheads="1"/>
          </p:cNvSpPr>
          <p:nvPr/>
        </p:nvSpPr>
        <p:spPr bwMode="auto">
          <a:xfrm>
            <a:off x="5937250" y="18303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1646"/>
          <p:cNvSpPr>
            <a:spLocks noEditPoints="1"/>
          </p:cNvSpPr>
          <p:nvPr/>
        </p:nvSpPr>
        <p:spPr bwMode="auto">
          <a:xfrm>
            <a:off x="5922963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Oval 1647"/>
          <p:cNvSpPr>
            <a:spLocks noChangeArrowheads="1"/>
          </p:cNvSpPr>
          <p:nvPr/>
        </p:nvSpPr>
        <p:spPr bwMode="auto">
          <a:xfrm>
            <a:off x="5937250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1648"/>
          <p:cNvSpPr>
            <a:spLocks noEditPoints="1"/>
          </p:cNvSpPr>
          <p:nvPr/>
        </p:nvSpPr>
        <p:spPr bwMode="auto">
          <a:xfrm>
            <a:off x="5922963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Oval 1649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1650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1651"/>
          <p:cNvSpPr>
            <a:spLocks/>
          </p:cNvSpPr>
          <p:nvPr/>
        </p:nvSpPr>
        <p:spPr bwMode="auto">
          <a:xfrm>
            <a:off x="3625850" y="2943226"/>
            <a:ext cx="1260475" cy="1443038"/>
          </a:xfrm>
          <a:custGeom>
            <a:avLst/>
            <a:gdLst>
              <a:gd name="T0" fmla="*/ 681 w 794"/>
              <a:gd name="T1" fmla="*/ 341 h 909"/>
              <a:gd name="T2" fmla="*/ 794 w 794"/>
              <a:gd name="T3" fmla="*/ 341 h 909"/>
              <a:gd name="T4" fmla="*/ 681 w 794"/>
              <a:gd name="T5" fmla="*/ 341 h 909"/>
              <a:gd name="T6" fmla="*/ 794 w 794"/>
              <a:gd name="T7" fmla="*/ 341 h 909"/>
              <a:gd name="T8" fmla="*/ 681 w 794"/>
              <a:gd name="T9" fmla="*/ 227 h 909"/>
              <a:gd name="T10" fmla="*/ 794 w 794"/>
              <a:gd name="T11" fmla="*/ 113 h 909"/>
              <a:gd name="T12" fmla="*/ 681 w 794"/>
              <a:gd name="T13" fmla="*/ 0 h 909"/>
              <a:gd name="T14" fmla="*/ 794 w 794"/>
              <a:gd name="T15" fmla="*/ 113 h 909"/>
              <a:gd name="T16" fmla="*/ 794 w 794"/>
              <a:gd name="T17" fmla="*/ 227 h 909"/>
              <a:gd name="T18" fmla="*/ 681 w 794"/>
              <a:gd name="T19" fmla="*/ 341 h 909"/>
              <a:gd name="T20" fmla="*/ 567 w 794"/>
              <a:gd name="T21" fmla="*/ 455 h 909"/>
              <a:gd name="T22" fmla="*/ 454 w 794"/>
              <a:gd name="T23" fmla="*/ 568 h 909"/>
              <a:gd name="T24" fmla="*/ 567 w 794"/>
              <a:gd name="T25" fmla="*/ 682 h 909"/>
              <a:gd name="T26" fmla="*/ 454 w 794"/>
              <a:gd name="T27" fmla="*/ 682 h 909"/>
              <a:gd name="T28" fmla="*/ 340 w 794"/>
              <a:gd name="T29" fmla="*/ 568 h 909"/>
              <a:gd name="T30" fmla="*/ 454 w 794"/>
              <a:gd name="T31" fmla="*/ 568 h 909"/>
              <a:gd name="T32" fmla="*/ 340 w 794"/>
              <a:gd name="T33" fmla="*/ 455 h 909"/>
              <a:gd name="T34" fmla="*/ 227 w 794"/>
              <a:gd name="T35" fmla="*/ 341 h 909"/>
              <a:gd name="T36" fmla="*/ 340 w 794"/>
              <a:gd name="T37" fmla="*/ 341 h 909"/>
              <a:gd name="T38" fmla="*/ 227 w 794"/>
              <a:gd name="T39" fmla="*/ 455 h 909"/>
              <a:gd name="T40" fmla="*/ 227 w 794"/>
              <a:gd name="T41" fmla="*/ 341 h 909"/>
              <a:gd name="T42" fmla="*/ 340 w 794"/>
              <a:gd name="T43" fmla="*/ 455 h 909"/>
              <a:gd name="T44" fmla="*/ 227 w 794"/>
              <a:gd name="T45" fmla="*/ 568 h 909"/>
              <a:gd name="T46" fmla="*/ 340 w 794"/>
              <a:gd name="T47" fmla="*/ 568 h 909"/>
              <a:gd name="T48" fmla="*/ 227 w 794"/>
              <a:gd name="T49" fmla="*/ 455 h 909"/>
              <a:gd name="T50" fmla="*/ 227 w 794"/>
              <a:gd name="T51" fmla="*/ 568 h 909"/>
              <a:gd name="T52" fmla="*/ 113 w 794"/>
              <a:gd name="T53" fmla="*/ 682 h 909"/>
              <a:gd name="T54" fmla="*/ 113 w 794"/>
              <a:gd name="T55" fmla="*/ 796 h 909"/>
              <a:gd name="T56" fmla="*/ 0 w 794"/>
              <a:gd name="T57" fmla="*/ 909 h 909"/>
              <a:gd name="T58" fmla="*/ 113 w 794"/>
              <a:gd name="T59" fmla="*/ 909 h 909"/>
              <a:gd name="T60" fmla="*/ 0 w 794"/>
              <a:gd name="T61" fmla="*/ 796 h 909"/>
              <a:gd name="T62" fmla="*/ 113 w 794"/>
              <a:gd name="T63" fmla="*/ 682 h 909"/>
              <a:gd name="T64" fmla="*/ 0 w 794"/>
              <a:gd name="T65" fmla="*/ 682 h 909"/>
              <a:gd name="T66" fmla="*/ 0 w 794"/>
              <a:gd name="T67" fmla="*/ 796 h 909"/>
              <a:gd name="T68" fmla="*/ 0 w 794"/>
              <a:gd name="T69" fmla="*/ 682 h 909"/>
              <a:gd name="T70" fmla="*/ 113 w 794"/>
              <a:gd name="T71" fmla="*/ 796 h 909"/>
              <a:gd name="T72" fmla="*/ 227 w 794"/>
              <a:gd name="T73" fmla="*/ 796 h 909"/>
              <a:gd name="T74" fmla="*/ 340 w 794"/>
              <a:gd name="T75" fmla="*/ 909 h 909"/>
              <a:gd name="T76" fmla="*/ 340 w 794"/>
              <a:gd name="T77" fmla="*/ 796 h 909"/>
              <a:gd name="T78" fmla="*/ 227 w 794"/>
              <a:gd name="T79" fmla="*/ 909 h 909"/>
              <a:gd name="T80" fmla="*/ 340 w 794"/>
              <a:gd name="T81" fmla="*/ 796 h 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94" h="909">
                <a:moveTo>
                  <a:pt x="681" y="341"/>
                </a:moveTo>
                <a:lnTo>
                  <a:pt x="794" y="341"/>
                </a:lnTo>
                <a:lnTo>
                  <a:pt x="681" y="341"/>
                </a:lnTo>
                <a:lnTo>
                  <a:pt x="794" y="341"/>
                </a:lnTo>
                <a:lnTo>
                  <a:pt x="681" y="227"/>
                </a:lnTo>
                <a:lnTo>
                  <a:pt x="794" y="113"/>
                </a:lnTo>
                <a:lnTo>
                  <a:pt x="681" y="0"/>
                </a:lnTo>
                <a:lnTo>
                  <a:pt x="794" y="113"/>
                </a:lnTo>
                <a:lnTo>
                  <a:pt x="794" y="227"/>
                </a:lnTo>
                <a:lnTo>
                  <a:pt x="681" y="341"/>
                </a:lnTo>
                <a:lnTo>
                  <a:pt x="567" y="455"/>
                </a:lnTo>
                <a:lnTo>
                  <a:pt x="454" y="568"/>
                </a:lnTo>
                <a:lnTo>
                  <a:pt x="567" y="682"/>
                </a:lnTo>
                <a:lnTo>
                  <a:pt x="454" y="682"/>
                </a:lnTo>
                <a:lnTo>
                  <a:pt x="340" y="568"/>
                </a:lnTo>
                <a:lnTo>
                  <a:pt x="454" y="568"/>
                </a:lnTo>
                <a:lnTo>
                  <a:pt x="340" y="455"/>
                </a:lnTo>
                <a:lnTo>
                  <a:pt x="227" y="341"/>
                </a:lnTo>
                <a:lnTo>
                  <a:pt x="340" y="341"/>
                </a:lnTo>
                <a:lnTo>
                  <a:pt x="227" y="455"/>
                </a:lnTo>
                <a:lnTo>
                  <a:pt x="227" y="341"/>
                </a:lnTo>
                <a:lnTo>
                  <a:pt x="340" y="455"/>
                </a:lnTo>
                <a:lnTo>
                  <a:pt x="227" y="568"/>
                </a:lnTo>
                <a:lnTo>
                  <a:pt x="340" y="568"/>
                </a:lnTo>
                <a:lnTo>
                  <a:pt x="227" y="455"/>
                </a:lnTo>
                <a:lnTo>
                  <a:pt x="227" y="568"/>
                </a:lnTo>
                <a:lnTo>
                  <a:pt x="113" y="682"/>
                </a:lnTo>
                <a:lnTo>
                  <a:pt x="113" y="796"/>
                </a:lnTo>
                <a:lnTo>
                  <a:pt x="0" y="909"/>
                </a:lnTo>
                <a:lnTo>
                  <a:pt x="113" y="909"/>
                </a:lnTo>
                <a:lnTo>
                  <a:pt x="0" y="796"/>
                </a:lnTo>
                <a:lnTo>
                  <a:pt x="113" y="682"/>
                </a:lnTo>
                <a:lnTo>
                  <a:pt x="0" y="682"/>
                </a:lnTo>
                <a:lnTo>
                  <a:pt x="0" y="796"/>
                </a:lnTo>
                <a:lnTo>
                  <a:pt x="0" y="682"/>
                </a:lnTo>
                <a:lnTo>
                  <a:pt x="113" y="796"/>
                </a:lnTo>
                <a:lnTo>
                  <a:pt x="227" y="796"/>
                </a:lnTo>
                <a:lnTo>
                  <a:pt x="340" y="909"/>
                </a:lnTo>
                <a:lnTo>
                  <a:pt x="340" y="796"/>
                </a:lnTo>
                <a:lnTo>
                  <a:pt x="227" y="909"/>
                </a:lnTo>
                <a:lnTo>
                  <a:pt x="340" y="796"/>
                </a:lnTo>
              </a:path>
            </a:pathLst>
          </a:custGeom>
          <a:noFill/>
          <a:ln w="28575" cap="flat">
            <a:solidFill>
              <a:srgbClr val="99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Oval 1652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1653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Oval 1654"/>
          <p:cNvSpPr>
            <a:spLocks noChangeArrowheads="1"/>
          </p:cNvSpPr>
          <p:nvPr/>
        </p:nvSpPr>
        <p:spPr bwMode="auto">
          <a:xfrm>
            <a:off x="4856163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1655"/>
          <p:cNvSpPr>
            <a:spLocks noEditPoints="1"/>
          </p:cNvSpPr>
          <p:nvPr/>
        </p:nvSpPr>
        <p:spPr bwMode="auto">
          <a:xfrm>
            <a:off x="4841875" y="344011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Oval 1656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1657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Oval 1658"/>
          <p:cNvSpPr>
            <a:spLocks noChangeArrowheads="1"/>
          </p:cNvSpPr>
          <p:nvPr/>
        </p:nvSpPr>
        <p:spPr bwMode="auto">
          <a:xfrm>
            <a:off x="4856163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1659"/>
          <p:cNvSpPr>
            <a:spLocks noEditPoints="1"/>
          </p:cNvSpPr>
          <p:nvPr/>
        </p:nvSpPr>
        <p:spPr bwMode="auto">
          <a:xfrm>
            <a:off x="4841875" y="344011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Oval 1660"/>
          <p:cNvSpPr>
            <a:spLocks noChangeArrowheads="1"/>
          </p:cNvSpPr>
          <p:nvPr/>
        </p:nvSpPr>
        <p:spPr bwMode="auto">
          <a:xfrm>
            <a:off x="4676775" y="32750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1661"/>
          <p:cNvSpPr>
            <a:spLocks noEditPoints="1"/>
          </p:cNvSpPr>
          <p:nvPr/>
        </p:nvSpPr>
        <p:spPr bwMode="auto">
          <a:xfrm>
            <a:off x="4662488" y="325913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Oval 1662"/>
          <p:cNvSpPr>
            <a:spLocks noChangeArrowheads="1"/>
          </p:cNvSpPr>
          <p:nvPr/>
        </p:nvSpPr>
        <p:spPr bwMode="auto">
          <a:xfrm>
            <a:off x="4856163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1663"/>
          <p:cNvSpPr>
            <a:spLocks noEditPoints="1"/>
          </p:cNvSpPr>
          <p:nvPr/>
        </p:nvSpPr>
        <p:spPr bwMode="auto">
          <a:xfrm>
            <a:off x="4841875" y="307975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Oval 1664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1665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Oval 1666"/>
          <p:cNvSpPr>
            <a:spLocks noChangeArrowheads="1"/>
          </p:cNvSpPr>
          <p:nvPr/>
        </p:nvSpPr>
        <p:spPr bwMode="auto">
          <a:xfrm>
            <a:off x="4856163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1667"/>
          <p:cNvSpPr>
            <a:spLocks noEditPoints="1"/>
          </p:cNvSpPr>
          <p:nvPr/>
        </p:nvSpPr>
        <p:spPr bwMode="auto">
          <a:xfrm>
            <a:off x="4841875" y="307975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Oval 1668"/>
          <p:cNvSpPr>
            <a:spLocks noChangeArrowheads="1"/>
          </p:cNvSpPr>
          <p:nvPr/>
        </p:nvSpPr>
        <p:spPr bwMode="auto">
          <a:xfrm>
            <a:off x="4856163" y="32750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1669"/>
          <p:cNvSpPr>
            <a:spLocks noEditPoints="1"/>
          </p:cNvSpPr>
          <p:nvPr/>
        </p:nvSpPr>
        <p:spPr bwMode="auto">
          <a:xfrm>
            <a:off x="4841875" y="325913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Oval 1670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1671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Oval 1672"/>
          <p:cNvSpPr>
            <a:spLocks noChangeArrowheads="1"/>
          </p:cNvSpPr>
          <p:nvPr/>
        </p:nvSpPr>
        <p:spPr bwMode="auto">
          <a:xfrm>
            <a:off x="4497387" y="3635376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1673"/>
          <p:cNvSpPr>
            <a:spLocks noEditPoints="1"/>
          </p:cNvSpPr>
          <p:nvPr/>
        </p:nvSpPr>
        <p:spPr bwMode="auto">
          <a:xfrm>
            <a:off x="4481512" y="362108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Oval 1674"/>
          <p:cNvSpPr>
            <a:spLocks noChangeArrowheads="1"/>
          </p:cNvSpPr>
          <p:nvPr/>
        </p:nvSpPr>
        <p:spPr bwMode="auto">
          <a:xfrm>
            <a:off x="4316412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1675"/>
          <p:cNvSpPr>
            <a:spLocks noEditPoints="1"/>
          </p:cNvSpPr>
          <p:nvPr/>
        </p:nvSpPr>
        <p:spPr bwMode="auto">
          <a:xfrm>
            <a:off x="4302125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Oval 1676"/>
          <p:cNvSpPr>
            <a:spLocks noChangeArrowheads="1"/>
          </p:cNvSpPr>
          <p:nvPr/>
        </p:nvSpPr>
        <p:spPr bwMode="auto">
          <a:xfrm>
            <a:off x="4497387" y="3997326"/>
            <a:ext cx="57150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1677"/>
          <p:cNvSpPr>
            <a:spLocks noEditPoints="1"/>
          </p:cNvSpPr>
          <p:nvPr/>
        </p:nvSpPr>
        <p:spPr bwMode="auto">
          <a:xfrm>
            <a:off x="4481512" y="39814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Oval 1678"/>
          <p:cNvSpPr>
            <a:spLocks noChangeArrowheads="1"/>
          </p:cNvSpPr>
          <p:nvPr/>
        </p:nvSpPr>
        <p:spPr bwMode="auto">
          <a:xfrm>
            <a:off x="4316412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1679"/>
          <p:cNvSpPr>
            <a:spLocks noEditPoints="1"/>
          </p:cNvSpPr>
          <p:nvPr/>
        </p:nvSpPr>
        <p:spPr bwMode="auto">
          <a:xfrm>
            <a:off x="4302125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Oval 1680"/>
          <p:cNvSpPr>
            <a:spLocks noChangeArrowheads="1"/>
          </p:cNvSpPr>
          <p:nvPr/>
        </p:nvSpPr>
        <p:spPr bwMode="auto">
          <a:xfrm>
            <a:off x="4137025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1681"/>
          <p:cNvSpPr>
            <a:spLocks noEditPoints="1"/>
          </p:cNvSpPr>
          <p:nvPr/>
        </p:nvSpPr>
        <p:spPr bwMode="auto">
          <a:xfrm>
            <a:off x="4122737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Oval 1682"/>
          <p:cNvSpPr>
            <a:spLocks noChangeArrowheads="1"/>
          </p:cNvSpPr>
          <p:nvPr/>
        </p:nvSpPr>
        <p:spPr bwMode="auto">
          <a:xfrm>
            <a:off x="4316412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1683"/>
          <p:cNvSpPr>
            <a:spLocks noEditPoints="1"/>
          </p:cNvSpPr>
          <p:nvPr/>
        </p:nvSpPr>
        <p:spPr bwMode="auto">
          <a:xfrm>
            <a:off x="4302125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Oval 1684"/>
          <p:cNvSpPr>
            <a:spLocks noChangeArrowheads="1"/>
          </p:cNvSpPr>
          <p:nvPr/>
        </p:nvSpPr>
        <p:spPr bwMode="auto">
          <a:xfrm>
            <a:off x="4137025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1685"/>
          <p:cNvSpPr>
            <a:spLocks noEditPoints="1"/>
          </p:cNvSpPr>
          <p:nvPr/>
        </p:nvSpPr>
        <p:spPr bwMode="auto">
          <a:xfrm>
            <a:off x="4122737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Oval 1686"/>
          <p:cNvSpPr>
            <a:spLocks noChangeArrowheads="1"/>
          </p:cNvSpPr>
          <p:nvPr/>
        </p:nvSpPr>
        <p:spPr bwMode="auto">
          <a:xfrm>
            <a:off x="3956050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1687"/>
          <p:cNvSpPr>
            <a:spLocks noEditPoints="1"/>
          </p:cNvSpPr>
          <p:nvPr/>
        </p:nvSpPr>
        <p:spPr bwMode="auto">
          <a:xfrm>
            <a:off x="3941762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Oval 1688"/>
          <p:cNvSpPr>
            <a:spLocks noChangeArrowheads="1"/>
          </p:cNvSpPr>
          <p:nvPr/>
        </p:nvSpPr>
        <p:spPr bwMode="auto">
          <a:xfrm>
            <a:off x="413702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1689"/>
          <p:cNvSpPr>
            <a:spLocks noEditPoints="1"/>
          </p:cNvSpPr>
          <p:nvPr/>
        </p:nvSpPr>
        <p:spPr bwMode="auto">
          <a:xfrm>
            <a:off x="4122737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Oval 1690"/>
          <p:cNvSpPr>
            <a:spLocks noChangeArrowheads="1"/>
          </p:cNvSpPr>
          <p:nvPr/>
        </p:nvSpPr>
        <p:spPr bwMode="auto">
          <a:xfrm>
            <a:off x="3956050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1691"/>
          <p:cNvSpPr>
            <a:spLocks noEditPoints="1"/>
          </p:cNvSpPr>
          <p:nvPr/>
        </p:nvSpPr>
        <p:spPr bwMode="auto">
          <a:xfrm>
            <a:off x="3941762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Oval 1692"/>
          <p:cNvSpPr>
            <a:spLocks noChangeArrowheads="1"/>
          </p:cNvSpPr>
          <p:nvPr/>
        </p:nvSpPr>
        <p:spPr bwMode="auto">
          <a:xfrm>
            <a:off x="3956050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1693"/>
          <p:cNvSpPr>
            <a:spLocks noEditPoints="1"/>
          </p:cNvSpPr>
          <p:nvPr/>
        </p:nvSpPr>
        <p:spPr bwMode="auto">
          <a:xfrm>
            <a:off x="3941762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Oval 1694"/>
          <p:cNvSpPr>
            <a:spLocks noChangeArrowheads="1"/>
          </p:cNvSpPr>
          <p:nvPr/>
        </p:nvSpPr>
        <p:spPr bwMode="auto">
          <a:xfrm>
            <a:off x="4137025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1695"/>
          <p:cNvSpPr>
            <a:spLocks noEditPoints="1"/>
          </p:cNvSpPr>
          <p:nvPr/>
        </p:nvSpPr>
        <p:spPr bwMode="auto">
          <a:xfrm>
            <a:off x="4122737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Oval 1696"/>
          <p:cNvSpPr>
            <a:spLocks noChangeArrowheads="1"/>
          </p:cNvSpPr>
          <p:nvPr/>
        </p:nvSpPr>
        <p:spPr bwMode="auto">
          <a:xfrm>
            <a:off x="3956050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697"/>
          <p:cNvSpPr>
            <a:spLocks noEditPoints="1"/>
          </p:cNvSpPr>
          <p:nvPr/>
        </p:nvSpPr>
        <p:spPr bwMode="auto">
          <a:xfrm>
            <a:off x="3941762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Oval 1698"/>
          <p:cNvSpPr>
            <a:spLocks noChangeArrowheads="1"/>
          </p:cNvSpPr>
          <p:nvPr/>
        </p:nvSpPr>
        <p:spPr bwMode="auto">
          <a:xfrm>
            <a:off x="4137025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699"/>
          <p:cNvSpPr>
            <a:spLocks noEditPoints="1"/>
          </p:cNvSpPr>
          <p:nvPr/>
        </p:nvSpPr>
        <p:spPr bwMode="auto">
          <a:xfrm>
            <a:off x="4122737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Oval 1700"/>
          <p:cNvSpPr>
            <a:spLocks noChangeArrowheads="1"/>
          </p:cNvSpPr>
          <p:nvPr/>
        </p:nvSpPr>
        <p:spPr bwMode="auto">
          <a:xfrm>
            <a:off x="3956050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701"/>
          <p:cNvSpPr>
            <a:spLocks noEditPoints="1"/>
          </p:cNvSpPr>
          <p:nvPr/>
        </p:nvSpPr>
        <p:spPr bwMode="auto">
          <a:xfrm>
            <a:off x="3941762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Oval 1702"/>
          <p:cNvSpPr>
            <a:spLocks noChangeArrowheads="1"/>
          </p:cNvSpPr>
          <p:nvPr/>
        </p:nvSpPr>
        <p:spPr bwMode="auto">
          <a:xfrm>
            <a:off x="3956050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703"/>
          <p:cNvSpPr>
            <a:spLocks noEditPoints="1"/>
          </p:cNvSpPr>
          <p:nvPr/>
        </p:nvSpPr>
        <p:spPr bwMode="auto">
          <a:xfrm>
            <a:off x="3941762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Oval 1704"/>
          <p:cNvSpPr>
            <a:spLocks noChangeArrowheads="1"/>
          </p:cNvSpPr>
          <p:nvPr/>
        </p:nvSpPr>
        <p:spPr bwMode="auto">
          <a:xfrm>
            <a:off x="3776662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705"/>
          <p:cNvSpPr>
            <a:spLocks noEditPoints="1"/>
          </p:cNvSpPr>
          <p:nvPr/>
        </p:nvSpPr>
        <p:spPr bwMode="auto">
          <a:xfrm>
            <a:off x="3762375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706"/>
          <p:cNvSpPr>
            <a:spLocks noChangeArrowheads="1"/>
          </p:cNvSpPr>
          <p:nvPr/>
        </p:nvSpPr>
        <p:spPr bwMode="auto">
          <a:xfrm>
            <a:off x="3776662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707"/>
          <p:cNvSpPr>
            <a:spLocks noEditPoints="1"/>
          </p:cNvSpPr>
          <p:nvPr/>
        </p:nvSpPr>
        <p:spPr bwMode="auto">
          <a:xfrm>
            <a:off x="3762375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1708"/>
          <p:cNvSpPr>
            <a:spLocks noChangeArrowheads="1"/>
          </p:cNvSpPr>
          <p:nvPr/>
        </p:nvSpPr>
        <p:spPr bwMode="auto">
          <a:xfrm>
            <a:off x="3595687" y="43576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709"/>
          <p:cNvSpPr>
            <a:spLocks noEditPoints="1"/>
          </p:cNvSpPr>
          <p:nvPr/>
        </p:nvSpPr>
        <p:spPr bwMode="auto">
          <a:xfrm>
            <a:off x="3581400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1710"/>
          <p:cNvSpPr>
            <a:spLocks noChangeArrowheads="1"/>
          </p:cNvSpPr>
          <p:nvPr/>
        </p:nvSpPr>
        <p:spPr bwMode="auto">
          <a:xfrm>
            <a:off x="3776662" y="43576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711"/>
          <p:cNvSpPr>
            <a:spLocks noEditPoints="1"/>
          </p:cNvSpPr>
          <p:nvPr/>
        </p:nvSpPr>
        <p:spPr bwMode="auto">
          <a:xfrm>
            <a:off x="3762375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1712"/>
          <p:cNvSpPr>
            <a:spLocks noChangeArrowheads="1"/>
          </p:cNvSpPr>
          <p:nvPr/>
        </p:nvSpPr>
        <p:spPr bwMode="auto">
          <a:xfrm>
            <a:off x="3595687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713"/>
          <p:cNvSpPr>
            <a:spLocks noEditPoints="1"/>
          </p:cNvSpPr>
          <p:nvPr/>
        </p:nvSpPr>
        <p:spPr bwMode="auto">
          <a:xfrm>
            <a:off x="3581400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1714"/>
          <p:cNvSpPr>
            <a:spLocks noChangeArrowheads="1"/>
          </p:cNvSpPr>
          <p:nvPr/>
        </p:nvSpPr>
        <p:spPr bwMode="auto">
          <a:xfrm>
            <a:off x="3776662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715"/>
          <p:cNvSpPr>
            <a:spLocks noEditPoints="1"/>
          </p:cNvSpPr>
          <p:nvPr/>
        </p:nvSpPr>
        <p:spPr bwMode="auto">
          <a:xfrm>
            <a:off x="3762375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1716"/>
          <p:cNvSpPr>
            <a:spLocks noChangeArrowheads="1"/>
          </p:cNvSpPr>
          <p:nvPr/>
        </p:nvSpPr>
        <p:spPr bwMode="auto">
          <a:xfrm>
            <a:off x="3595687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717"/>
          <p:cNvSpPr>
            <a:spLocks noEditPoints="1"/>
          </p:cNvSpPr>
          <p:nvPr/>
        </p:nvSpPr>
        <p:spPr bwMode="auto">
          <a:xfrm>
            <a:off x="3581400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1718"/>
          <p:cNvSpPr>
            <a:spLocks noChangeArrowheads="1"/>
          </p:cNvSpPr>
          <p:nvPr/>
        </p:nvSpPr>
        <p:spPr bwMode="auto">
          <a:xfrm>
            <a:off x="3595687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719"/>
          <p:cNvSpPr>
            <a:spLocks noEditPoints="1"/>
          </p:cNvSpPr>
          <p:nvPr/>
        </p:nvSpPr>
        <p:spPr bwMode="auto">
          <a:xfrm>
            <a:off x="3581400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1720"/>
          <p:cNvSpPr>
            <a:spLocks noChangeArrowheads="1"/>
          </p:cNvSpPr>
          <p:nvPr/>
        </p:nvSpPr>
        <p:spPr bwMode="auto">
          <a:xfrm>
            <a:off x="3595687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721"/>
          <p:cNvSpPr>
            <a:spLocks noEditPoints="1"/>
          </p:cNvSpPr>
          <p:nvPr/>
        </p:nvSpPr>
        <p:spPr bwMode="auto">
          <a:xfrm>
            <a:off x="3581400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1722"/>
          <p:cNvSpPr>
            <a:spLocks noChangeArrowheads="1"/>
          </p:cNvSpPr>
          <p:nvPr/>
        </p:nvSpPr>
        <p:spPr bwMode="auto">
          <a:xfrm>
            <a:off x="3776662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723"/>
          <p:cNvSpPr>
            <a:spLocks noEditPoints="1"/>
          </p:cNvSpPr>
          <p:nvPr/>
        </p:nvSpPr>
        <p:spPr bwMode="auto">
          <a:xfrm>
            <a:off x="3762375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1724"/>
          <p:cNvSpPr>
            <a:spLocks noChangeArrowheads="1"/>
          </p:cNvSpPr>
          <p:nvPr/>
        </p:nvSpPr>
        <p:spPr bwMode="auto">
          <a:xfrm>
            <a:off x="3956050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725"/>
          <p:cNvSpPr>
            <a:spLocks noEditPoints="1"/>
          </p:cNvSpPr>
          <p:nvPr/>
        </p:nvSpPr>
        <p:spPr bwMode="auto">
          <a:xfrm>
            <a:off x="3941762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1726"/>
          <p:cNvSpPr>
            <a:spLocks noChangeArrowheads="1"/>
          </p:cNvSpPr>
          <p:nvPr/>
        </p:nvSpPr>
        <p:spPr bwMode="auto">
          <a:xfrm>
            <a:off x="4137025" y="43576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727"/>
          <p:cNvSpPr>
            <a:spLocks noEditPoints="1"/>
          </p:cNvSpPr>
          <p:nvPr/>
        </p:nvSpPr>
        <p:spPr bwMode="auto">
          <a:xfrm>
            <a:off x="4122737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1728"/>
          <p:cNvSpPr>
            <a:spLocks noChangeArrowheads="1"/>
          </p:cNvSpPr>
          <p:nvPr/>
        </p:nvSpPr>
        <p:spPr bwMode="auto">
          <a:xfrm>
            <a:off x="4137025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729"/>
          <p:cNvSpPr>
            <a:spLocks noEditPoints="1"/>
          </p:cNvSpPr>
          <p:nvPr/>
        </p:nvSpPr>
        <p:spPr bwMode="auto">
          <a:xfrm>
            <a:off x="4122737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Oval 1730"/>
          <p:cNvSpPr>
            <a:spLocks noChangeArrowheads="1"/>
          </p:cNvSpPr>
          <p:nvPr/>
        </p:nvSpPr>
        <p:spPr bwMode="auto">
          <a:xfrm>
            <a:off x="3956050" y="43576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731"/>
          <p:cNvSpPr>
            <a:spLocks noEditPoints="1"/>
          </p:cNvSpPr>
          <p:nvPr/>
        </p:nvSpPr>
        <p:spPr bwMode="auto">
          <a:xfrm>
            <a:off x="3941762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Oval 1732"/>
          <p:cNvSpPr>
            <a:spLocks noChangeArrowheads="1"/>
          </p:cNvSpPr>
          <p:nvPr/>
        </p:nvSpPr>
        <p:spPr bwMode="auto">
          <a:xfrm>
            <a:off x="4137025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733"/>
          <p:cNvSpPr>
            <a:spLocks noEditPoints="1"/>
          </p:cNvSpPr>
          <p:nvPr/>
        </p:nvSpPr>
        <p:spPr bwMode="auto">
          <a:xfrm>
            <a:off x="4122737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4" name="TextBox 1733"/>
          <p:cNvSpPr txBox="1"/>
          <p:nvPr/>
        </p:nvSpPr>
        <p:spPr>
          <a:xfrm>
            <a:off x="4206241" y="574766"/>
            <a:ext cx="9973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Kinesis 1</a:t>
            </a:r>
            <a:endParaRPr lang="en-US" dirty="0"/>
          </a:p>
        </p:txBody>
      </p:sp>
      <p:sp>
        <p:nvSpPr>
          <p:cNvPr id="1735" name="TextBox 1734"/>
          <p:cNvSpPr txBox="1"/>
          <p:nvPr/>
        </p:nvSpPr>
        <p:spPr>
          <a:xfrm>
            <a:off x="0" y="1276538"/>
            <a:ext cx="3051018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Video is of 20 students’ results from Kinesis condition 1.</a:t>
            </a:r>
          </a:p>
          <a:p>
            <a:endParaRPr lang="en-US" dirty="0"/>
          </a:p>
          <a:p>
            <a:r>
              <a:rPr lang="en-US" dirty="0" smtClean="0"/>
              <a:t>Paths are essentially random, as seen by (semi) equal distribution across the grid.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425460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205"/>
          <p:cNvGrpSpPr>
            <a:grpSpLocks/>
          </p:cNvGrpSpPr>
          <p:nvPr/>
        </p:nvGrpSpPr>
        <p:grpSpPr bwMode="auto">
          <a:xfrm>
            <a:off x="3443287" y="1408113"/>
            <a:ext cx="2622550" cy="3887788"/>
            <a:chOff x="2169" y="887"/>
            <a:chExt cx="1652" cy="2449"/>
          </a:xfrm>
        </p:grpSpPr>
        <p:sp>
          <p:nvSpPr>
            <p:cNvPr id="1413" name="Rectangle 5"/>
            <p:cNvSpPr>
              <a:spLocks noChangeArrowheads="1"/>
            </p:cNvSpPr>
            <p:nvPr/>
          </p:nvSpPr>
          <p:spPr bwMode="auto">
            <a:xfrm>
              <a:off x="2170" y="887"/>
              <a:ext cx="1645" cy="24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Rectangle 6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7"/>
            <p:cNvSpPr>
              <a:spLocks noEditPoints="1"/>
            </p:cNvSpPr>
            <p:nvPr/>
          </p:nvSpPr>
          <p:spPr bwMode="auto">
            <a:xfrm>
              <a:off x="216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Rectangle 8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Rectangle 9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0"/>
            <p:cNvSpPr>
              <a:spLocks noEditPoints="1"/>
            </p:cNvSpPr>
            <p:nvPr/>
          </p:nvSpPr>
          <p:spPr bwMode="auto">
            <a:xfrm>
              <a:off x="222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Rectangle 11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Rectangle 12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3"/>
            <p:cNvSpPr>
              <a:spLocks noEditPoints="1"/>
            </p:cNvSpPr>
            <p:nvPr/>
          </p:nvSpPr>
          <p:spPr bwMode="auto">
            <a:xfrm>
              <a:off x="2282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Rectangle 14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Rectangle 15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6"/>
            <p:cNvSpPr>
              <a:spLocks noEditPoints="1"/>
            </p:cNvSpPr>
            <p:nvPr/>
          </p:nvSpPr>
          <p:spPr bwMode="auto">
            <a:xfrm>
              <a:off x="233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Rectangle 17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Rectangle 18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9"/>
            <p:cNvSpPr>
              <a:spLocks noEditPoints="1"/>
            </p:cNvSpPr>
            <p:nvPr/>
          </p:nvSpPr>
          <p:spPr bwMode="auto">
            <a:xfrm>
              <a:off x="239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Rectangle 20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Rectangle 21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22"/>
            <p:cNvSpPr>
              <a:spLocks noEditPoints="1"/>
            </p:cNvSpPr>
            <p:nvPr/>
          </p:nvSpPr>
          <p:spPr bwMode="auto">
            <a:xfrm>
              <a:off x="2453" y="892"/>
              <a:ext cx="2" cy="2440"/>
            </a:xfrm>
            <a:custGeom>
              <a:avLst/>
              <a:gdLst>
                <a:gd name="T0" fmla="*/ 2 w 2"/>
                <a:gd name="T1" fmla="*/ 2384 h 2440"/>
                <a:gd name="T2" fmla="*/ 2 w 2"/>
                <a:gd name="T3" fmla="*/ 2343 h 2440"/>
                <a:gd name="T4" fmla="*/ 0 w 2"/>
                <a:gd name="T5" fmla="*/ 2306 h 2440"/>
                <a:gd name="T6" fmla="*/ 0 w 2"/>
                <a:gd name="T7" fmla="*/ 2274 h 2440"/>
                <a:gd name="T8" fmla="*/ 2 w 2"/>
                <a:gd name="T9" fmla="*/ 2237 h 2440"/>
                <a:gd name="T10" fmla="*/ 2 w 2"/>
                <a:gd name="T11" fmla="*/ 2181 h 2440"/>
                <a:gd name="T12" fmla="*/ 2 w 2"/>
                <a:gd name="T13" fmla="*/ 2140 h 2440"/>
                <a:gd name="T14" fmla="*/ 0 w 2"/>
                <a:gd name="T15" fmla="*/ 2103 h 2440"/>
                <a:gd name="T16" fmla="*/ 0 w 2"/>
                <a:gd name="T17" fmla="*/ 2071 h 2440"/>
                <a:gd name="T18" fmla="*/ 2 w 2"/>
                <a:gd name="T19" fmla="*/ 2034 h 2440"/>
                <a:gd name="T20" fmla="*/ 2 w 2"/>
                <a:gd name="T21" fmla="*/ 1978 h 2440"/>
                <a:gd name="T22" fmla="*/ 2 w 2"/>
                <a:gd name="T23" fmla="*/ 1937 h 2440"/>
                <a:gd name="T24" fmla="*/ 0 w 2"/>
                <a:gd name="T25" fmla="*/ 1900 h 2440"/>
                <a:gd name="T26" fmla="*/ 0 w 2"/>
                <a:gd name="T27" fmla="*/ 1868 h 2440"/>
                <a:gd name="T28" fmla="*/ 2 w 2"/>
                <a:gd name="T29" fmla="*/ 1831 h 2440"/>
                <a:gd name="T30" fmla="*/ 2 w 2"/>
                <a:gd name="T31" fmla="*/ 1775 h 2440"/>
                <a:gd name="T32" fmla="*/ 2 w 2"/>
                <a:gd name="T33" fmla="*/ 1734 h 2440"/>
                <a:gd name="T34" fmla="*/ 0 w 2"/>
                <a:gd name="T35" fmla="*/ 1697 h 2440"/>
                <a:gd name="T36" fmla="*/ 0 w 2"/>
                <a:gd name="T37" fmla="*/ 1665 h 2440"/>
                <a:gd name="T38" fmla="*/ 2 w 2"/>
                <a:gd name="T39" fmla="*/ 1628 h 2440"/>
                <a:gd name="T40" fmla="*/ 2 w 2"/>
                <a:gd name="T41" fmla="*/ 1572 h 2440"/>
                <a:gd name="T42" fmla="*/ 2 w 2"/>
                <a:gd name="T43" fmla="*/ 1531 h 2440"/>
                <a:gd name="T44" fmla="*/ 0 w 2"/>
                <a:gd name="T45" fmla="*/ 1494 h 2440"/>
                <a:gd name="T46" fmla="*/ 0 w 2"/>
                <a:gd name="T47" fmla="*/ 1462 h 2440"/>
                <a:gd name="T48" fmla="*/ 2 w 2"/>
                <a:gd name="T49" fmla="*/ 1425 h 2440"/>
                <a:gd name="T50" fmla="*/ 2 w 2"/>
                <a:gd name="T51" fmla="*/ 1370 h 2440"/>
                <a:gd name="T52" fmla="*/ 2 w 2"/>
                <a:gd name="T53" fmla="*/ 1328 h 2440"/>
                <a:gd name="T54" fmla="*/ 0 w 2"/>
                <a:gd name="T55" fmla="*/ 1291 h 2440"/>
                <a:gd name="T56" fmla="*/ 0 w 2"/>
                <a:gd name="T57" fmla="*/ 1259 h 2440"/>
                <a:gd name="T58" fmla="*/ 2 w 2"/>
                <a:gd name="T59" fmla="*/ 1222 h 2440"/>
                <a:gd name="T60" fmla="*/ 2 w 2"/>
                <a:gd name="T61" fmla="*/ 1167 h 2440"/>
                <a:gd name="T62" fmla="*/ 2 w 2"/>
                <a:gd name="T63" fmla="*/ 1125 h 2440"/>
                <a:gd name="T64" fmla="*/ 0 w 2"/>
                <a:gd name="T65" fmla="*/ 1088 h 2440"/>
                <a:gd name="T66" fmla="*/ 0 w 2"/>
                <a:gd name="T67" fmla="*/ 1056 h 2440"/>
                <a:gd name="T68" fmla="*/ 2 w 2"/>
                <a:gd name="T69" fmla="*/ 1019 h 2440"/>
                <a:gd name="T70" fmla="*/ 2 w 2"/>
                <a:gd name="T71" fmla="*/ 964 h 2440"/>
                <a:gd name="T72" fmla="*/ 2 w 2"/>
                <a:gd name="T73" fmla="*/ 922 h 2440"/>
                <a:gd name="T74" fmla="*/ 0 w 2"/>
                <a:gd name="T75" fmla="*/ 885 h 2440"/>
                <a:gd name="T76" fmla="*/ 0 w 2"/>
                <a:gd name="T77" fmla="*/ 853 h 2440"/>
                <a:gd name="T78" fmla="*/ 2 w 2"/>
                <a:gd name="T79" fmla="*/ 816 h 2440"/>
                <a:gd name="T80" fmla="*/ 2 w 2"/>
                <a:gd name="T81" fmla="*/ 761 h 2440"/>
                <a:gd name="T82" fmla="*/ 2 w 2"/>
                <a:gd name="T83" fmla="*/ 719 h 2440"/>
                <a:gd name="T84" fmla="*/ 0 w 2"/>
                <a:gd name="T85" fmla="*/ 682 h 2440"/>
                <a:gd name="T86" fmla="*/ 0 w 2"/>
                <a:gd name="T87" fmla="*/ 650 h 2440"/>
                <a:gd name="T88" fmla="*/ 2 w 2"/>
                <a:gd name="T89" fmla="*/ 613 h 2440"/>
                <a:gd name="T90" fmla="*/ 2 w 2"/>
                <a:gd name="T91" fmla="*/ 558 h 2440"/>
                <a:gd name="T92" fmla="*/ 2 w 2"/>
                <a:gd name="T93" fmla="*/ 516 h 2440"/>
                <a:gd name="T94" fmla="*/ 0 w 2"/>
                <a:gd name="T95" fmla="*/ 479 h 2440"/>
                <a:gd name="T96" fmla="*/ 0 w 2"/>
                <a:gd name="T97" fmla="*/ 447 h 2440"/>
                <a:gd name="T98" fmla="*/ 2 w 2"/>
                <a:gd name="T99" fmla="*/ 410 h 2440"/>
                <a:gd name="T100" fmla="*/ 2 w 2"/>
                <a:gd name="T101" fmla="*/ 355 h 2440"/>
                <a:gd name="T102" fmla="*/ 2 w 2"/>
                <a:gd name="T103" fmla="*/ 313 h 2440"/>
                <a:gd name="T104" fmla="*/ 0 w 2"/>
                <a:gd name="T105" fmla="*/ 276 h 2440"/>
                <a:gd name="T106" fmla="*/ 0 w 2"/>
                <a:gd name="T107" fmla="*/ 244 h 2440"/>
                <a:gd name="T108" fmla="*/ 2 w 2"/>
                <a:gd name="T109" fmla="*/ 207 h 2440"/>
                <a:gd name="T110" fmla="*/ 2 w 2"/>
                <a:gd name="T111" fmla="*/ 152 h 2440"/>
                <a:gd name="T112" fmla="*/ 2 w 2"/>
                <a:gd name="T113" fmla="*/ 110 h 2440"/>
                <a:gd name="T114" fmla="*/ 0 w 2"/>
                <a:gd name="T115" fmla="*/ 73 h 2440"/>
                <a:gd name="T116" fmla="*/ 0 w 2"/>
                <a:gd name="T117" fmla="*/ 41 h 2440"/>
                <a:gd name="T118" fmla="*/ 2 w 2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" h="2440">
                  <a:moveTo>
                    <a:pt x="2" y="2421"/>
                  </a:moveTo>
                  <a:lnTo>
                    <a:pt x="2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2" y="2421"/>
                  </a:lnTo>
                  <a:close/>
                  <a:moveTo>
                    <a:pt x="2" y="2403"/>
                  </a:moveTo>
                  <a:lnTo>
                    <a:pt x="2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2" y="2403"/>
                  </a:lnTo>
                  <a:close/>
                  <a:moveTo>
                    <a:pt x="2" y="2384"/>
                  </a:moveTo>
                  <a:lnTo>
                    <a:pt x="2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2" y="2384"/>
                  </a:lnTo>
                  <a:close/>
                  <a:moveTo>
                    <a:pt x="2" y="2366"/>
                  </a:moveTo>
                  <a:lnTo>
                    <a:pt x="2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2" y="2366"/>
                  </a:lnTo>
                  <a:close/>
                  <a:moveTo>
                    <a:pt x="2" y="2347"/>
                  </a:moveTo>
                  <a:lnTo>
                    <a:pt x="2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2" y="2347"/>
                  </a:lnTo>
                  <a:close/>
                  <a:moveTo>
                    <a:pt x="2" y="2329"/>
                  </a:moveTo>
                  <a:lnTo>
                    <a:pt x="2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2" y="2329"/>
                  </a:lnTo>
                  <a:close/>
                  <a:moveTo>
                    <a:pt x="2" y="2310"/>
                  </a:moveTo>
                  <a:lnTo>
                    <a:pt x="2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2" y="2310"/>
                  </a:lnTo>
                  <a:close/>
                  <a:moveTo>
                    <a:pt x="2" y="2292"/>
                  </a:moveTo>
                  <a:lnTo>
                    <a:pt x="2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2" y="2292"/>
                  </a:lnTo>
                  <a:close/>
                  <a:moveTo>
                    <a:pt x="2" y="2274"/>
                  </a:moveTo>
                  <a:lnTo>
                    <a:pt x="2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2" y="2274"/>
                  </a:lnTo>
                  <a:close/>
                  <a:moveTo>
                    <a:pt x="2" y="2255"/>
                  </a:moveTo>
                  <a:lnTo>
                    <a:pt x="2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2" y="2255"/>
                  </a:lnTo>
                  <a:close/>
                  <a:moveTo>
                    <a:pt x="2" y="2237"/>
                  </a:moveTo>
                  <a:lnTo>
                    <a:pt x="2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2" y="2237"/>
                  </a:lnTo>
                  <a:close/>
                  <a:moveTo>
                    <a:pt x="2" y="2218"/>
                  </a:moveTo>
                  <a:lnTo>
                    <a:pt x="2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2" y="2218"/>
                  </a:lnTo>
                  <a:close/>
                  <a:moveTo>
                    <a:pt x="2" y="2200"/>
                  </a:moveTo>
                  <a:lnTo>
                    <a:pt x="2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2" y="2200"/>
                  </a:lnTo>
                  <a:close/>
                  <a:moveTo>
                    <a:pt x="2" y="2181"/>
                  </a:moveTo>
                  <a:lnTo>
                    <a:pt x="2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2" y="2181"/>
                  </a:lnTo>
                  <a:close/>
                  <a:moveTo>
                    <a:pt x="2" y="2163"/>
                  </a:moveTo>
                  <a:lnTo>
                    <a:pt x="2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2" y="2163"/>
                  </a:lnTo>
                  <a:close/>
                  <a:moveTo>
                    <a:pt x="2" y="2144"/>
                  </a:moveTo>
                  <a:lnTo>
                    <a:pt x="2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2" y="2144"/>
                  </a:lnTo>
                  <a:close/>
                  <a:moveTo>
                    <a:pt x="2" y="2126"/>
                  </a:moveTo>
                  <a:lnTo>
                    <a:pt x="2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2" y="2126"/>
                  </a:lnTo>
                  <a:close/>
                  <a:moveTo>
                    <a:pt x="2" y="2107"/>
                  </a:moveTo>
                  <a:lnTo>
                    <a:pt x="2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2" y="2107"/>
                  </a:lnTo>
                  <a:close/>
                  <a:moveTo>
                    <a:pt x="2" y="2089"/>
                  </a:moveTo>
                  <a:lnTo>
                    <a:pt x="2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2" y="2089"/>
                  </a:lnTo>
                  <a:close/>
                  <a:moveTo>
                    <a:pt x="2" y="2071"/>
                  </a:moveTo>
                  <a:lnTo>
                    <a:pt x="2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2" y="2071"/>
                  </a:lnTo>
                  <a:close/>
                  <a:moveTo>
                    <a:pt x="2" y="2052"/>
                  </a:moveTo>
                  <a:lnTo>
                    <a:pt x="2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2" y="2052"/>
                  </a:lnTo>
                  <a:close/>
                  <a:moveTo>
                    <a:pt x="2" y="2034"/>
                  </a:moveTo>
                  <a:lnTo>
                    <a:pt x="2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2" y="2034"/>
                  </a:lnTo>
                  <a:close/>
                  <a:moveTo>
                    <a:pt x="2" y="2015"/>
                  </a:moveTo>
                  <a:lnTo>
                    <a:pt x="2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2" y="2015"/>
                  </a:lnTo>
                  <a:close/>
                  <a:moveTo>
                    <a:pt x="2" y="1997"/>
                  </a:moveTo>
                  <a:lnTo>
                    <a:pt x="2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2" y="1997"/>
                  </a:lnTo>
                  <a:close/>
                  <a:moveTo>
                    <a:pt x="2" y="1978"/>
                  </a:moveTo>
                  <a:lnTo>
                    <a:pt x="2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2" y="1978"/>
                  </a:lnTo>
                  <a:close/>
                  <a:moveTo>
                    <a:pt x="2" y="1960"/>
                  </a:moveTo>
                  <a:lnTo>
                    <a:pt x="2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2" y="1960"/>
                  </a:lnTo>
                  <a:close/>
                  <a:moveTo>
                    <a:pt x="2" y="1941"/>
                  </a:moveTo>
                  <a:lnTo>
                    <a:pt x="2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2" y="1941"/>
                  </a:lnTo>
                  <a:close/>
                  <a:moveTo>
                    <a:pt x="2" y="1923"/>
                  </a:moveTo>
                  <a:lnTo>
                    <a:pt x="2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2" y="1923"/>
                  </a:lnTo>
                  <a:close/>
                  <a:moveTo>
                    <a:pt x="2" y="1905"/>
                  </a:moveTo>
                  <a:lnTo>
                    <a:pt x="2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2" y="1905"/>
                  </a:lnTo>
                  <a:close/>
                  <a:moveTo>
                    <a:pt x="2" y="1886"/>
                  </a:moveTo>
                  <a:lnTo>
                    <a:pt x="2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2" y="1886"/>
                  </a:lnTo>
                  <a:close/>
                  <a:moveTo>
                    <a:pt x="2" y="1868"/>
                  </a:moveTo>
                  <a:lnTo>
                    <a:pt x="2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2" y="1868"/>
                  </a:lnTo>
                  <a:close/>
                  <a:moveTo>
                    <a:pt x="2" y="1849"/>
                  </a:moveTo>
                  <a:lnTo>
                    <a:pt x="2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2" y="1849"/>
                  </a:lnTo>
                  <a:close/>
                  <a:moveTo>
                    <a:pt x="2" y="1831"/>
                  </a:moveTo>
                  <a:lnTo>
                    <a:pt x="2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2" y="1831"/>
                  </a:lnTo>
                  <a:close/>
                  <a:moveTo>
                    <a:pt x="2" y="1812"/>
                  </a:moveTo>
                  <a:lnTo>
                    <a:pt x="2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2" y="1812"/>
                  </a:lnTo>
                  <a:close/>
                  <a:moveTo>
                    <a:pt x="2" y="1794"/>
                  </a:moveTo>
                  <a:lnTo>
                    <a:pt x="2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2" y="1794"/>
                  </a:lnTo>
                  <a:close/>
                  <a:moveTo>
                    <a:pt x="2" y="1775"/>
                  </a:moveTo>
                  <a:lnTo>
                    <a:pt x="2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2" y="1775"/>
                  </a:lnTo>
                  <a:close/>
                  <a:moveTo>
                    <a:pt x="2" y="1757"/>
                  </a:moveTo>
                  <a:lnTo>
                    <a:pt x="2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2" y="1757"/>
                  </a:lnTo>
                  <a:close/>
                  <a:moveTo>
                    <a:pt x="2" y="1739"/>
                  </a:moveTo>
                  <a:lnTo>
                    <a:pt x="2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2" y="1739"/>
                  </a:lnTo>
                  <a:close/>
                  <a:moveTo>
                    <a:pt x="2" y="1720"/>
                  </a:moveTo>
                  <a:lnTo>
                    <a:pt x="2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2" y="1720"/>
                  </a:lnTo>
                  <a:close/>
                  <a:moveTo>
                    <a:pt x="2" y="1702"/>
                  </a:moveTo>
                  <a:lnTo>
                    <a:pt x="2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2" y="1702"/>
                  </a:lnTo>
                  <a:close/>
                  <a:moveTo>
                    <a:pt x="2" y="1683"/>
                  </a:moveTo>
                  <a:lnTo>
                    <a:pt x="2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2" y="1683"/>
                  </a:lnTo>
                  <a:close/>
                  <a:moveTo>
                    <a:pt x="2" y="1665"/>
                  </a:moveTo>
                  <a:lnTo>
                    <a:pt x="2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2" y="1665"/>
                  </a:lnTo>
                  <a:close/>
                  <a:moveTo>
                    <a:pt x="2" y="1646"/>
                  </a:moveTo>
                  <a:lnTo>
                    <a:pt x="2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2" y="1646"/>
                  </a:lnTo>
                  <a:close/>
                  <a:moveTo>
                    <a:pt x="2" y="1628"/>
                  </a:moveTo>
                  <a:lnTo>
                    <a:pt x="2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2" y="1628"/>
                  </a:lnTo>
                  <a:close/>
                  <a:moveTo>
                    <a:pt x="2" y="1609"/>
                  </a:moveTo>
                  <a:lnTo>
                    <a:pt x="2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2" y="1609"/>
                  </a:lnTo>
                  <a:close/>
                  <a:moveTo>
                    <a:pt x="2" y="1591"/>
                  </a:moveTo>
                  <a:lnTo>
                    <a:pt x="2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2" y="1591"/>
                  </a:lnTo>
                  <a:close/>
                  <a:moveTo>
                    <a:pt x="2" y="1572"/>
                  </a:moveTo>
                  <a:lnTo>
                    <a:pt x="2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2" y="1572"/>
                  </a:lnTo>
                  <a:close/>
                  <a:moveTo>
                    <a:pt x="2" y="1554"/>
                  </a:moveTo>
                  <a:lnTo>
                    <a:pt x="2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2" y="1554"/>
                  </a:lnTo>
                  <a:close/>
                  <a:moveTo>
                    <a:pt x="2" y="1536"/>
                  </a:moveTo>
                  <a:lnTo>
                    <a:pt x="2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2" y="1536"/>
                  </a:lnTo>
                  <a:close/>
                  <a:moveTo>
                    <a:pt x="2" y="1517"/>
                  </a:moveTo>
                  <a:lnTo>
                    <a:pt x="2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2" y="1517"/>
                  </a:lnTo>
                  <a:close/>
                  <a:moveTo>
                    <a:pt x="2" y="1499"/>
                  </a:moveTo>
                  <a:lnTo>
                    <a:pt x="2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2" y="1499"/>
                  </a:lnTo>
                  <a:close/>
                  <a:moveTo>
                    <a:pt x="2" y="1480"/>
                  </a:moveTo>
                  <a:lnTo>
                    <a:pt x="2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2" y="1480"/>
                  </a:lnTo>
                  <a:close/>
                  <a:moveTo>
                    <a:pt x="2" y="1462"/>
                  </a:moveTo>
                  <a:lnTo>
                    <a:pt x="2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2" y="1462"/>
                  </a:lnTo>
                  <a:close/>
                  <a:moveTo>
                    <a:pt x="2" y="1443"/>
                  </a:moveTo>
                  <a:lnTo>
                    <a:pt x="2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2" y="1443"/>
                  </a:lnTo>
                  <a:close/>
                  <a:moveTo>
                    <a:pt x="2" y="1425"/>
                  </a:moveTo>
                  <a:lnTo>
                    <a:pt x="2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2" y="1425"/>
                  </a:lnTo>
                  <a:close/>
                  <a:moveTo>
                    <a:pt x="2" y="1406"/>
                  </a:moveTo>
                  <a:lnTo>
                    <a:pt x="2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2" y="1406"/>
                  </a:lnTo>
                  <a:close/>
                  <a:moveTo>
                    <a:pt x="2" y="1388"/>
                  </a:moveTo>
                  <a:lnTo>
                    <a:pt x="2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2" y="1388"/>
                  </a:lnTo>
                  <a:close/>
                  <a:moveTo>
                    <a:pt x="2" y="1370"/>
                  </a:moveTo>
                  <a:lnTo>
                    <a:pt x="2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2" y="1370"/>
                  </a:lnTo>
                  <a:close/>
                  <a:moveTo>
                    <a:pt x="2" y="1351"/>
                  </a:moveTo>
                  <a:lnTo>
                    <a:pt x="2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2" y="1351"/>
                  </a:lnTo>
                  <a:close/>
                  <a:moveTo>
                    <a:pt x="2" y="1333"/>
                  </a:moveTo>
                  <a:lnTo>
                    <a:pt x="2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2" y="1333"/>
                  </a:lnTo>
                  <a:close/>
                  <a:moveTo>
                    <a:pt x="2" y="1314"/>
                  </a:moveTo>
                  <a:lnTo>
                    <a:pt x="2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2" y="1314"/>
                  </a:lnTo>
                  <a:close/>
                  <a:moveTo>
                    <a:pt x="2" y="1296"/>
                  </a:moveTo>
                  <a:lnTo>
                    <a:pt x="2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2" y="1296"/>
                  </a:lnTo>
                  <a:close/>
                  <a:moveTo>
                    <a:pt x="2" y="1277"/>
                  </a:moveTo>
                  <a:lnTo>
                    <a:pt x="2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2" y="1277"/>
                  </a:lnTo>
                  <a:close/>
                  <a:moveTo>
                    <a:pt x="2" y="1259"/>
                  </a:moveTo>
                  <a:lnTo>
                    <a:pt x="2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2" y="1259"/>
                  </a:lnTo>
                  <a:close/>
                  <a:moveTo>
                    <a:pt x="2" y="1240"/>
                  </a:moveTo>
                  <a:lnTo>
                    <a:pt x="2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2" y="1240"/>
                  </a:lnTo>
                  <a:close/>
                  <a:moveTo>
                    <a:pt x="2" y="1222"/>
                  </a:moveTo>
                  <a:lnTo>
                    <a:pt x="2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2" y="1222"/>
                  </a:lnTo>
                  <a:close/>
                  <a:moveTo>
                    <a:pt x="2" y="1203"/>
                  </a:moveTo>
                  <a:lnTo>
                    <a:pt x="2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2" y="1203"/>
                  </a:lnTo>
                  <a:close/>
                  <a:moveTo>
                    <a:pt x="2" y="1185"/>
                  </a:moveTo>
                  <a:lnTo>
                    <a:pt x="2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2" y="1185"/>
                  </a:lnTo>
                  <a:close/>
                  <a:moveTo>
                    <a:pt x="2" y="1167"/>
                  </a:moveTo>
                  <a:lnTo>
                    <a:pt x="2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2" y="1167"/>
                  </a:lnTo>
                  <a:close/>
                  <a:moveTo>
                    <a:pt x="2" y="1148"/>
                  </a:moveTo>
                  <a:lnTo>
                    <a:pt x="2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2" y="1148"/>
                  </a:lnTo>
                  <a:close/>
                  <a:moveTo>
                    <a:pt x="2" y="1130"/>
                  </a:moveTo>
                  <a:lnTo>
                    <a:pt x="2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2" y="1130"/>
                  </a:lnTo>
                  <a:close/>
                  <a:moveTo>
                    <a:pt x="2" y="1111"/>
                  </a:moveTo>
                  <a:lnTo>
                    <a:pt x="2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2" y="1111"/>
                  </a:lnTo>
                  <a:close/>
                  <a:moveTo>
                    <a:pt x="2" y="1093"/>
                  </a:moveTo>
                  <a:lnTo>
                    <a:pt x="2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2" y="1093"/>
                  </a:lnTo>
                  <a:close/>
                  <a:moveTo>
                    <a:pt x="2" y="1074"/>
                  </a:moveTo>
                  <a:lnTo>
                    <a:pt x="2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2" y="1074"/>
                  </a:lnTo>
                  <a:close/>
                  <a:moveTo>
                    <a:pt x="2" y="1056"/>
                  </a:moveTo>
                  <a:lnTo>
                    <a:pt x="2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2" y="1056"/>
                  </a:lnTo>
                  <a:close/>
                  <a:moveTo>
                    <a:pt x="2" y="1037"/>
                  </a:moveTo>
                  <a:lnTo>
                    <a:pt x="2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2" y="1037"/>
                  </a:lnTo>
                  <a:close/>
                  <a:moveTo>
                    <a:pt x="2" y="1019"/>
                  </a:moveTo>
                  <a:lnTo>
                    <a:pt x="2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2" y="1019"/>
                  </a:lnTo>
                  <a:close/>
                  <a:moveTo>
                    <a:pt x="2" y="1001"/>
                  </a:moveTo>
                  <a:lnTo>
                    <a:pt x="2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2" y="1001"/>
                  </a:lnTo>
                  <a:close/>
                  <a:moveTo>
                    <a:pt x="2" y="982"/>
                  </a:moveTo>
                  <a:lnTo>
                    <a:pt x="2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2" y="982"/>
                  </a:lnTo>
                  <a:close/>
                  <a:moveTo>
                    <a:pt x="2" y="964"/>
                  </a:moveTo>
                  <a:lnTo>
                    <a:pt x="2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2" y="964"/>
                  </a:lnTo>
                  <a:close/>
                  <a:moveTo>
                    <a:pt x="2" y="945"/>
                  </a:moveTo>
                  <a:lnTo>
                    <a:pt x="2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2" y="945"/>
                  </a:lnTo>
                  <a:close/>
                  <a:moveTo>
                    <a:pt x="2" y="927"/>
                  </a:moveTo>
                  <a:lnTo>
                    <a:pt x="2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2" y="927"/>
                  </a:lnTo>
                  <a:close/>
                  <a:moveTo>
                    <a:pt x="2" y="908"/>
                  </a:moveTo>
                  <a:lnTo>
                    <a:pt x="2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2" y="908"/>
                  </a:lnTo>
                  <a:close/>
                  <a:moveTo>
                    <a:pt x="2" y="890"/>
                  </a:moveTo>
                  <a:lnTo>
                    <a:pt x="2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2" y="890"/>
                  </a:lnTo>
                  <a:close/>
                  <a:moveTo>
                    <a:pt x="2" y="871"/>
                  </a:moveTo>
                  <a:lnTo>
                    <a:pt x="2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2" y="871"/>
                  </a:lnTo>
                  <a:close/>
                  <a:moveTo>
                    <a:pt x="2" y="853"/>
                  </a:moveTo>
                  <a:lnTo>
                    <a:pt x="2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2" y="853"/>
                  </a:lnTo>
                  <a:close/>
                  <a:moveTo>
                    <a:pt x="2" y="834"/>
                  </a:moveTo>
                  <a:lnTo>
                    <a:pt x="2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2" y="834"/>
                  </a:lnTo>
                  <a:close/>
                  <a:moveTo>
                    <a:pt x="2" y="816"/>
                  </a:moveTo>
                  <a:lnTo>
                    <a:pt x="2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2" y="816"/>
                  </a:lnTo>
                  <a:close/>
                  <a:moveTo>
                    <a:pt x="2" y="798"/>
                  </a:moveTo>
                  <a:lnTo>
                    <a:pt x="2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2" y="798"/>
                  </a:lnTo>
                  <a:close/>
                  <a:moveTo>
                    <a:pt x="2" y="779"/>
                  </a:moveTo>
                  <a:lnTo>
                    <a:pt x="2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2" y="779"/>
                  </a:lnTo>
                  <a:close/>
                  <a:moveTo>
                    <a:pt x="2" y="761"/>
                  </a:moveTo>
                  <a:lnTo>
                    <a:pt x="2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2" y="761"/>
                  </a:lnTo>
                  <a:close/>
                  <a:moveTo>
                    <a:pt x="2" y="742"/>
                  </a:moveTo>
                  <a:lnTo>
                    <a:pt x="2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2" y="742"/>
                  </a:lnTo>
                  <a:close/>
                  <a:moveTo>
                    <a:pt x="2" y="724"/>
                  </a:moveTo>
                  <a:lnTo>
                    <a:pt x="2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2" y="724"/>
                  </a:lnTo>
                  <a:close/>
                  <a:moveTo>
                    <a:pt x="2" y="705"/>
                  </a:moveTo>
                  <a:lnTo>
                    <a:pt x="2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2" y="705"/>
                  </a:lnTo>
                  <a:close/>
                  <a:moveTo>
                    <a:pt x="2" y="687"/>
                  </a:moveTo>
                  <a:lnTo>
                    <a:pt x="2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2" y="687"/>
                  </a:lnTo>
                  <a:close/>
                  <a:moveTo>
                    <a:pt x="2" y="668"/>
                  </a:moveTo>
                  <a:lnTo>
                    <a:pt x="2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2" y="668"/>
                  </a:lnTo>
                  <a:close/>
                  <a:moveTo>
                    <a:pt x="2" y="650"/>
                  </a:moveTo>
                  <a:lnTo>
                    <a:pt x="2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2" y="650"/>
                  </a:lnTo>
                  <a:close/>
                  <a:moveTo>
                    <a:pt x="2" y="632"/>
                  </a:moveTo>
                  <a:lnTo>
                    <a:pt x="2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2" y="632"/>
                  </a:lnTo>
                  <a:close/>
                  <a:moveTo>
                    <a:pt x="2" y="613"/>
                  </a:moveTo>
                  <a:lnTo>
                    <a:pt x="2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2" y="613"/>
                  </a:lnTo>
                  <a:close/>
                  <a:moveTo>
                    <a:pt x="2" y="595"/>
                  </a:moveTo>
                  <a:lnTo>
                    <a:pt x="2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2" y="595"/>
                  </a:lnTo>
                  <a:close/>
                  <a:moveTo>
                    <a:pt x="2" y="576"/>
                  </a:moveTo>
                  <a:lnTo>
                    <a:pt x="2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2" y="576"/>
                  </a:lnTo>
                  <a:close/>
                  <a:moveTo>
                    <a:pt x="2" y="558"/>
                  </a:moveTo>
                  <a:lnTo>
                    <a:pt x="2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2" y="558"/>
                  </a:lnTo>
                  <a:close/>
                  <a:moveTo>
                    <a:pt x="2" y="539"/>
                  </a:moveTo>
                  <a:lnTo>
                    <a:pt x="2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2" y="539"/>
                  </a:lnTo>
                  <a:close/>
                  <a:moveTo>
                    <a:pt x="2" y="521"/>
                  </a:moveTo>
                  <a:lnTo>
                    <a:pt x="2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2" y="521"/>
                  </a:lnTo>
                  <a:close/>
                  <a:moveTo>
                    <a:pt x="2" y="502"/>
                  </a:moveTo>
                  <a:lnTo>
                    <a:pt x="2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2" y="502"/>
                  </a:lnTo>
                  <a:close/>
                  <a:moveTo>
                    <a:pt x="2" y="484"/>
                  </a:moveTo>
                  <a:lnTo>
                    <a:pt x="2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2" y="484"/>
                  </a:lnTo>
                  <a:close/>
                  <a:moveTo>
                    <a:pt x="2" y="465"/>
                  </a:moveTo>
                  <a:lnTo>
                    <a:pt x="2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2" y="465"/>
                  </a:lnTo>
                  <a:close/>
                  <a:moveTo>
                    <a:pt x="2" y="447"/>
                  </a:moveTo>
                  <a:lnTo>
                    <a:pt x="2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2" y="447"/>
                  </a:lnTo>
                  <a:close/>
                  <a:moveTo>
                    <a:pt x="2" y="429"/>
                  </a:moveTo>
                  <a:lnTo>
                    <a:pt x="2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2" y="429"/>
                  </a:lnTo>
                  <a:close/>
                  <a:moveTo>
                    <a:pt x="2" y="410"/>
                  </a:moveTo>
                  <a:lnTo>
                    <a:pt x="2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2" y="410"/>
                  </a:lnTo>
                  <a:close/>
                  <a:moveTo>
                    <a:pt x="2" y="392"/>
                  </a:moveTo>
                  <a:lnTo>
                    <a:pt x="2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2" y="392"/>
                  </a:lnTo>
                  <a:close/>
                  <a:moveTo>
                    <a:pt x="2" y="373"/>
                  </a:moveTo>
                  <a:lnTo>
                    <a:pt x="2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2" y="373"/>
                  </a:lnTo>
                  <a:close/>
                  <a:moveTo>
                    <a:pt x="2" y="355"/>
                  </a:moveTo>
                  <a:lnTo>
                    <a:pt x="2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2" y="355"/>
                  </a:lnTo>
                  <a:close/>
                  <a:moveTo>
                    <a:pt x="2" y="336"/>
                  </a:moveTo>
                  <a:lnTo>
                    <a:pt x="2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2" y="336"/>
                  </a:lnTo>
                  <a:close/>
                  <a:moveTo>
                    <a:pt x="2" y="318"/>
                  </a:moveTo>
                  <a:lnTo>
                    <a:pt x="2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2" y="318"/>
                  </a:lnTo>
                  <a:close/>
                  <a:moveTo>
                    <a:pt x="2" y="299"/>
                  </a:moveTo>
                  <a:lnTo>
                    <a:pt x="2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2" y="299"/>
                  </a:lnTo>
                  <a:close/>
                  <a:moveTo>
                    <a:pt x="2" y="281"/>
                  </a:moveTo>
                  <a:lnTo>
                    <a:pt x="2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1"/>
                  </a:lnTo>
                  <a:close/>
                  <a:moveTo>
                    <a:pt x="2" y="263"/>
                  </a:moveTo>
                  <a:lnTo>
                    <a:pt x="2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2" y="263"/>
                  </a:lnTo>
                  <a:close/>
                  <a:moveTo>
                    <a:pt x="2" y="244"/>
                  </a:moveTo>
                  <a:lnTo>
                    <a:pt x="2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2" y="244"/>
                  </a:lnTo>
                  <a:close/>
                  <a:moveTo>
                    <a:pt x="2" y="226"/>
                  </a:moveTo>
                  <a:lnTo>
                    <a:pt x="2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2" y="226"/>
                  </a:lnTo>
                  <a:close/>
                  <a:moveTo>
                    <a:pt x="2" y="207"/>
                  </a:moveTo>
                  <a:lnTo>
                    <a:pt x="2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2" y="207"/>
                  </a:lnTo>
                  <a:close/>
                  <a:moveTo>
                    <a:pt x="2" y="189"/>
                  </a:moveTo>
                  <a:lnTo>
                    <a:pt x="2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2" y="189"/>
                  </a:lnTo>
                  <a:close/>
                  <a:moveTo>
                    <a:pt x="2" y="170"/>
                  </a:moveTo>
                  <a:lnTo>
                    <a:pt x="2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2" y="170"/>
                  </a:lnTo>
                  <a:close/>
                  <a:moveTo>
                    <a:pt x="2" y="152"/>
                  </a:moveTo>
                  <a:lnTo>
                    <a:pt x="2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2" y="152"/>
                  </a:lnTo>
                  <a:close/>
                  <a:moveTo>
                    <a:pt x="2" y="133"/>
                  </a:moveTo>
                  <a:lnTo>
                    <a:pt x="2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2" y="133"/>
                  </a:lnTo>
                  <a:close/>
                  <a:moveTo>
                    <a:pt x="2" y="115"/>
                  </a:moveTo>
                  <a:lnTo>
                    <a:pt x="2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5"/>
                  </a:lnTo>
                  <a:close/>
                  <a:moveTo>
                    <a:pt x="2" y="97"/>
                  </a:moveTo>
                  <a:lnTo>
                    <a:pt x="2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2" y="97"/>
                  </a:lnTo>
                  <a:close/>
                  <a:moveTo>
                    <a:pt x="2" y="78"/>
                  </a:moveTo>
                  <a:lnTo>
                    <a:pt x="2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78"/>
                  </a:lnTo>
                  <a:close/>
                  <a:moveTo>
                    <a:pt x="2" y="60"/>
                  </a:moveTo>
                  <a:lnTo>
                    <a:pt x="2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2" y="60"/>
                  </a:lnTo>
                  <a:close/>
                  <a:moveTo>
                    <a:pt x="2" y="41"/>
                  </a:moveTo>
                  <a:lnTo>
                    <a:pt x="2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2" y="41"/>
                  </a:lnTo>
                  <a:close/>
                  <a:moveTo>
                    <a:pt x="2" y="23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3"/>
                  </a:lnTo>
                  <a:close/>
                  <a:moveTo>
                    <a:pt x="2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" y="2440"/>
                  </a:moveTo>
                  <a:lnTo>
                    <a:pt x="2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2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Rectangle 23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Rectangle 24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25"/>
            <p:cNvSpPr>
              <a:spLocks noEditPoints="1"/>
            </p:cNvSpPr>
            <p:nvPr/>
          </p:nvSpPr>
          <p:spPr bwMode="auto">
            <a:xfrm>
              <a:off x="250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Rectangle 26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Rectangle 27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28"/>
            <p:cNvSpPr>
              <a:spLocks noEditPoints="1"/>
            </p:cNvSpPr>
            <p:nvPr/>
          </p:nvSpPr>
          <p:spPr bwMode="auto">
            <a:xfrm>
              <a:off x="256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Rectangle 29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Rectangle 30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31"/>
            <p:cNvSpPr>
              <a:spLocks noEditPoints="1"/>
            </p:cNvSpPr>
            <p:nvPr/>
          </p:nvSpPr>
          <p:spPr bwMode="auto">
            <a:xfrm>
              <a:off x="262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Rectangle 32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Rectangle 33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34"/>
            <p:cNvSpPr>
              <a:spLocks noEditPoints="1"/>
            </p:cNvSpPr>
            <p:nvPr/>
          </p:nvSpPr>
          <p:spPr bwMode="auto">
            <a:xfrm>
              <a:off x="267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Rectangle 35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Rectangle 36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37"/>
            <p:cNvSpPr>
              <a:spLocks noEditPoints="1"/>
            </p:cNvSpPr>
            <p:nvPr/>
          </p:nvSpPr>
          <p:spPr bwMode="auto">
            <a:xfrm>
              <a:off x="273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Rectangle 38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Rectangle 39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40"/>
            <p:cNvSpPr>
              <a:spLocks noEditPoints="1"/>
            </p:cNvSpPr>
            <p:nvPr/>
          </p:nvSpPr>
          <p:spPr bwMode="auto">
            <a:xfrm>
              <a:off x="279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Rectangle 41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Rectangle 42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43"/>
            <p:cNvSpPr>
              <a:spLocks noEditPoints="1"/>
            </p:cNvSpPr>
            <p:nvPr/>
          </p:nvSpPr>
          <p:spPr bwMode="auto">
            <a:xfrm>
              <a:off x="285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Rectangle 44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Rectangle 45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46"/>
            <p:cNvSpPr>
              <a:spLocks noEditPoints="1"/>
            </p:cNvSpPr>
            <p:nvPr/>
          </p:nvSpPr>
          <p:spPr bwMode="auto">
            <a:xfrm>
              <a:off x="290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Rectangle 47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Rectangle 48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49"/>
            <p:cNvSpPr>
              <a:spLocks noEditPoints="1"/>
            </p:cNvSpPr>
            <p:nvPr/>
          </p:nvSpPr>
          <p:spPr bwMode="auto">
            <a:xfrm>
              <a:off x="296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Rectangle 50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Rectangle 51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52"/>
            <p:cNvSpPr>
              <a:spLocks noEditPoints="1"/>
            </p:cNvSpPr>
            <p:nvPr/>
          </p:nvSpPr>
          <p:spPr bwMode="auto">
            <a:xfrm>
              <a:off x="302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Rectangle 53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Rectangle 54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55"/>
            <p:cNvSpPr>
              <a:spLocks noEditPoints="1"/>
            </p:cNvSpPr>
            <p:nvPr/>
          </p:nvSpPr>
          <p:spPr bwMode="auto">
            <a:xfrm>
              <a:off x="3076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Rectangle 56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Rectangle 57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58"/>
            <p:cNvSpPr>
              <a:spLocks noEditPoints="1"/>
            </p:cNvSpPr>
            <p:nvPr/>
          </p:nvSpPr>
          <p:spPr bwMode="auto">
            <a:xfrm>
              <a:off x="313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Rectangle 59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Rectangle 60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61"/>
            <p:cNvSpPr>
              <a:spLocks noEditPoints="1"/>
            </p:cNvSpPr>
            <p:nvPr/>
          </p:nvSpPr>
          <p:spPr bwMode="auto">
            <a:xfrm>
              <a:off x="319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Rectangle 62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Rectangle 63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64"/>
            <p:cNvSpPr>
              <a:spLocks noEditPoints="1"/>
            </p:cNvSpPr>
            <p:nvPr/>
          </p:nvSpPr>
          <p:spPr bwMode="auto">
            <a:xfrm>
              <a:off x="324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Rectangle 65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Rectangle 66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67"/>
            <p:cNvSpPr>
              <a:spLocks noEditPoints="1"/>
            </p:cNvSpPr>
            <p:nvPr/>
          </p:nvSpPr>
          <p:spPr bwMode="auto">
            <a:xfrm>
              <a:off x="330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Rectangle 68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Rectangle 69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70"/>
            <p:cNvSpPr>
              <a:spLocks noEditPoints="1"/>
            </p:cNvSpPr>
            <p:nvPr/>
          </p:nvSpPr>
          <p:spPr bwMode="auto">
            <a:xfrm>
              <a:off x="336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Rectangle 71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Rectangle 72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73"/>
            <p:cNvSpPr>
              <a:spLocks noEditPoints="1"/>
            </p:cNvSpPr>
            <p:nvPr/>
          </p:nvSpPr>
          <p:spPr bwMode="auto">
            <a:xfrm>
              <a:off x="341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Rectangle 74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Rectangle 75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76"/>
            <p:cNvSpPr>
              <a:spLocks noEditPoints="1"/>
            </p:cNvSpPr>
            <p:nvPr/>
          </p:nvSpPr>
          <p:spPr bwMode="auto">
            <a:xfrm>
              <a:off x="3473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Rectangle 77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Rectangle 78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79"/>
            <p:cNvSpPr>
              <a:spLocks noEditPoints="1"/>
            </p:cNvSpPr>
            <p:nvPr/>
          </p:nvSpPr>
          <p:spPr bwMode="auto">
            <a:xfrm>
              <a:off x="353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Rectangle 80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Rectangle 81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82"/>
            <p:cNvSpPr>
              <a:spLocks noEditPoints="1"/>
            </p:cNvSpPr>
            <p:nvPr/>
          </p:nvSpPr>
          <p:spPr bwMode="auto">
            <a:xfrm>
              <a:off x="358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Rectangle 83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Rectangle 84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85"/>
            <p:cNvSpPr>
              <a:spLocks noEditPoints="1"/>
            </p:cNvSpPr>
            <p:nvPr/>
          </p:nvSpPr>
          <p:spPr bwMode="auto">
            <a:xfrm>
              <a:off x="364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Rectangle 86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Rectangle 87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88"/>
            <p:cNvSpPr>
              <a:spLocks noEditPoints="1"/>
            </p:cNvSpPr>
            <p:nvPr/>
          </p:nvSpPr>
          <p:spPr bwMode="auto">
            <a:xfrm>
              <a:off x="370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Rectangle 89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Rectangle 90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91"/>
            <p:cNvSpPr>
              <a:spLocks noEditPoints="1"/>
            </p:cNvSpPr>
            <p:nvPr/>
          </p:nvSpPr>
          <p:spPr bwMode="auto">
            <a:xfrm>
              <a:off x="375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Rectangle 92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Rectangle 93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94"/>
            <p:cNvSpPr>
              <a:spLocks noEditPoints="1"/>
            </p:cNvSpPr>
            <p:nvPr/>
          </p:nvSpPr>
          <p:spPr bwMode="auto">
            <a:xfrm>
              <a:off x="381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Rectangle 95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Rectangle 96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97"/>
            <p:cNvSpPr>
              <a:spLocks noEditPoints="1"/>
            </p:cNvSpPr>
            <p:nvPr/>
          </p:nvSpPr>
          <p:spPr bwMode="auto">
            <a:xfrm>
              <a:off x="2172" y="333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Rectangle 98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Rectangle 99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00"/>
            <p:cNvSpPr>
              <a:spLocks noEditPoints="1"/>
            </p:cNvSpPr>
            <p:nvPr/>
          </p:nvSpPr>
          <p:spPr bwMode="auto">
            <a:xfrm>
              <a:off x="2172" y="3273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Rectangle 101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Rectangle 102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03"/>
            <p:cNvSpPr>
              <a:spLocks noEditPoints="1"/>
            </p:cNvSpPr>
            <p:nvPr/>
          </p:nvSpPr>
          <p:spPr bwMode="auto">
            <a:xfrm>
              <a:off x="2172" y="3217"/>
              <a:ext cx="1643" cy="2"/>
            </a:xfrm>
            <a:custGeom>
              <a:avLst/>
              <a:gdLst>
                <a:gd name="T0" fmla="*/ 1602 w 1643"/>
                <a:gd name="T1" fmla="*/ 2 h 2"/>
                <a:gd name="T2" fmla="*/ 1570 w 1643"/>
                <a:gd name="T3" fmla="*/ 0 h 2"/>
                <a:gd name="T4" fmla="*/ 1551 w 1643"/>
                <a:gd name="T5" fmla="*/ 2 h 2"/>
                <a:gd name="T6" fmla="*/ 1510 w 1643"/>
                <a:gd name="T7" fmla="*/ 0 h 2"/>
                <a:gd name="T8" fmla="*/ 1496 w 1643"/>
                <a:gd name="T9" fmla="*/ 0 h 2"/>
                <a:gd name="T10" fmla="*/ 1455 w 1643"/>
                <a:gd name="T11" fmla="*/ 2 h 2"/>
                <a:gd name="T12" fmla="*/ 1422 w 1643"/>
                <a:gd name="T13" fmla="*/ 0 h 2"/>
                <a:gd name="T14" fmla="*/ 1404 w 1643"/>
                <a:gd name="T15" fmla="*/ 2 h 2"/>
                <a:gd name="T16" fmla="*/ 1363 w 1643"/>
                <a:gd name="T17" fmla="*/ 0 h 2"/>
                <a:gd name="T18" fmla="*/ 1349 w 1643"/>
                <a:gd name="T19" fmla="*/ 0 h 2"/>
                <a:gd name="T20" fmla="*/ 1307 w 1643"/>
                <a:gd name="T21" fmla="*/ 2 h 2"/>
                <a:gd name="T22" fmla="*/ 1275 w 1643"/>
                <a:gd name="T23" fmla="*/ 0 h 2"/>
                <a:gd name="T24" fmla="*/ 1257 w 1643"/>
                <a:gd name="T25" fmla="*/ 2 h 2"/>
                <a:gd name="T26" fmla="*/ 1215 w 1643"/>
                <a:gd name="T27" fmla="*/ 0 h 2"/>
                <a:gd name="T28" fmla="*/ 1202 w 1643"/>
                <a:gd name="T29" fmla="*/ 0 h 2"/>
                <a:gd name="T30" fmla="*/ 1160 w 1643"/>
                <a:gd name="T31" fmla="*/ 2 h 2"/>
                <a:gd name="T32" fmla="*/ 1128 w 1643"/>
                <a:gd name="T33" fmla="*/ 0 h 2"/>
                <a:gd name="T34" fmla="*/ 1110 w 1643"/>
                <a:gd name="T35" fmla="*/ 2 h 2"/>
                <a:gd name="T36" fmla="*/ 1068 w 1643"/>
                <a:gd name="T37" fmla="*/ 0 h 2"/>
                <a:gd name="T38" fmla="*/ 1054 w 1643"/>
                <a:gd name="T39" fmla="*/ 0 h 2"/>
                <a:gd name="T40" fmla="*/ 1013 w 1643"/>
                <a:gd name="T41" fmla="*/ 2 h 2"/>
                <a:gd name="T42" fmla="*/ 981 w 1643"/>
                <a:gd name="T43" fmla="*/ 0 h 2"/>
                <a:gd name="T44" fmla="*/ 962 w 1643"/>
                <a:gd name="T45" fmla="*/ 2 h 2"/>
                <a:gd name="T46" fmla="*/ 921 w 1643"/>
                <a:gd name="T47" fmla="*/ 0 h 2"/>
                <a:gd name="T48" fmla="*/ 907 w 1643"/>
                <a:gd name="T49" fmla="*/ 0 h 2"/>
                <a:gd name="T50" fmla="*/ 866 w 1643"/>
                <a:gd name="T51" fmla="*/ 2 h 2"/>
                <a:gd name="T52" fmla="*/ 833 w 1643"/>
                <a:gd name="T53" fmla="*/ 0 h 2"/>
                <a:gd name="T54" fmla="*/ 815 w 1643"/>
                <a:gd name="T55" fmla="*/ 2 h 2"/>
                <a:gd name="T56" fmla="*/ 774 w 1643"/>
                <a:gd name="T57" fmla="*/ 0 h 2"/>
                <a:gd name="T58" fmla="*/ 760 w 1643"/>
                <a:gd name="T59" fmla="*/ 0 h 2"/>
                <a:gd name="T60" fmla="*/ 718 w 1643"/>
                <a:gd name="T61" fmla="*/ 2 h 2"/>
                <a:gd name="T62" fmla="*/ 686 w 1643"/>
                <a:gd name="T63" fmla="*/ 0 h 2"/>
                <a:gd name="T64" fmla="*/ 668 w 1643"/>
                <a:gd name="T65" fmla="*/ 2 h 2"/>
                <a:gd name="T66" fmla="*/ 626 w 1643"/>
                <a:gd name="T67" fmla="*/ 0 h 2"/>
                <a:gd name="T68" fmla="*/ 613 w 1643"/>
                <a:gd name="T69" fmla="*/ 0 h 2"/>
                <a:gd name="T70" fmla="*/ 571 w 1643"/>
                <a:gd name="T71" fmla="*/ 2 h 2"/>
                <a:gd name="T72" fmla="*/ 539 w 1643"/>
                <a:gd name="T73" fmla="*/ 0 h 2"/>
                <a:gd name="T74" fmla="*/ 520 w 1643"/>
                <a:gd name="T75" fmla="*/ 2 h 2"/>
                <a:gd name="T76" fmla="*/ 479 w 1643"/>
                <a:gd name="T77" fmla="*/ 0 h 2"/>
                <a:gd name="T78" fmla="*/ 465 w 1643"/>
                <a:gd name="T79" fmla="*/ 0 h 2"/>
                <a:gd name="T80" fmla="*/ 424 w 1643"/>
                <a:gd name="T81" fmla="*/ 2 h 2"/>
                <a:gd name="T82" fmla="*/ 392 w 1643"/>
                <a:gd name="T83" fmla="*/ 0 h 2"/>
                <a:gd name="T84" fmla="*/ 373 w 1643"/>
                <a:gd name="T85" fmla="*/ 2 h 2"/>
                <a:gd name="T86" fmla="*/ 332 w 1643"/>
                <a:gd name="T87" fmla="*/ 0 h 2"/>
                <a:gd name="T88" fmla="*/ 318 w 1643"/>
                <a:gd name="T89" fmla="*/ 0 h 2"/>
                <a:gd name="T90" fmla="*/ 277 w 1643"/>
                <a:gd name="T91" fmla="*/ 2 h 2"/>
                <a:gd name="T92" fmla="*/ 244 w 1643"/>
                <a:gd name="T93" fmla="*/ 0 h 2"/>
                <a:gd name="T94" fmla="*/ 226 w 1643"/>
                <a:gd name="T95" fmla="*/ 2 h 2"/>
                <a:gd name="T96" fmla="*/ 185 w 1643"/>
                <a:gd name="T97" fmla="*/ 0 h 2"/>
                <a:gd name="T98" fmla="*/ 171 w 1643"/>
                <a:gd name="T99" fmla="*/ 0 h 2"/>
                <a:gd name="T100" fmla="*/ 129 w 1643"/>
                <a:gd name="T101" fmla="*/ 2 h 2"/>
                <a:gd name="T102" fmla="*/ 97 w 1643"/>
                <a:gd name="T103" fmla="*/ 0 h 2"/>
                <a:gd name="T104" fmla="*/ 79 w 1643"/>
                <a:gd name="T105" fmla="*/ 2 h 2"/>
                <a:gd name="T106" fmla="*/ 37 w 1643"/>
                <a:gd name="T107" fmla="*/ 0 h 2"/>
                <a:gd name="T108" fmla="*/ 23 w 1643"/>
                <a:gd name="T109" fmla="*/ 0 h 2"/>
                <a:gd name="T110" fmla="*/ 1639 w 1643"/>
                <a:gd name="T1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2">
                  <a:moveTo>
                    <a:pt x="1625" y="0"/>
                  </a:moveTo>
                  <a:lnTo>
                    <a:pt x="1620" y="0"/>
                  </a:lnTo>
                  <a:lnTo>
                    <a:pt x="1620" y="2"/>
                  </a:lnTo>
                  <a:lnTo>
                    <a:pt x="1625" y="2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2"/>
                  </a:lnTo>
                  <a:lnTo>
                    <a:pt x="1607" y="2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2"/>
                  </a:lnTo>
                  <a:lnTo>
                    <a:pt x="1588" y="2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2"/>
                  </a:lnTo>
                  <a:lnTo>
                    <a:pt x="1570" y="2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2"/>
                  </a:lnTo>
                  <a:lnTo>
                    <a:pt x="1551" y="2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2"/>
                  </a:lnTo>
                  <a:lnTo>
                    <a:pt x="1533" y="2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2"/>
                  </a:lnTo>
                  <a:lnTo>
                    <a:pt x="1515" y="2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2"/>
                  </a:lnTo>
                  <a:lnTo>
                    <a:pt x="1496" y="2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2"/>
                  </a:lnTo>
                  <a:lnTo>
                    <a:pt x="1478" y="2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2"/>
                  </a:lnTo>
                  <a:lnTo>
                    <a:pt x="1459" y="2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2"/>
                  </a:lnTo>
                  <a:lnTo>
                    <a:pt x="1441" y="2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2"/>
                  </a:lnTo>
                  <a:lnTo>
                    <a:pt x="1422" y="2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2"/>
                  </a:lnTo>
                  <a:lnTo>
                    <a:pt x="1404" y="2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2"/>
                  </a:lnTo>
                  <a:lnTo>
                    <a:pt x="1386" y="2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2"/>
                  </a:lnTo>
                  <a:lnTo>
                    <a:pt x="1367" y="2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2"/>
                  </a:lnTo>
                  <a:lnTo>
                    <a:pt x="1349" y="2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2"/>
                  </a:lnTo>
                  <a:lnTo>
                    <a:pt x="1330" y="2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2"/>
                  </a:lnTo>
                  <a:lnTo>
                    <a:pt x="1312" y="2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2"/>
                  </a:lnTo>
                  <a:lnTo>
                    <a:pt x="1294" y="2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2"/>
                  </a:lnTo>
                  <a:lnTo>
                    <a:pt x="1275" y="2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2"/>
                  </a:lnTo>
                  <a:lnTo>
                    <a:pt x="1257" y="2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2"/>
                  </a:lnTo>
                  <a:lnTo>
                    <a:pt x="1238" y="2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2"/>
                  </a:lnTo>
                  <a:lnTo>
                    <a:pt x="1220" y="2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2"/>
                  </a:lnTo>
                  <a:lnTo>
                    <a:pt x="1202" y="2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2"/>
                  </a:lnTo>
                  <a:lnTo>
                    <a:pt x="1183" y="2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2"/>
                  </a:lnTo>
                  <a:lnTo>
                    <a:pt x="1165" y="2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2"/>
                  </a:lnTo>
                  <a:lnTo>
                    <a:pt x="1146" y="2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2"/>
                  </a:lnTo>
                  <a:lnTo>
                    <a:pt x="1128" y="2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2"/>
                  </a:lnTo>
                  <a:lnTo>
                    <a:pt x="1110" y="2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2"/>
                  </a:lnTo>
                  <a:lnTo>
                    <a:pt x="1091" y="2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2"/>
                  </a:lnTo>
                  <a:lnTo>
                    <a:pt x="1073" y="2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2"/>
                  </a:lnTo>
                  <a:lnTo>
                    <a:pt x="1054" y="2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2"/>
                  </a:lnTo>
                  <a:lnTo>
                    <a:pt x="1036" y="2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2"/>
                  </a:lnTo>
                  <a:lnTo>
                    <a:pt x="1017" y="2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2"/>
                  </a:lnTo>
                  <a:lnTo>
                    <a:pt x="999" y="2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2"/>
                  </a:lnTo>
                  <a:lnTo>
                    <a:pt x="981" y="2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2"/>
                  </a:lnTo>
                  <a:lnTo>
                    <a:pt x="962" y="2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2"/>
                  </a:lnTo>
                  <a:lnTo>
                    <a:pt x="944" y="2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2"/>
                  </a:lnTo>
                  <a:lnTo>
                    <a:pt x="925" y="2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2"/>
                  </a:lnTo>
                  <a:lnTo>
                    <a:pt x="907" y="2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2"/>
                  </a:lnTo>
                  <a:lnTo>
                    <a:pt x="889" y="2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2"/>
                  </a:lnTo>
                  <a:lnTo>
                    <a:pt x="870" y="2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2"/>
                  </a:lnTo>
                  <a:lnTo>
                    <a:pt x="852" y="2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2"/>
                  </a:lnTo>
                  <a:lnTo>
                    <a:pt x="833" y="2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2"/>
                  </a:lnTo>
                  <a:lnTo>
                    <a:pt x="815" y="2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2"/>
                  </a:lnTo>
                  <a:lnTo>
                    <a:pt x="797" y="2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2"/>
                  </a:lnTo>
                  <a:lnTo>
                    <a:pt x="778" y="2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2"/>
                  </a:lnTo>
                  <a:lnTo>
                    <a:pt x="760" y="2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2"/>
                  </a:lnTo>
                  <a:lnTo>
                    <a:pt x="741" y="2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2"/>
                  </a:lnTo>
                  <a:lnTo>
                    <a:pt x="723" y="2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2"/>
                  </a:lnTo>
                  <a:lnTo>
                    <a:pt x="705" y="2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2"/>
                  </a:lnTo>
                  <a:lnTo>
                    <a:pt x="686" y="2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2"/>
                  </a:lnTo>
                  <a:lnTo>
                    <a:pt x="668" y="2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2"/>
                  </a:lnTo>
                  <a:lnTo>
                    <a:pt x="649" y="2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2"/>
                  </a:lnTo>
                  <a:lnTo>
                    <a:pt x="631" y="2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2"/>
                  </a:lnTo>
                  <a:lnTo>
                    <a:pt x="613" y="2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2"/>
                  </a:lnTo>
                  <a:lnTo>
                    <a:pt x="594" y="2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2"/>
                  </a:lnTo>
                  <a:lnTo>
                    <a:pt x="576" y="2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2"/>
                  </a:lnTo>
                  <a:lnTo>
                    <a:pt x="557" y="2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2"/>
                  </a:lnTo>
                  <a:lnTo>
                    <a:pt x="539" y="2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2"/>
                  </a:lnTo>
                  <a:lnTo>
                    <a:pt x="520" y="2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2"/>
                  </a:lnTo>
                  <a:lnTo>
                    <a:pt x="502" y="2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2"/>
                  </a:lnTo>
                  <a:lnTo>
                    <a:pt x="484" y="2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2"/>
                  </a:lnTo>
                  <a:lnTo>
                    <a:pt x="465" y="2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2"/>
                  </a:lnTo>
                  <a:lnTo>
                    <a:pt x="447" y="2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2"/>
                  </a:lnTo>
                  <a:lnTo>
                    <a:pt x="428" y="2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2"/>
                  </a:lnTo>
                  <a:lnTo>
                    <a:pt x="410" y="2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2"/>
                  </a:lnTo>
                  <a:lnTo>
                    <a:pt x="392" y="2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2"/>
                  </a:lnTo>
                  <a:lnTo>
                    <a:pt x="373" y="2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2"/>
                  </a:lnTo>
                  <a:lnTo>
                    <a:pt x="355" y="2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2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2"/>
                  </a:lnTo>
                  <a:lnTo>
                    <a:pt x="318" y="2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2"/>
                  </a:lnTo>
                  <a:lnTo>
                    <a:pt x="300" y="2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2"/>
                  </a:lnTo>
                  <a:lnTo>
                    <a:pt x="263" y="2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2"/>
                  </a:lnTo>
                  <a:lnTo>
                    <a:pt x="244" y="2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2"/>
                  </a:lnTo>
                  <a:lnTo>
                    <a:pt x="226" y="2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2"/>
                  </a:lnTo>
                  <a:lnTo>
                    <a:pt x="208" y="2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2"/>
                  </a:lnTo>
                  <a:lnTo>
                    <a:pt x="189" y="2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2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2"/>
                  </a:lnTo>
                  <a:lnTo>
                    <a:pt x="115" y="2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2"/>
                  </a:lnTo>
                  <a:lnTo>
                    <a:pt x="97" y="2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42" y="2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23" y="2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2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2"/>
                  </a:lnTo>
                  <a:lnTo>
                    <a:pt x="1643" y="2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Rectangle 104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Rectangle 105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06"/>
            <p:cNvSpPr>
              <a:spLocks noEditPoints="1"/>
            </p:cNvSpPr>
            <p:nvPr/>
          </p:nvSpPr>
          <p:spPr bwMode="auto">
            <a:xfrm>
              <a:off x="2172" y="316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Rectangle 107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Rectangle 108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09"/>
            <p:cNvSpPr>
              <a:spLocks noEditPoints="1"/>
            </p:cNvSpPr>
            <p:nvPr/>
          </p:nvSpPr>
          <p:spPr bwMode="auto">
            <a:xfrm>
              <a:off x="2172" y="310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Rectangle 110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Rectangle 111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12"/>
            <p:cNvSpPr>
              <a:spLocks noEditPoints="1"/>
            </p:cNvSpPr>
            <p:nvPr/>
          </p:nvSpPr>
          <p:spPr bwMode="auto">
            <a:xfrm>
              <a:off x="2172" y="304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Rectangle 113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Rectangle 114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15"/>
            <p:cNvSpPr>
              <a:spLocks noEditPoints="1"/>
            </p:cNvSpPr>
            <p:nvPr/>
          </p:nvSpPr>
          <p:spPr bwMode="auto">
            <a:xfrm>
              <a:off x="2172" y="298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Rectangle 116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Rectangle 117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18"/>
            <p:cNvSpPr>
              <a:spLocks noEditPoints="1"/>
            </p:cNvSpPr>
            <p:nvPr/>
          </p:nvSpPr>
          <p:spPr bwMode="auto">
            <a:xfrm>
              <a:off x="2172" y="293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Rectangle 119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Rectangle 120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21"/>
            <p:cNvSpPr>
              <a:spLocks noEditPoints="1"/>
            </p:cNvSpPr>
            <p:nvPr/>
          </p:nvSpPr>
          <p:spPr bwMode="auto">
            <a:xfrm>
              <a:off x="2172" y="287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Rectangle 122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Rectangle 123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24"/>
            <p:cNvSpPr>
              <a:spLocks noEditPoints="1"/>
            </p:cNvSpPr>
            <p:nvPr/>
          </p:nvSpPr>
          <p:spPr bwMode="auto">
            <a:xfrm>
              <a:off x="2172" y="2818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Rectangle 125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Rectangle 126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27"/>
            <p:cNvSpPr>
              <a:spLocks noEditPoints="1"/>
            </p:cNvSpPr>
            <p:nvPr/>
          </p:nvSpPr>
          <p:spPr bwMode="auto">
            <a:xfrm>
              <a:off x="2172" y="276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Rectangle 128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Rectangle 129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30"/>
            <p:cNvSpPr>
              <a:spLocks noEditPoints="1"/>
            </p:cNvSpPr>
            <p:nvPr/>
          </p:nvSpPr>
          <p:spPr bwMode="auto">
            <a:xfrm>
              <a:off x="2172" y="270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Rectangle 131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Rectangle 132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33"/>
            <p:cNvSpPr>
              <a:spLocks noEditPoints="1"/>
            </p:cNvSpPr>
            <p:nvPr/>
          </p:nvSpPr>
          <p:spPr bwMode="auto">
            <a:xfrm>
              <a:off x="2172" y="264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Rectangle 134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Rectangle 135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36"/>
            <p:cNvSpPr>
              <a:spLocks noEditPoints="1"/>
            </p:cNvSpPr>
            <p:nvPr/>
          </p:nvSpPr>
          <p:spPr bwMode="auto">
            <a:xfrm>
              <a:off x="2172" y="259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Rectangle 137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Rectangle 138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39"/>
            <p:cNvSpPr>
              <a:spLocks noEditPoints="1"/>
            </p:cNvSpPr>
            <p:nvPr/>
          </p:nvSpPr>
          <p:spPr bwMode="auto">
            <a:xfrm>
              <a:off x="2172" y="253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Rectangle 140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Rectangle 141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42"/>
            <p:cNvSpPr>
              <a:spLocks noEditPoints="1"/>
            </p:cNvSpPr>
            <p:nvPr/>
          </p:nvSpPr>
          <p:spPr bwMode="auto">
            <a:xfrm>
              <a:off x="2172" y="2477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Rectangle 143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Rectangle 144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45"/>
            <p:cNvSpPr>
              <a:spLocks noEditPoints="1"/>
            </p:cNvSpPr>
            <p:nvPr/>
          </p:nvSpPr>
          <p:spPr bwMode="auto">
            <a:xfrm>
              <a:off x="2172" y="242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Rectangle 146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Rectangle 147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48"/>
            <p:cNvSpPr>
              <a:spLocks noEditPoints="1"/>
            </p:cNvSpPr>
            <p:nvPr/>
          </p:nvSpPr>
          <p:spPr bwMode="auto">
            <a:xfrm>
              <a:off x="2172" y="236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Rectangle 149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Rectangle 150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51"/>
            <p:cNvSpPr>
              <a:spLocks noEditPoints="1"/>
            </p:cNvSpPr>
            <p:nvPr/>
          </p:nvSpPr>
          <p:spPr bwMode="auto">
            <a:xfrm>
              <a:off x="2172" y="230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Rectangle 152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Rectangle 153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54"/>
            <p:cNvSpPr>
              <a:spLocks noEditPoints="1"/>
            </p:cNvSpPr>
            <p:nvPr/>
          </p:nvSpPr>
          <p:spPr bwMode="auto">
            <a:xfrm>
              <a:off x="2172" y="225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Rectangle 155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Rectangle 156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57"/>
            <p:cNvSpPr>
              <a:spLocks noEditPoints="1"/>
            </p:cNvSpPr>
            <p:nvPr/>
          </p:nvSpPr>
          <p:spPr bwMode="auto">
            <a:xfrm>
              <a:off x="2172" y="219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Rectangle 158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Rectangle 159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60"/>
            <p:cNvSpPr>
              <a:spLocks noEditPoints="1"/>
            </p:cNvSpPr>
            <p:nvPr/>
          </p:nvSpPr>
          <p:spPr bwMode="auto">
            <a:xfrm>
              <a:off x="2172" y="213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Rectangle 161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Rectangle 162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63"/>
            <p:cNvSpPr>
              <a:spLocks noEditPoints="1"/>
            </p:cNvSpPr>
            <p:nvPr/>
          </p:nvSpPr>
          <p:spPr bwMode="auto">
            <a:xfrm>
              <a:off x="2172" y="208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Rectangle 164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Rectangle 165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66"/>
            <p:cNvSpPr>
              <a:spLocks noEditPoints="1"/>
            </p:cNvSpPr>
            <p:nvPr/>
          </p:nvSpPr>
          <p:spPr bwMode="auto">
            <a:xfrm>
              <a:off x="2172" y="202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Rectangle 167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Rectangle 168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69"/>
            <p:cNvSpPr>
              <a:spLocks noEditPoints="1"/>
            </p:cNvSpPr>
            <p:nvPr/>
          </p:nvSpPr>
          <p:spPr bwMode="auto">
            <a:xfrm>
              <a:off x="2172" y="196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Rectangle 170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Rectangle 171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72"/>
            <p:cNvSpPr>
              <a:spLocks noEditPoints="1"/>
            </p:cNvSpPr>
            <p:nvPr/>
          </p:nvSpPr>
          <p:spPr bwMode="auto">
            <a:xfrm>
              <a:off x="2172" y="190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Rectangle 173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Rectangle 174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75"/>
            <p:cNvSpPr>
              <a:spLocks noEditPoints="1"/>
            </p:cNvSpPr>
            <p:nvPr/>
          </p:nvSpPr>
          <p:spPr bwMode="auto">
            <a:xfrm>
              <a:off x="2172" y="185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Rectangle 176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Rectangle 177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78"/>
            <p:cNvSpPr>
              <a:spLocks noEditPoints="1"/>
            </p:cNvSpPr>
            <p:nvPr/>
          </p:nvSpPr>
          <p:spPr bwMode="auto">
            <a:xfrm>
              <a:off x="2172" y="179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Rectangle 179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Rectangle 180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81"/>
            <p:cNvSpPr>
              <a:spLocks noEditPoints="1"/>
            </p:cNvSpPr>
            <p:nvPr/>
          </p:nvSpPr>
          <p:spPr bwMode="auto">
            <a:xfrm>
              <a:off x="2172" y="173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Rectangle 182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Rectangle 183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84"/>
            <p:cNvSpPr>
              <a:spLocks noEditPoints="1"/>
            </p:cNvSpPr>
            <p:nvPr/>
          </p:nvSpPr>
          <p:spPr bwMode="auto">
            <a:xfrm>
              <a:off x="2172" y="168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Rectangle 185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Rectangle 186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87"/>
            <p:cNvSpPr>
              <a:spLocks noEditPoints="1"/>
            </p:cNvSpPr>
            <p:nvPr/>
          </p:nvSpPr>
          <p:spPr bwMode="auto">
            <a:xfrm>
              <a:off x="2172" y="162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Rectangle 188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Rectangle 189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90"/>
            <p:cNvSpPr>
              <a:spLocks noEditPoints="1"/>
            </p:cNvSpPr>
            <p:nvPr/>
          </p:nvSpPr>
          <p:spPr bwMode="auto">
            <a:xfrm>
              <a:off x="2172" y="156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Rectangle 191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Rectangle 192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93"/>
            <p:cNvSpPr>
              <a:spLocks noEditPoints="1"/>
            </p:cNvSpPr>
            <p:nvPr/>
          </p:nvSpPr>
          <p:spPr bwMode="auto">
            <a:xfrm>
              <a:off x="2172" y="151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Rectangle 194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Rectangle 195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96"/>
            <p:cNvSpPr>
              <a:spLocks noEditPoints="1"/>
            </p:cNvSpPr>
            <p:nvPr/>
          </p:nvSpPr>
          <p:spPr bwMode="auto">
            <a:xfrm>
              <a:off x="2172" y="145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Rectangle 197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Rectangle 198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99"/>
            <p:cNvSpPr>
              <a:spLocks noEditPoints="1"/>
            </p:cNvSpPr>
            <p:nvPr/>
          </p:nvSpPr>
          <p:spPr bwMode="auto">
            <a:xfrm>
              <a:off x="2172" y="139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Rectangle 200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Rectangle 201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202"/>
            <p:cNvSpPr>
              <a:spLocks noEditPoints="1"/>
            </p:cNvSpPr>
            <p:nvPr/>
          </p:nvSpPr>
          <p:spPr bwMode="auto">
            <a:xfrm>
              <a:off x="2172" y="134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Rectangle 203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Rectangle 204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406"/>
          <p:cNvGrpSpPr>
            <a:grpSpLocks/>
          </p:cNvGrpSpPr>
          <p:nvPr/>
        </p:nvGrpSpPr>
        <p:grpSpPr bwMode="auto">
          <a:xfrm>
            <a:off x="3297237" y="1374776"/>
            <a:ext cx="2774950" cy="4105275"/>
            <a:chOff x="2077" y="866"/>
            <a:chExt cx="1748" cy="2586"/>
          </a:xfrm>
        </p:grpSpPr>
        <p:sp>
          <p:nvSpPr>
            <p:cNvPr id="1213" name="Freeform 206"/>
            <p:cNvSpPr>
              <a:spLocks noEditPoints="1"/>
            </p:cNvSpPr>
            <p:nvPr/>
          </p:nvSpPr>
          <p:spPr bwMode="auto">
            <a:xfrm>
              <a:off x="2172" y="128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Rectangle 207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Rectangle 208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209"/>
            <p:cNvSpPr>
              <a:spLocks noEditPoints="1"/>
            </p:cNvSpPr>
            <p:nvPr/>
          </p:nvSpPr>
          <p:spPr bwMode="auto">
            <a:xfrm>
              <a:off x="2172" y="122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Rectangle 210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Rectangle 211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212"/>
            <p:cNvSpPr>
              <a:spLocks noEditPoints="1"/>
            </p:cNvSpPr>
            <p:nvPr/>
          </p:nvSpPr>
          <p:spPr bwMode="auto">
            <a:xfrm>
              <a:off x="2172" y="117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Rectangle 213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Rectangle 214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215"/>
            <p:cNvSpPr>
              <a:spLocks noEditPoints="1"/>
            </p:cNvSpPr>
            <p:nvPr/>
          </p:nvSpPr>
          <p:spPr bwMode="auto">
            <a:xfrm>
              <a:off x="2172" y="111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Rectangle 216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Rectangle 217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218"/>
            <p:cNvSpPr>
              <a:spLocks noEditPoints="1"/>
            </p:cNvSpPr>
            <p:nvPr/>
          </p:nvSpPr>
          <p:spPr bwMode="auto">
            <a:xfrm>
              <a:off x="2172" y="105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Rectangle 219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Rectangle 220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221"/>
            <p:cNvSpPr>
              <a:spLocks noEditPoints="1"/>
            </p:cNvSpPr>
            <p:nvPr/>
          </p:nvSpPr>
          <p:spPr bwMode="auto">
            <a:xfrm>
              <a:off x="2172" y="99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Rectangle 222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Rectangle 223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224"/>
            <p:cNvSpPr>
              <a:spLocks noEditPoints="1"/>
            </p:cNvSpPr>
            <p:nvPr/>
          </p:nvSpPr>
          <p:spPr bwMode="auto">
            <a:xfrm>
              <a:off x="2172" y="942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Rectangle 225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Rectangle 226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227"/>
            <p:cNvSpPr>
              <a:spLocks noEditPoints="1"/>
            </p:cNvSpPr>
            <p:nvPr/>
          </p:nvSpPr>
          <p:spPr bwMode="auto">
            <a:xfrm>
              <a:off x="2172" y="88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Rectangle 228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Line 229"/>
            <p:cNvSpPr>
              <a:spLocks noChangeShapeType="1"/>
            </p:cNvSpPr>
            <p:nvPr/>
          </p:nvSpPr>
          <p:spPr bwMode="auto">
            <a:xfrm>
              <a:off x="2170" y="3332"/>
              <a:ext cx="164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Line 230"/>
            <p:cNvSpPr>
              <a:spLocks noChangeShapeType="1"/>
            </p:cNvSpPr>
            <p:nvPr/>
          </p:nvSpPr>
          <p:spPr bwMode="auto">
            <a:xfrm flipV="1">
              <a:off x="2170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Line 231"/>
            <p:cNvSpPr>
              <a:spLocks noChangeShapeType="1"/>
            </p:cNvSpPr>
            <p:nvPr/>
          </p:nvSpPr>
          <p:spPr bwMode="auto">
            <a:xfrm flipV="1">
              <a:off x="2397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Line 232"/>
            <p:cNvSpPr>
              <a:spLocks noChangeShapeType="1"/>
            </p:cNvSpPr>
            <p:nvPr/>
          </p:nvSpPr>
          <p:spPr bwMode="auto">
            <a:xfrm flipV="1">
              <a:off x="2624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Line 233"/>
            <p:cNvSpPr>
              <a:spLocks noChangeShapeType="1"/>
            </p:cNvSpPr>
            <p:nvPr/>
          </p:nvSpPr>
          <p:spPr bwMode="auto">
            <a:xfrm flipV="1">
              <a:off x="2851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Line 234"/>
            <p:cNvSpPr>
              <a:spLocks noChangeShapeType="1"/>
            </p:cNvSpPr>
            <p:nvPr/>
          </p:nvSpPr>
          <p:spPr bwMode="auto">
            <a:xfrm flipV="1">
              <a:off x="3078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Line 235"/>
            <p:cNvSpPr>
              <a:spLocks noChangeShapeType="1"/>
            </p:cNvSpPr>
            <p:nvPr/>
          </p:nvSpPr>
          <p:spPr bwMode="auto">
            <a:xfrm flipV="1">
              <a:off x="3305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Line 236"/>
            <p:cNvSpPr>
              <a:spLocks noChangeShapeType="1"/>
            </p:cNvSpPr>
            <p:nvPr/>
          </p:nvSpPr>
          <p:spPr bwMode="auto">
            <a:xfrm flipV="1">
              <a:off x="3532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Line 237"/>
            <p:cNvSpPr>
              <a:spLocks noChangeShapeType="1"/>
            </p:cNvSpPr>
            <p:nvPr/>
          </p:nvSpPr>
          <p:spPr bwMode="auto">
            <a:xfrm flipV="1">
              <a:off x="3759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Rectangle 238"/>
            <p:cNvSpPr>
              <a:spLocks noChangeArrowheads="1"/>
            </p:cNvSpPr>
            <p:nvPr/>
          </p:nvSpPr>
          <p:spPr bwMode="auto">
            <a:xfrm>
              <a:off x="215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46" name="Rectangle 239"/>
            <p:cNvSpPr>
              <a:spLocks noChangeArrowheads="1"/>
            </p:cNvSpPr>
            <p:nvPr/>
          </p:nvSpPr>
          <p:spPr bwMode="auto">
            <a:xfrm>
              <a:off x="238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dirty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47" name="Rectangle 240"/>
            <p:cNvSpPr>
              <a:spLocks noChangeArrowheads="1"/>
            </p:cNvSpPr>
            <p:nvPr/>
          </p:nvSpPr>
          <p:spPr bwMode="auto">
            <a:xfrm>
              <a:off x="2606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48" name="Rectangle 241"/>
            <p:cNvSpPr>
              <a:spLocks noChangeArrowheads="1"/>
            </p:cNvSpPr>
            <p:nvPr/>
          </p:nvSpPr>
          <p:spPr bwMode="auto">
            <a:xfrm>
              <a:off x="2832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49" name="Rectangle 242"/>
            <p:cNvSpPr>
              <a:spLocks noChangeArrowheads="1"/>
            </p:cNvSpPr>
            <p:nvPr/>
          </p:nvSpPr>
          <p:spPr bwMode="auto">
            <a:xfrm>
              <a:off x="3057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50" name="Rectangle 243"/>
            <p:cNvSpPr>
              <a:spLocks noChangeArrowheads="1"/>
            </p:cNvSpPr>
            <p:nvPr/>
          </p:nvSpPr>
          <p:spPr bwMode="auto">
            <a:xfrm>
              <a:off x="3273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51" name="Rectangle 244"/>
            <p:cNvSpPr>
              <a:spLocks noChangeArrowheads="1"/>
            </p:cNvSpPr>
            <p:nvPr/>
          </p:nvSpPr>
          <p:spPr bwMode="auto">
            <a:xfrm>
              <a:off x="3499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52" name="Rectangle 245"/>
            <p:cNvSpPr>
              <a:spLocks noChangeArrowheads="1"/>
            </p:cNvSpPr>
            <p:nvPr/>
          </p:nvSpPr>
          <p:spPr bwMode="auto">
            <a:xfrm>
              <a:off x="3724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53" name="Line 246"/>
            <p:cNvSpPr>
              <a:spLocks noChangeShapeType="1"/>
            </p:cNvSpPr>
            <p:nvPr/>
          </p:nvSpPr>
          <p:spPr bwMode="auto">
            <a:xfrm flipV="1">
              <a:off x="2170" y="887"/>
              <a:ext cx="0" cy="244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Line 247"/>
            <p:cNvSpPr>
              <a:spLocks noChangeShapeType="1"/>
            </p:cNvSpPr>
            <p:nvPr/>
          </p:nvSpPr>
          <p:spPr bwMode="auto">
            <a:xfrm>
              <a:off x="2170" y="333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Line 248"/>
            <p:cNvSpPr>
              <a:spLocks noChangeShapeType="1"/>
            </p:cNvSpPr>
            <p:nvPr/>
          </p:nvSpPr>
          <p:spPr bwMode="auto">
            <a:xfrm>
              <a:off x="2170" y="3104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Line 249"/>
            <p:cNvSpPr>
              <a:spLocks noChangeShapeType="1"/>
            </p:cNvSpPr>
            <p:nvPr/>
          </p:nvSpPr>
          <p:spPr bwMode="auto">
            <a:xfrm>
              <a:off x="2170" y="287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Line 250"/>
            <p:cNvSpPr>
              <a:spLocks noChangeShapeType="1"/>
            </p:cNvSpPr>
            <p:nvPr/>
          </p:nvSpPr>
          <p:spPr bwMode="auto">
            <a:xfrm>
              <a:off x="2170" y="265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Line 251"/>
            <p:cNvSpPr>
              <a:spLocks noChangeShapeType="1"/>
            </p:cNvSpPr>
            <p:nvPr/>
          </p:nvSpPr>
          <p:spPr bwMode="auto">
            <a:xfrm>
              <a:off x="2170" y="242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Line 252"/>
            <p:cNvSpPr>
              <a:spLocks noChangeShapeType="1"/>
            </p:cNvSpPr>
            <p:nvPr/>
          </p:nvSpPr>
          <p:spPr bwMode="auto">
            <a:xfrm>
              <a:off x="2170" y="219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Line 253"/>
            <p:cNvSpPr>
              <a:spLocks noChangeShapeType="1"/>
            </p:cNvSpPr>
            <p:nvPr/>
          </p:nvSpPr>
          <p:spPr bwMode="auto">
            <a:xfrm>
              <a:off x="2170" y="196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Line 254"/>
            <p:cNvSpPr>
              <a:spLocks noChangeShapeType="1"/>
            </p:cNvSpPr>
            <p:nvPr/>
          </p:nvSpPr>
          <p:spPr bwMode="auto">
            <a:xfrm>
              <a:off x="2170" y="174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Line 255"/>
            <p:cNvSpPr>
              <a:spLocks noChangeShapeType="1"/>
            </p:cNvSpPr>
            <p:nvPr/>
          </p:nvSpPr>
          <p:spPr bwMode="auto">
            <a:xfrm>
              <a:off x="2170" y="1513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Line 256"/>
            <p:cNvSpPr>
              <a:spLocks noChangeShapeType="1"/>
            </p:cNvSpPr>
            <p:nvPr/>
          </p:nvSpPr>
          <p:spPr bwMode="auto">
            <a:xfrm>
              <a:off x="2170" y="128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Line 257"/>
            <p:cNvSpPr>
              <a:spLocks noChangeShapeType="1"/>
            </p:cNvSpPr>
            <p:nvPr/>
          </p:nvSpPr>
          <p:spPr bwMode="auto">
            <a:xfrm>
              <a:off x="2170" y="1058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Rectangle 258"/>
            <p:cNvSpPr>
              <a:spLocks noChangeArrowheads="1"/>
            </p:cNvSpPr>
            <p:nvPr/>
          </p:nvSpPr>
          <p:spPr bwMode="auto">
            <a:xfrm>
              <a:off x="2109" y="3300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66" name="Rectangle 259"/>
            <p:cNvSpPr>
              <a:spLocks noChangeArrowheads="1"/>
            </p:cNvSpPr>
            <p:nvPr/>
          </p:nvSpPr>
          <p:spPr bwMode="auto">
            <a:xfrm>
              <a:off x="2109" y="307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67" name="Rectangle 260"/>
            <p:cNvSpPr>
              <a:spLocks noChangeArrowheads="1"/>
            </p:cNvSpPr>
            <p:nvPr/>
          </p:nvSpPr>
          <p:spPr bwMode="auto">
            <a:xfrm>
              <a:off x="2109" y="2843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68" name="Rectangle 261"/>
            <p:cNvSpPr>
              <a:spLocks noChangeArrowheads="1"/>
            </p:cNvSpPr>
            <p:nvPr/>
          </p:nvSpPr>
          <p:spPr bwMode="auto">
            <a:xfrm>
              <a:off x="2109" y="2617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69" name="Rectangle 262"/>
            <p:cNvSpPr>
              <a:spLocks noChangeArrowheads="1"/>
            </p:cNvSpPr>
            <p:nvPr/>
          </p:nvSpPr>
          <p:spPr bwMode="auto">
            <a:xfrm>
              <a:off x="2109" y="2391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0" name="Rectangle 263"/>
            <p:cNvSpPr>
              <a:spLocks noChangeArrowheads="1"/>
            </p:cNvSpPr>
            <p:nvPr/>
          </p:nvSpPr>
          <p:spPr bwMode="auto">
            <a:xfrm>
              <a:off x="2077" y="2160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1" name="Rectangle 264"/>
            <p:cNvSpPr>
              <a:spLocks noChangeArrowheads="1"/>
            </p:cNvSpPr>
            <p:nvPr/>
          </p:nvSpPr>
          <p:spPr bwMode="auto">
            <a:xfrm>
              <a:off x="2077" y="193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2" name="Rectangle 265"/>
            <p:cNvSpPr>
              <a:spLocks noChangeArrowheads="1"/>
            </p:cNvSpPr>
            <p:nvPr/>
          </p:nvSpPr>
          <p:spPr bwMode="auto">
            <a:xfrm>
              <a:off x="2077" y="1708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3" name="Rectangle 266"/>
            <p:cNvSpPr>
              <a:spLocks noChangeArrowheads="1"/>
            </p:cNvSpPr>
            <p:nvPr/>
          </p:nvSpPr>
          <p:spPr bwMode="auto">
            <a:xfrm>
              <a:off x="2077" y="148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4" name="Rectangle 267"/>
            <p:cNvSpPr>
              <a:spLocks noChangeArrowheads="1"/>
            </p:cNvSpPr>
            <p:nvPr/>
          </p:nvSpPr>
          <p:spPr bwMode="auto">
            <a:xfrm>
              <a:off x="2077" y="125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5" name="Rectangle 268"/>
            <p:cNvSpPr>
              <a:spLocks noChangeArrowheads="1"/>
            </p:cNvSpPr>
            <p:nvPr/>
          </p:nvSpPr>
          <p:spPr bwMode="auto">
            <a:xfrm>
              <a:off x="2077" y="1026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6" name="Oval 26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27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Oval 27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27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Oval 27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27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Oval 27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27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Oval 27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27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Oval 27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28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Oval 28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28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Oval 28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28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Oval 28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28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Oval 28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28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Oval 28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29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Oval 29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29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Oval 29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29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295"/>
            <p:cNvSpPr>
              <a:spLocks/>
            </p:cNvSpPr>
            <p:nvPr/>
          </p:nvSpPr>
          <p:spPr bwMode="auto">
            <a:xfrm>
              <a:off x="2284" y="944"/>
              <a:ext cx="1475" cy="1592"/>
            </a:xfrm>
            <a:custGeom>
              <a:avLst/>
              <a:gdLst>
                <a:gd name="T0" fmla="*/ 681 w 1475"/>
                <a:gd name="T1" fmla="*/ 1251 h 1592"/>
                <a:gd name="T2" fmla="*/ 794 w 1475"/>
                <a:gd name="T3" fmla="*/ 1478 h 1592"/>
                <a:gd name="T4" fmla="*/ 1021 w 1475"/>
                <a:gd name="T5" fmla="*/ 1592 h 1592"/>
                <a:gd name="T6" fmla="*/ 1021 w 1475"/>
                <a:gd name="T7" fmla="*/ 1365 h 1592"/>
                <a:gd name="T8" fmla="*/ 681 w 1475"/>
                <a:gd name="T9" fmla="*/ 1365 h 1592"/>
                <a:gd name="T10" fmla="*/ 681 w 1475"/>
                <a:gd name="T11" fmla="*/ 1023 h 1592"/>
                <a:gd name="T12" fmla="*/ 454 w 1475"/>
                <a:gd name="T13" fmla="*/ 1251 h 1592"/>
                <a:gd name="T14" fmla="*/ 454 w 1475"/>
                <a:gd name="T15" fmla="*/ 910 h 1592"/>
                <a:gd name="T16" fmla="*/ 227 w 1475"/>
                <a:gd name="T17" fmla="*/ 569 h 1592"/>
                <a:gd name="T18" fmla="*/ 0 w 1475"/>
                <a:gd name="T19" fmla="*/ 682 h 1592"/>
                <a:gd name="T20" fmla="*/ 454 w 1475"/>
                <a:gd name="T21" fmla="*/ 796 h 1592"/>
                <a:gd name="T22" fmla="*/ 567 w 1475"/>
                <a:gd name="T23" fmla="*/ 455 h 1592"/>
                <a:gd name="T24" fmla="*/ 1021 w 1475"/>
                <a:gd name="T25" fmla="*/ 569 h 1592"/>
                <a:gd name="T26" fmla="*/ 1134 w 1475"/>
                <a:gd name="T27" fmla="*/ 114 h 1592"/>
                <a:gd name="T28" fmla="*/ 1475 w 1475"/>
                <a:gd name="T29" fmla="*/ 114 h 1592"/>
                <a:gd name="T30" fmla="*/ 1134 w 1475"/>
                <a:gd name="T3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5" h="1592">
                  <a:moveTo>
                    <a:pt x="681" y="1251"/>
                  </a:moveTo>
                  <a:lnTo>
                    <a:pt x="794" y="1478"/>
                  </a:lnTo>
                  <a:lnTo>
                    <a:pt x="1021" y="1592"/>
                  </a:lnTo>
                  <a:lnTo>
                    <a:pt x="1021" y="1365"/>
                  </a:lnTo>
                  <a:lnTo>
                    <a:pt x="681" y="1365"/>
                  </a:lnTo>
                  <a:lnTo>
                    <a:pt x="681" y="1023"/>
                  </a:lnTo>
                  <a:lnTo>
                    <a:pt x="454" y="1251"/>
                  </a:lnTo>
                  <a:lnTo>
                    <a:pt x="454" y="910"/>
                  </a:lnTo>
                  <a:lnTo>
                    <a:pt x="227" y="569"/>
                  </a:lnTo>
                  <a:lnTo>
                    <a:pt x="0" y="682"/>
                  </a:lnTo>
                  <a:lnTo>
                    <a:pt x="454" y="796"/>
                  </a:lnTo>
                  <a:lnTo>
                    <a:pt x="567" y="455"/>
                  </a:lnTo>
                  <a:lnTo>
                    <a:pt x="1021" y="569"/>
                  </a:lnTo>
                  <a:lnTo>
                    <a:pt x="1134" y="114"/>
                  </a:lnTo>
                  <a:lnTo>
                    <a:pt x="1475" y="114"/>
                  </a:lnTo>
                  <a:lnTo>
                    <a:pt x="1134" y="0"/>
                  </a:lnTo>
                </a:path>
              </a:pathLst>
            </a:custGeom>
            <a:noFill/>
            <a:ln w="28575" cap="flat">
              <a:solidFill>
                <a:srgbClr val="00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Oval 29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29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Oval 298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299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Oval 300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301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Oval 302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303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Oval 304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305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Oval 306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307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Oval 308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309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Oval 310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311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Oval 312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313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Oval 314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315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Oval 316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317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Oval 318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319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Oval 320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321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Oval 322"/>
            <p:cNvSpPr>
              <a:spLocks noChangeArrowheads="1"/>
            </p:cNvSpPr>
            <p:nvPr/>
          </p:nvSpPr>
          <p:spPr bwMode="auto">
            <a:xfrm>
              <a:off x="3400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323"/>
            <p:cNvSpPr>
              <a:spLocks noEditPoints="1"/>
            </p:cNvSpPr>
            <p:nvPr/>
          </p:nvSpPr>
          <p:spPr bwMode="auto">
            <a:xfrm>
              <a:off x="3391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Oval 324"/>
            <p:cNvSpPr>
              <a:spLocks noChangeArrowheads="1"/>
            </p:cNvSpPr>
            <p:nvPr/>
          </p:nvSpPr>
          <p:spPr bwMode="auto">
            <a:xfrm>
              <a:off x="3740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325"/>
            <p:cNvSpPr>
              <a:spLocks noEditPoints="1"/>
            </p:cNvSpPr>
            <p:nvPr/>
          </p:nvSpPr>
          <p:spPr bwMode="auto">
            <a:xfrm>
              <a:off x="3731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Oval 326"/>
            <p:cNvSpPr>
              <a:spLocks noChangeArrowheads="1"/>
            </p:cNvSpPr>
            <p:nvPr/>
          </p:nvSpPr>
          <p:spPr bwMode="auto">
            <a:xfrm>
              <a:off x="3400" y="92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327"/>
            <p:cNvSpPr>
              <a:spLocks noEditPoints="1"/>
            </p:cNvSpPr>
            <p:nvPr/>
          </p:nvSpPr>
          <p:spPr bwMode="auto">
            <a:xfrm>
              <a:off x="339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Oval 328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329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Oval 330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331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Oval 332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33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Oval 33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33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Oval 33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33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Oval 33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33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Oval 34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34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Oval 34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34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Oval 34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34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Oval 34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34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Oval 34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34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Oval 35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351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Oval 352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353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354"/>
            <p:cNvSpPr>
              <a:spLocks/>
            </p:cNvSpPr>
            <p:nvPr/>
          </p:nvSpPr>
          <p:spPr bwMode="auto">
            <a:xfrm>
              <a:off x="2170" y="1513"/>
              <a:ext cx="1589" cy="1705"/>
            </a:xfrm>
            <a:custGeom>
              <a:avLst/>
              <a:gdLst>
                <a:gd name="T0" fmla="*/ 795 w 1589"/>
                <a:gd name="T1" fmla="*/ 682 h 1705"/>
                <a:gd name="T2" fmla="*/ 1248 w 1589"/>
                <a:gd name="T3" fmla="*/ 568 h 1705"/>
                <a:gd name="T4" fmla="*/ 795 w 1589"/>
                <a:gd name="T5" fmla="*/ 682 h 1705"/>
                <a:gd name="T6" fmla="*/ 681 w 1589"/>
                <a:gd name="T7" fmla="*/ 796 h 1705"/>
                <a:gd name="T8" fmla="*/ 795 w 1589"/>
                <a:gd name="T9" fmla="*/ 796 h 1705"/>
                <a:gd name="T10" fmla="*/ 681 w 1589"/>
                <a:gd name="T11" fmla="*/ 909 h 1705"/>
                <a:gd name="T12" fmla="*/ 568 w 1589"/>
                <a:gd name="T13" fmla="*/ 1023 h 1705"/>
                <a:gd name="T14" fmla="*/ 341 w 1589"/>
                <a:gd name="T15" fmla="*/ 796 h 1705"/>
                <a:gd name="T16" fmla="*/ 341 w 1589"/>
                <a:gd name="T17" fmla="*/ 909 h 1705"/>
                <a:gd name="T18" fmla="*/ 227 w 1589"/>
                <a:gd name="T19" fmla="*/ 1023 h 1705"/>
                <a:gd name="T20" fmla="*/ 0 w 1589"/>
                <a:gd name="T21" fmla="*/ 1250 h 1705"/>
                <a:gd name="T22" fmla="*/ 0 w 1589"/>
                <a:gd name="T23" fmla="*/ 1478 h 1705"/>
                <a:gd name="T24" fmla="*/ 0 w 1589"/>
                <a:gd name="T25" fmla="*/ 1705 h 1705"/>
                <a:gd name="T26" fmla="*/ 0 w 1589"/>
                <a:gd name="T27" fmla="*/ 1364 h 1705"/>
                <a:gd name="T28" fmla="*/ 568 w 1589"/>
                <a:gd name="T29" fmla="*/ 1250 h 1705"/>
                <a:gd name="T30" fmla="*/ 227 w 1589"/>
                <a:gd name="T31" fmla="*/ 1023 h 1705"/>
                <a:gd name="T32" fmla="*/ 454 w 1589"/>
                <a:gd name="T33" fmla="*/ 796 h 1705"/>
                <a:gd name="T34" fmla="*/ 341 w 1589"/>
                <a:gd name="T35" fmla="*/ 909 h 1705"/>
                <a:gd name="T36" fmla="*/ 227 w 1589"/>
                <a:gd name="T37" fmla="*/ 796 h 1705"/>
                <a:gd name="T38" fmla="*/ 227 w 1589"/>
                <a:gd name="T39" fmla="*/ 909 h 1705"/>
                <a:gd name="T40" fmla="*/ 341 w 1589"/>
                <a:gd name="T41" fmla="*/ 909 h 1705"/>
                <a:gd name="T42" fmla="*/ 568 w 1589"/>
                <a:gd name="T43" fmla="*/ 1023 h 1705"/>
                <a:gd name="T44" fmla="*/ 568 w 1589"/>
                <a:gd name="T45" fmla="*/ 682 h 1705"/>
                <a:gd name="T46" fmla="*/ 681 w 1589"/>
                <a:gd name="T47" fmla="*/ 568 h 1705"/>
                <a:gd name="T48" fmla="*/ 568 w 1589"/>
                <a:gd name="T49" fmla="*/ 454 h 1705"/>
                <a:gd name="T50" fmla="*/ 341 w 1589"/>
                <a:gd name="T51" fmla="*/ 227 h 1705"/>
                <a:gd name="T52" fmla="*/ 341 w 1589"/>
                <a:gd name="T53" fmla="*/ 454 h 1705"/>
                <a:gd name="T54" fmla="*/ 454 w 1589"/>
                <a:gd name="T55" fmla="*/ 113 h 1705"/>
                <a:gd name="T56" fmla="*/ 908 w 1589"/>
                <a:gd name="T57" fmla="*/ 227 h 1705"/>
                <a:gd name="T58" fmla="*/ 1135 w 1589"/>
                <a:gd name="T59" fmla="*/ 227 h 1705"/>
                <a:gd name="T60" fmla="*/ 1362 w 1589"/>
                <a:gd name="T61" fmla="*/ 0 h 1705"/>
                <a:gd name="T62" fmla="*/ 1135 w 1589"/>
                <a:gd name="T63" fmla="*/ 0 h 1705"/>
                <a:gd name="T64" fmla="*/ 1248 w 1589"/>
                <a:gd name="T65" fmla="*/ 341 h 1705"/>
                <a:gd name="T66" fmla="*/ 1475 w 1589"/>
                <a:gd name="T67" fmla="*/ 113 h 1705"/>
                <a:gd name="T68" fmla="*/ 1248 w 1589"/>
                <a:gd name="T69" fmla="*/ 113 h 1705"/>
                <a:gd name="T70" fmla="*/ 1022 w 1589"/>
                <a:gd name="T71" fmla="*/ 341 h 1705"/>
                <a:gd name="T72" fmla="*/ 1248 w 1589"/>
                <a:gd name="T73" fmla="*/ 568 h 1705"/>
                <a:gd name="T74" fmla="*/ 1589 w 1589"/>
                <a:gd name="T75" fmla="*/ 909 h 1705"/>
                <a:gd name="T76" fmla="*/ 1135 w 1589"/>
                <a:gd name="T77" fmla="*/ 1364 h 1705"/>
                <a:gd name="T78" fmla="*/ 568 w 1589"/>
                <a:gd name="T79" fmla="*/ 796 h 1705"/>
                <a:gd name="T80" fmla="*/ 341 w 1589"/>
                <a:gd name="T81" fmla="*/ 454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89" h="1705">
                  <a:moveTo>
                    <a:pt x="795" y="682"/>
                  </a:moveTo>
                  <a:lnTo>
                    <a:pt x="1248" y="568"/>
                  </a:lnTo>
                  <a:lnTo>
                    <a:pt x="795" y="682"/>
                  </a:lnTo>
                  <a:lnTo>
                    <a:pt x="681" y="796"/>
                  </a:lnTo>
                  <a:lnTo>
                    <a:pt x="795" y="796"/>
                  </a:lnTo>
                  <a:lnTo>
                    <a:pt x="681" y="909"/>
                  </a:lnTo>
                  <a:lnTo>
                    <a:pt x="568" y="1023"/>
                  </a:lnTo>
                  <a:lnTo>
                    <a:pt x="341" y="796"/>
                  </a:lnTo>
                  <a:lnTo>
                    <a:pt x="341" y="909"/>
                  </a:lnTo>
                  <a:lnTo>
                    <a:pt x="227" y="1023"/>
                  </a:lnTo>
                  <a:lnTo>
                    <a:pt x="0" y="1250"/>
                  </a:lnTo>
                  <a:lnTo>
                    <a:pt x="0" y="1478"/>
                  </a:lnTo>
                  <a:lnTo>
                    <a:pt x="0" y="1705"/>
                  </a:lnTo>
                  <a:lnTo>
                    <a:pt x="0" y="1364"/>
                  </a:lnTo>
                  <a:lnTo>
                    <a:pt x="568" y="1250"/>
                  </a:lnTo>
                  <a:lnTo>
                    <a:pt x="227" y="1023"/>
                  </a:lnTo>
                  <a:lnTo>
                    <a:pt x="454" y="796"/>
                  </a:lnTo>
                  <a:lnTo>
                    <a:pt x="341" y="909"/>
                  </a:lnTo>
                  <a:lnTo>
                    <a:pt x="227" y="796"/>
                  </a:lnTo>
                  <a:lnTo>
                    <a:pt x="227" y="909"/>
                  </a:lnTo>
                  <a:lnTo>
                    <a:pt x="341" y="909"/>
                  </a:lnTo>
                  <a:lnTo>
                    <a:pt x="568" y="1023"/>
                  </a:lnTo>
                  <a:lnTo>
                    <a:pt x="568" y="682"/>
                  </a:lnTo>
                  <a:lnTo>
                    <a:pt x="681" y="568"/>
                  </a:lnTo>
                  <a:lnTo>
                    <a:pt x="568" y="454"/>
                  </a:lnTo>
                  <a:lnTo>
                    <a:pt x="341" y="227"/>
                  </a:lnTo>
                  <a:lnTo>
                    <a:pt x="341" y="454"/>
                  </a:lnTo>
                  <a:lnTo>
                    <a:pt x="454" y="113"/>
                  </a:lnTo>
                  <a:lnTo>
                    <a:pt x="908" y="227"/>
                  </a:lnTo>
                  <a:lnTo>
                    <a:pt x="1135" y="227"/>
                  </a:lnTo>
                  <a:lnTo>
                    <a:pt x="1362" y="0"/>
                  </a:lnTo>
                  <a:lnTo>
                    <a:pt x="1135" y="0"/>
                  </a:lnTo>
                  <a:lnTo>
                    <a:pt x="1248" y="341"/>
                  </a:lnTo>
                  <a:lnTo>
                    <a:pt x="1475" y="113"/>
                  </a:lnTo>
                  <a:lnTo>
                    <a:pt x="1248" y="113"/>
                  </a:lnTo>
                  <a:lnTo>
                    <a:pt x="1022" y="341"/>
                  </a:lnTo>
                  <a:lnTo>
                    <a:pt x="1248" y="568"/>
                  </a:lnTo>
                  <a:lnTo>
                    <a:pt x="1589" y="909"/>
                  </a:lnTo>
                  <a:lnTo>
                    <a:pt x="1135" y="1364"/>
                  </a:lnTo>
                  <a:lnTo>
                    <a:pt x="568" y="796"/>
                  </a:lnTo>
                  <a:lnTo>
                    <a:pt x="341" y="454"/>
                  </a:lnTo>
                </a:path>
              </a:pathLst>
            </a:custGeom>
            <a:noFill/>
            <a:ln w="28575" cap="flat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Oval 35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35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Oval 357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358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Oval 35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36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Oval 361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362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Oval 363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364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Oval 365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366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Oval 367"/>
            <p:cNvSpPr>
              <a:spLocks noChangeArrowheads="1"/>
            </p:cNvSpPr>
            <p:nvPr/>
          </p:nvSpPr>
          <p:spPr bwMode="auto">
            <a:xfrm>
              <a:off x="2719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368"/>
            <p:cNvSpPr>
              <a:spLocks noEditPoints="1"/>
            </p:cNvSpPr>
            <p:nvPr/>
          </p:nvSpPr>
          <p:spPr bwMode="auto">
            <a:xfrm>
              <a:off x="271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Oval 369"/>
            <p:cNvSpPr>
              <a:spLocks noChangeArrowheads="1"/>
            </p:cNvSpPr>
            <p:nvPr/>
          </p:nvSpPr>
          <p:spPr bwMode="auto">
            <a:xfrm>
              <a:off x="2492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370"/>
            <p:cNvSpPr>
              <a:spLocks noEditPoints="1"/>
            </p:cNvSpPr>
            <p:nvPr/>
          </p:nvSpPr>
          <p:spPr bwMode="auto">
            <a:xfrm>
              <a:off x="248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Oval 371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372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Oval 373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374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Oval 375"/>
            <p:cNvSpPr>
              <a:spLocks noChangeArrowheads="1"/>
            </p:cNvSpPr>
            <p:nvPr/>
          </p:nvSpPr>
          <p:spPr bwMode="auto">
            <a:xfrm>
              <a:off x="2152" y="274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376"/>
            <p:cNvSpPr>
              <a:spLocks noEditPoints="1"/>
            </p:cNvSpPr>
            <p:nvPr/>
          </p:nvSpPr>
          <p:spPr bwMode="auto">
            <a:xfrm>
              <a:off x="2143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Oval 377"/>
            <p:cNvSpPr>
              <a:spLocks noChangeArrowheads="1"/>
            </p:cNvSpPr>
            <p:nvPr/>
          </p:nvSpPr>
          <p:spPr bwMode="auto">
            <a:xfrm>
              <a:off x="2152" y="2972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378"/>
            <p:cNvSpPr>
              <a:spLocks noEditPoints="1"/>
            </p:cNvSpPr>
            <p:nvPr/>
          </p:nvSpPr>
          <p:spPr bwMode="auto">
            <a:xfrm>
              <a:off x="2143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Oval 379"/>
            <p:cNvSpPr>
              <a:spLocks noChangeArrowheads="1"/>
            </p:cNvSpPr>
            <p:nvPr/>
          </p:nvSpPr>
          <p:spPr bwMode="auto">
            <a:xfrm>
              <a:off x="2152" y="3200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380"/>
            <p:cNvSpPr>
              <a:spLocks noEditPoints="1"/>
            </p:cNvSpPr>
            <p:nvPr/>
          </p:nvSpPr>
          <p:spPr bwMode="auto">
            <a:xfrm>
              <a:off x="2143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Oval 381"/>
            <p:cNvSpPr>
              <a:spLocks noChangeArrowheads="1"/>
            </p:cNvSpPr>
            <p:nvPr/>
          </p:nvSpPr>
          <p:spPr bwMode="auto">
            <a:xfrm>
              <a:off x="2152" y="2859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382"/>
            <p:cNvSpPr>
              <a:spLocks noEditPoints="1"/>
            </p:cNvSpPr>
            <p:nvPr/>
          </p:nvSpPr>
          <p:spPr bwMode="auto">
            <a:xfrm>
              <a:off x="2143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Oval 383"/>
            <p:cNvSpPr>
              <a:spLocks noChangeArrowheads="1"/>
            </p:cNvSpPr>
            <p:nvPr/>
          </p:nvSpPr>
          <p:spPr bwMode="auto">
            <a:xfrm>
              <a:off x="2719" y="274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384"/>
            <p:cNvSpPr>
              <a:spLocks noEditPoints="1"/>
            </p:cNvSpPr>
            <p:nvPr/>
          </p:nvSpPr>
          <p:spPr bwMode="auto">
            <a:xfrm>
              <a:off x="271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Oval 385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386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Oval 387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388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Oval 389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390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Oval 391"/>
            <p:cNvSpPr>
              <a:spLocks noChangeArrowheads="1"/>
            </p:cNvSpPr>
            <p:nvPr/>
          </p:nvSpPr>
          <p:spPr bwMode="auto">
            <a:xfrm>
              <a:off x="237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392"/>
            <p:cNvSpPr>
              <a:spLocks noEditPoints="1"/>
            </p:cNvSpPr>
            <p:nvPr/>
          </p:nvSpPr>
          <p:spPr bwMode="auto">
            <a:xfrm>
              <a:off x="237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Oval 393"/>
            <p:cNvSpPr>
              <a:spLocks noChangeArrowheads="1"/>
            </p:cNvSpPr>
            <p:nvPr/>
          </p:nvSpPr>
          <p:spPr bwMode="auto">
            <a:xfrm>
              <a:off x="237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394"/>
            <p:cNvSpPr>
              <a:spLocks noEditPoints="1"/>
            </p:cNvSpPr>
            <p:nvPr/>
          </p:nvSpPr>
          <p:spPr bwMode="auto">
            <a:xfrm>
              <a:off x="237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Oval 395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396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Oval 397"/>
            <p:cNvSpPr>
              <a:spLocks noChangeArrowheads="1"/>
            </p:cNvSpPr>
            <p:nvPr/>
          </p:nvSpPr>
          <p:spPr bwMode="auto">
            <a:xfrm>
              <a:off x="2719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398"/>
            <p:cNvSpPr>
              <a:spLocks noEditPoints="1"/>
            </p:cNvSpPr>
            <p:nvPr/>
          </p:nvSpPr>
          <p:spPr bwMode="auto">
            <a:xfrm>
              <a:off x="271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Oval 399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400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Oval 401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402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Oval 403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404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Oval 405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607"/>
          <p:cNvGrpSpPr>
            <a:grpSpLocks/>
          </p:cNvGrpSpPr>
          <p:nvPr/>
        </p:nvGrpSpPr>
        <p:grpSpPr bwMode="auto">
          <a:xfrm>
            <a:off x="3590925" y="1374776"/>
            <a:ext cx="2419350" cy="3778250"/>
            <a:chOff x="2262" y="866"/>
            <a:chExt cx="1524" cy="2380"/>
          </a:xfrm>
        </p:grpSpPr>
        <p:sp>
          <p:nvSpPr>
            <p:cNvPr id="1013" name="Freeform 407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Oval 408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409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Oval 410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411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Oval 412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413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Oval 414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415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Oval 416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417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Oval 418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419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Oval 420"/>
            <p:cNvSpPr>
              <a:spLocks noChangeArrowheads="1"/>
            </p:cNvSpPr>
            <p:nvPr/>
          </p:nvSpPr>
          <p:spPr bwMode="auto">
            <a:xfrm>
              <a:off x="3400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421"/>
            <p:cNvSpPr>
              <a:spLocks noEditPoints="1"/>
            </p:cNvSpPr>
            <p:nvPr/>
          </p:nvSpPr>
          <p:spPr bwMode="auto">
            <a:xfrm>
              <a:off x="339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Oval 422"/>
            <p:cNvSpPr>
              <a:spLocks noChangeArrowheads="1"/>
            </p:cNvSpPr>
            <p:nvPr/>
          </p:nvSpPr>
          <p:spPr bwMode="auto">
            <a:xfrm>
              <a:off x="3627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423"/>
            <p:cNvSpPr>
              <a:spLocks noEditPoints="1"/>
            </p:cNvSpPr>
            <p:nvPr/>
          </p:nvSpPr>
          <p:spPr bwMode="auto">
            <a:xfrm>
              <a:off x="3617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Oval 424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425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Oval 426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427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Oval 428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429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Oval 430"/>
            <p:cNvSpPr>
              <a:spLocks noChangeArrowheads="1"/>
            </p:cNvSpPr>
            <p:nvPr/>
          </p:nvSpPr>
          <p:spPr bwMode="auto">
            <a:xfrm>
              <a:off x="3740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431"/>
            <p:cNvSpPr>
              <a:spLocks noEditPoints="1"/>
            </p:cNvSpPr>
            <p:nvPr/>
          </p:nvSpPr>
          <p:spPr bwMode="auto">
            <a:xfrm>
              <a:off x="373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Oval 432"/>
            <p:cNvSpPr>
              <a:spLocks noChangeArrowheads="1"/>
            </p:cNvSpPr>
            <p:nvPr/>
          </p:nvSpPr>
          <p:spPr bwMode="auto">
            <a:xfrm>
              <a:off x="3286" y="2859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433"/>
            <p:cNvSpPr>
              <a:spLocks noEditPoints="1"/>
            </p:cNvSpPr>
            <p:nvPr/>
          </p:nvSpPr>
          <p:spPr bwMode="auto">
            <a:xfrm>
              <a:off x="327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Oval 434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435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Oval 436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437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Oval 438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439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Oval 440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441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Oval 442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44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Oval 44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44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Oval 44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44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Oval 44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44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Oval 45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45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Oval 45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45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Oval 45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45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Oval 45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45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Oval 45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45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Oval 46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461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Oval 462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463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464"/>
            <p:cNvSpPr>
              <a:spLocks/>
            </p:cNvSpPr>
            <p:nvPr/>
          </p:nvSpPr>
          <p:spPr bwMode="auto">
            <a:xfrm>
              <a:off x="2624" y="944"/>
              <a:ext cx="1135" cy="2274"/>
            </a:xfrm>
            <a:custGeom>
              <a:avLst/>
              <a:gdLst>
                <a:gd name="T0" fmla="*/ 341 w 1135"/>
                <a:gd name="T1" fmla="*/ 1251 h 2274"/>
                <a:gd name="T2" fmla="*/ 0 w 1135"/>
                <a:gd name="T3" fmla="*/ 1251 h 2274"/>
                <a:gd name="T4" fmla="*/ 454 w 1135"/>
                <a:gd name="T5" fmla="*/ 1478 h 2274"/>
                <a:gd name="T6" fmla="*/ 341 w 1135"/>
                <a:gd name="T7" fmla="*/ 1819 h 2274"/>
                <a:gd name="T8" fmla="*/ 681 w 1135"/>
                <a:gd name="T9" fmla="*/ 1819 h 2274"/>
                <a:gd name="T10" fmla="*/ 794 w 1135"/>
                <a:gd name="T11" fmla="*/ 1592 h 2274"/>
                <a:gd name="T12" fmla="*/ 908 w 1135"/>
                <a:gd name="T13" fmla="*/ 1933 h 2274"/>
                <a:gd name="T14" fmla="*/ 794 w 1135"/>
                <a:gd name="T15" fmla="*/ 2047 h 2274"/>
                <a:gd name="T16" fmla="*/ 908 w 1135"/>
                <a:gd name="T17" fmla="*/ 2160 h 2274"/>
                <a:gd name="T18" fmla="*/ 1021 w 1135"/>
                <a:gd name="T19" fmla="*/ 2160 h 2274"/>
                <a:gd name="T20" fmla="*/ 908 w 1135"/>
                <a:gd name="T21" fmla="*/ 2274 h 2274"/>
                <a:gd name="T22" fmla="*/ 794 w 1135"/>
                <a:gd name="T23" fmla="*/ 2274 h 2274"/>
                <a:gd name="T24" fmla="*/ 794 w 1135"/>
                <a:gd name="T25" fmla="*/ 2160 h 2274"/>
                <a:gd name="T26" fmla="*/ 908 w 1135"/>
                <a:gd name="T27" fmla="*/ 2274 h 2274"/>
                <a:gd name="T28" fmla="*/ 1021 w 1135"/>
                <a:gd name="T29" fmla="*/ 2274 h 2274"/>
                <a:gd name="T30" fmla="*/ 1021 w 1135"/>
                <a:gd name="T31" fmla="*/ 1933 h 2274"/>
                <a:gd name="T32" fmla="*/ 1021 w 1135"/>
                <a:gd name="T33" fmla="*/ 1819 h 2274"/>
                <a:gd name="T34" fmla="*/ 1135 w 1135"/>
                <a:gd name="T35" fmla="*/ 2160 h 2274"/>
                <a:gd name="T36" fmla="*/ 908 w 1135"/>
                <a:gd name="T37" fmla="*/ 1365 h 2274"/>
                <a:gd name="T38" fmla="*/ 1021 w 1135"/>
                <a:gd name="T39" fmla="*/ 910 h 2274"/>
                <a:gd name="T40" fmla="*/ 681 w 1135"/>
                <a:gd name="T41" fmla="*/ 455 h 2274"/>
                <a:gd name="T42" fmla="*/ 568 w 1135"/>
                <a:gd name="T43" fmla="*/ 0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5" h="2274">
                  <a:moveTo>
                    <a:pt x="341" y="1251"/>
                  </a:moveTo>
                  <a:lnTo>
                    <a:pt x="0" y="1251"/>
                  </a:lnTo>
                  <a:lnTo>
                    <a:pt x="454" y="1478"/>
                  </a:lnTo>
                  <a:lnTo>
                    <a:pt x="341" y="1819"/>
                  </a:lnTo>
                  <a:lnTo>
                    <a:pt x="681" y="1819"/>
                  </a:lnTo>
                  <a:lnTo>
                    <a:pt x="794" y="1592"/>
                  </a:lnTo>
                  <a:lnTo>
                    <a:pt x="908" y="1933"/>
                  </a:lnTo>
                  <a:lnTo>
                    <a:pt x="794" y="2047"/>
                  </a:lnTo>
                  <a:lnTo>
                    <a:pt x="908" y="2160"/>
                  </a:lnTo>
                  <a:lnTo>
                    <a:pt x="1021" y="2160"/>
                  </a:lnTo>
                  <a:lnTo>
                    <a:pt x="908" y="2274"/>
                  </a:lnTo>
                  <a:lnTo>
                    <a:pt x="794" y="2274"/>
                  </a:lnTo>
                  <a:lnTo>
                    <a:pt x="794" y="2160"/>
                  </a:lnTo>
                  <a:lnTo>
                    <a:pt x="908" y="2274"/>
                  </a:lnTo>
                  <a:lnTo>
                    <a:pt x="1021" y="2274"/>
                  </a:lnTo>
                  <a:lnTo>
                    <a:pt x="1021" y="1933"/>
                  </a:lnTo>
                  <a:lnTo>
                    <a:pt x="1021" y="1819"/>
                  </a:lnTo>
                  <a:lnTo>
                    <a:pt x="1135" y="2160"/>
                  </a:lnTo>
                  <a:lnTo>
                    <a:pt x="908" y="1365"/>
                  </a:lnTo>
                  <a:lnTo>
                    <a:pt x="1021" y="910"/>
                  </a:lnTo>
                  <a:lnTo>
                    <a:pt x="681" y="455"/>
                  </a:lnTo>
                  <a:lnTo>
                    <a:pt x="568" y="0"/>
                  </a:lnTo>
                </a:path>
              </a:pathLst>
            </a:custGeom>
            <a:noFill/>
            <a:ln w="28575" cap="flat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Oval 46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46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Oval 467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468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Oval 469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470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Oval 471"/>
            <p:cNvSpPr>
              <a:spLocks noChangeArrowheads="1"/>
            </p:cNvSpPr>
            <p:nvPr/>
          </p:nvSpPr>
          <p:spPr bwMode="auto">
            <a:xfrm>
              <a:off x="2946" y="274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472"/>
            <p:cNvSpPr>
              <a:spLocks noEditPoints="1"/>
            </p:cNvSpPr>
            <p:nvPr/>
          </p:nvSpPr>
          <p:spPr bwMode="auto">
            <a:xfrm>
              <a:off x="293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Oval 473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474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Oval 475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476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Oval 477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478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Oval 479"/>
            <p:cNvSpPr>
              <a:spLocks noChangeArrowheads="1"/>
            </p:cNvSpPr>
            <p:nvPr/>
          </p:nvSpPr>
          <p:spPr bwMode="auto">
            <a:xfrm>
              <a:off x="3400" y="2972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480"/>
            <p:cNvSpPr>
              <a:spLocks noEditPoints="1"/>
            </p:cNvSpPr>
            <p:nvPr/>
          </p:nvSpPr>
          <p:spPr bwMode="auto">
            <a:xfrm>
              <a:off x="339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Oval 481"/>
            <p:cNvSpPr>
              <a:spLocks noChangeArrowheads="1"/>
            </p:cNvSpPr>
            <p:nvPr/>
          </p:nvSpPr>
          <p:spPr bwMode="auto">
            <a:xfrm>
              <a:off x="3513" y="308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482"/>
            <p:cNvSpPr>
              <a:spLocks noEditPoints="1"/>
            </p:cNvSpPr>
            <p:nvPr/>
          </p:nvSpPr>
          <p:spPr bwMode="auto">
            <a:xfrm>
              <a:off x="3504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Oval 483"/>
            <p:cNvSpPr>
              <a:spLocks noChangeArrowheads="1"/>
            </p:cNvSpPr>
            <p:nvPr/>
          </p:nvSpPr>
          <p:spPr bwMode="auto">
            <a:xfrm>
              <a:off x="3627" y="308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484"/>
            <p:cNvSpPr>
              <a:spLocks noEditPoints="1"/>
            </p:cNvSpPr>
            <p:nvPr/>
          </p:nvSpPr>
          <p:spPr bwMode="auto">
            <a:xfrm>
              <a:off x="3617" y="307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Oval 485"/>
            <p:cNvSpPr>
              <a:spLocks noChangeArrowheads="1"/>
            </p:cNvSpPr>
            <p:nvPr/>
          </p:nvSpPr>
          <p:spPr bwMode="auto">
            <a:xfrm>
              <a:off x="3513" y="3200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486"/>
            <p:cNvSpPr>
              <a:spLocks noEditPoints="1"/>
            </p:cNvSpPr>
            <p:nvPr/>
          </p:nvSpPr>
          <p:spPr bwMode="auto">
            <a:xfrm>
              <a:off x="3504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Oval 487"/>
            <p:cNvSpPr>
              <a:spLocks noChangeArrowheads="1"/>
            </p:cNvSpPr>
            <p:nvPr/>
          </p:nvSpPr>
          <p:spPr bwMode="auto">
            <a:xfrm>
              <a:off x="3400" y="3200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488"/>
            <p:cNvSpPr>
              <a:spLocks noEditPoints="1"/>
            </p:cNvSpPr>
            <p:nvPr/>
          </p:nvSpPr>
          <p:spPr bwMode="auto">
            <a:xfrm>
              <a:off x="339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Oval 489"/>
            <p:cNvSpPr>
              <a:spLocks noChangeArrowheads="1"/>
            </p:cNvSpPr>
            <p:nvPr/>
          </p:nvSpPr>
          <p:spPr bwMode="auto">
            <a:xfrm>
              <a:off x="3400" y="308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490"/>
            <p:cNvSpPr>
              <a:spLocks noEditPoints="1"/>
            </p:cNvSpPr>
            <p:nvPr/>
          </p:nvSpPr>
          <p:spPr bwMode="auto">
            <a:xfrm>
              <a:off x="3391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Oval 491"/>
            <p:cNvSpPr>
              <a:spLocks noChangeArrowheads="1"/>
            </p:cNvSpPr>
            <p:nvPr/>
          </p:nvSpPr>
          <p:spPr bwMode="auto">
            <a:xfrm>
              <a:off x="3513" y="3200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492"/>
            <p:cNvSpPr>
              <a:spLocks noEditPoints="1"/>
            </p:cNvSpPr>
            <p:nvPr/>
          </p:nvSpPr>
          <p:spPr bwMode="auto">
            <a:xfrm>
              <a:off x="3504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Oval 493"/>
            <p:cNvSpPr>
              <a:spLocks noChangeArrowheads="1"/>
            </p:cNvSpPr>
            <p:nvPr/>
          </p:nvSpPr>
          <p:spPr bwMode="auto">
            <a:xfrm>
              <a:off x="3627" y="3200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494"/>
            <p:cNvSpPr>
              <a:spLocks noEditPoints="1"/>
            </p:cNvSpPr>
            <p:nvPr/>
          </p:nvSpPr>
          <p:spPr bwMode="auto">
            <a:xfrm>
              <a:off x="3617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Oval 495"/>
            <p:cNvSpPr>
              <a:spLocks noChangeArrowheads="1"/>
            </p:cNvSpPr>
            <p:nvPr/>
          </p:nvSpPr>
          <p:spPr bwMode="auto">
            <a:xfrm>
              <a:off x="3627" y="2859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496"/>
            <p:cNvSpPr>
              <a:spLocks noEditPoints="1"/>
            </p:cNvSpPr>
            <p:nvPr/>
          </p:nvSpPr>
          <p:spPr bwMode="auto">
            <a:xfrm>
              <a:off x="3617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Oval 497"/>
            <p:cNvSpPr>
              <a:spLocks noChangeArrowheads="1"/>
            </p:cNvSpPr>
            <p:nvPr/>
          </p:nvSpPr>
          <p:spPr bwMode="auto">
            <a:xfrm>
              <a:off x="3627" y="274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498"/>
            <p:cNvSpPr>
              <a:spLocks noEditPoints="1"/>
            </p:cNvSpPr>
            <p:nvPr/>
          </p:nvSpPr>
          <p:spPr bwMode="auto">
            <a:xfrm>
              <a:off x="3617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Oval 499"/>
            <p:cNvSpPr>
              <a:spLocks noChangeArrowheads="1"/>
            </p:cNvSpPr>
            <p:nvPr/>
          </p:nvSpPr>
          <p:spPr bwMode="auto">
            <a:xfrm>
              <a:off x="3740" y="308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500"/>
            <p:cNvSpPr>
              <a:spLocks noEditPoints="1"/>
            </p:cNvSpPr>
            <p:nvPr/>
          </p:nvSpPr>
          <p:spPr bwMode="auto">
            <a:xfrm>
              <a:off x="3731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Oval 501"/>
            <p:cNvSpPr>
              <a:spLocks noChangeArrowheads="1"/>
            </p:cNvSpPr>
            <p:nvPr/>
          </p:nvSpPr>
          <p:spPr bwMode="auto">
            <a:xfrm>
              <a:off x="3513" y="229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502"/>
            <p:cNvSpPr>
              <a:spLocks noEditPoints="1"/>
            </p:cNvSpPr>
            <p:nvPr/>
          </p:nvSpPr>
          <p:spPr bwMode="auto">
            <a:xfrm>
              <a:off x="350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Oval 503"/>
            <p:cNvSpPr>
              <a:spLocks noChangeArrowheads="1"/>
            </p:cNvSpPr>
            <p:nvPr/>
          </p:nvSpPr>
          <p:spPr bwMode="auto">
            <a:xfrm>
              <a:off x="3627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504"/>
            <p:cNvSpPr>
              <a:spLocks noEditPoints="1"/>
            </p:cNvSpPr>
            <p:nvPr/>
          </p:nvSpPr>
          <p:spPr bwMode="auto">
            <a:xfrm>
              <a:off x="3617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Oval 505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506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Oval 507"/>
            <p:cNvSpPr>
              <a:spLocks noChangeArrowheads="1"/>
            </p:cNvSpPr>
            <p:nvPr/>
          </p:nvSpPr>
          <p:spPr bwMode="auto">
            <a:xfrm>
              <a:off x="3173" y="92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508"/>
            <p:cNvSpPr>
              <a:spLocks noEditPoints="1"/>
            </p:cNvSpPr>
            <p:nvPr/>
          </p:nvSpPr>
          <p:spPr bwMode="auto">
            <a:xfrm>
              <a:off x="316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Oval 50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51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Oval 51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51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Oval 51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51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Oval 51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51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Oval 51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51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Oval 51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52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Oval 52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52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Oval 52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52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Oval 52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52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Oval 52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52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Oval 52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53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Oval 53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53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Oval 53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53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535"/>
            <p:cNvSpPr>
              <a:spLocks/>
            </p:cNvSpPr>
            <p:nvPr/>
          </p:nvSpPr>
          <p:spPr bwMode="auto">
            <a:xfrm>
              <a:off x="2965" y="944"/>
              <a:ext cx="680" cy="1251"/>
            </a:xfrm>
            <a:custGeom>
              <a:avLst/>
              <a:gdLst>
                <a:gd name="T0" fmla="*/ 0 w 680"/>
                <a:gd name="T1" fmla="*/ 1251 h 1251"/>
                <a:gd name="T2" fmla="*/ 567 w 680"/>
                <a:gd name="T3" fmla="*/ 796 h 1251"/>
                <a:gd name="T4" fmla="*/ 113 w 680"/>
                <a:gd name="T5" fmla="*/ 682 h 1251"/>
                <a:gd name="T6" fmla="*/ 113 w 680"/>
                <a:gd name="T7" fmla="*/ 228 h 1251"/>
                <a:gd name="T8" fmla="*/ 680 w 680"/>
                <a:gd name="T9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0" h="1251">
                  <a:moveTo>
                    <a:pt x="0" y="1251"/>
                  </a:moveTo>
                  <a:lnTo>
                    <a:pt x="567" y="796"/>
                  </a:lnTo>
                  <a:lnTo>
                    <a:pt x="113" y="682"/>
                  </a:lnTo>
                  <a:lnTo>
                    <a:pt x="113" y="228"/>
                  </a:lnTo>
                  <a:lnTo>
                    <a:pt x="680" y="0"/>
                  </a:lnTo>
                </a:path>
              </a:pathLst>
            </a:custGeom>
            <a:noFill/>
            <a:ln w="28575" cap="flat">
              <a:solidFill>
                <a:srgbClr val="00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Oval 53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53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Oval 538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539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Oval 540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541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Oval 542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543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Oval 544"/>
            <p:cNvSpPr>
              <a:spLocks noChangeArrowheads="1"/>
            </p:cNvSpPr>
            <p:nvPr/>
          </p:nvSpPr>
          <p:spPr bwMode="auto">
            <a:xfrm>
              <a:off x="3627" y="92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545"/>
            <p:cNvSpPr>
              <a:spLocks noEditPoints="1"/>
            </p:cNvSpPr>
            <p:nvPr/>
          </p:nvSpPr>
          <p:spPr bwMode="auto">
            <a:xfrm>
              <a:off x="3617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Oval 546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547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Oval 548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549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Oval 550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551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Oval 552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553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Oval 554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555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Oval 556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557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Oval 55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55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Oval 560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561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Oval 562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563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Oval 564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565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Oval 566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567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Oval 568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569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Oval 570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571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572"/>
            <p:cNvSpPr>
              <a:spLocks/>
            </p:cNvSpPr>
            <p:nvPr/>
          </p:nvSpPr>
          <p:spPr bwMode="auto">
            <a:xfrm>
              <a:off x="2511" y="944"/>
              <a:ext cx="907" cy="1251"/>
            </a:xfrm>
            <a:custGeom>
              <a:avLst/>
              <a:gdLst>
                <a:gd name="T0" fmla="*/ 454 w 907"/>
                <a:gd name="T1" fmla="*/ 1251 h 1251"/>
                <a:gd name="T2" fmla="*/ 567 w 907"/>
                <a:gd name="T3" fmla="*/ 796 h 1251"/>
                <a:gd name="T4" fmla="*/ 907 w 907"/>
                <a:gd name="T5" fmla="*/ 455 h 1251"/>
                <a:gd name="T6" fmla="*/ 340 w 907"/>
                <a:gd name="T7" fmla="*/ 682 h 1251"/>
                <a:gd name="T8" fmla="*/ 0 w 907"/>
                <a:gd name="T9" fmla="*/ 341 h 1251"/>
                <a:gd name="T10" fmla="*/ 454 w 907"/>
                <a:gd name="T11" fmla="*/ 796 h 1251"/>
                <a:gd name="T12" fmla="*/ 794 w 907"/>
                <a:gd name="T13" fmla="*/ 341 h 1251"/>
                <a:gd name="T14" fmla="*/ 340 w 907"/>
                <a:gd name="T15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7" h="1251">
                  <a:moveTo>
                    <a:pt x="454" y="1251"/>
                  </a:moveTo>
                  <a:lnTo>
                    <a:pt x="567" y="796"/>
                  </a:lnTo>
                  <a:lnTo>
                    <a:pt x="907" y="455"/>
                  </a:lnTo>
                  <a:lnTo>
                    <a:pt x="340" y="682"/>
                  </a:lnTo>
                  <a:lnTo>
                    <a:pt x="0" y="341"/>
                  </a:lnTo>
                  <a:lnTo>
                    <a:pt x="454" y="796"/>
                  </a:lnTo>
                  <a:lnTo>
                    <a:pt x="794" y="341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0066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Oval 57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57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Oval 575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576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Oval 577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578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Oval 579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580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Oval 581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582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Oval 583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584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Oval 585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586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Oval 587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588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Oval 58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59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Oval 59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59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Oval 59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59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Oval 59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59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Oval 59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59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Oval 59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60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Oval 60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60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Oval 60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60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Oval 60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60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808"/>
          <p:cNvGrpSpPr>
            <a:grpSpLocks/>
          </p:cNvGrpSpPr>
          <p:nvPr/>
        </p:nvGrpSpPr>
        <p:grpSpPr bwMode="auto">
          <a:xfrm>
            <a:off x="3581400" y="1374776"/>
            <a:ext cx="2428875" cy="3778250"/>
            <a:chOff x="2256" y="866"/>
            <a:chExt cx="1530" cy="2380"/>
          </a:xfrm>
        </p:grpSpPr>
        <p:sp>
          <p:nvSpPr>
            <p:cNvPr id="813" name="Oval 60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60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Oval 61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61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Oval 61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61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Oval 61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61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616"/>
            <p:cNvSpPr>
              <a:spLocks/>
            </p:cNvSpPr>
            <p:nvPr/>
          </p:nvSpPr>
          <p:spPr bwMode="auto">
            <a:xfrm>
              <a:off x="2284" y="1967"/>
              <a:ext cx="1475" cy="1251"/>
            </a:xfrm>
            <a:custGeom>
              <a:avLst/>
              <a:gdLst>
                <a:gd name="T0" fmla="*/ 681 w 1475"/>
                <a:gd name="T1" fmla="*/ 228 h 1251"/>
                <a:gd name="T2" fmla="*/ 1021 w 1475"/>
                <a:gd name="T3" fmla="*/ 455 h 1251"/>
                <a:gd name="T4" fmla="*/ 1361 w 1475"/>
                <a:gd name="T5" fmla="*/ 455 h 1251"/>
                <a:gd name="T6" fmla="*/ 1475 w 1475"/>
                <a:gd name="T7" fmla="*/ 455 h 1251"/>
                <a:gd name="T8" fmla="*/ 1475 w 1475"/>
                <a:gd name="T9" fmla="*/ 455 h 1251"/>
                <a:gd name="T10" fmla="*/ 1134 w 1475"/>
                <a:gd name="T11" fmla="*/ 910 h 1251"/>
                <a:gd name="T12" fmla="*/ 794 w 1475"/>
                <a:gd name="T13" fmla="*/ 1251 h 1251"/>
                <a:gd name="T14" fmla="*/ 794 w 1475"/>
                <a:gd name="T15" fmla="*/ 1251 h 1251"/>
                <a:gd name="T16" fmla="*/ 794 w 1475"/>
                <a:gd name="T17" fmla="*/ 683 h 1251"/>
                <a:gd name="T18" fmla="*/ 794 w 1475"/>
                <a:gd name="T19" fmla="*/ 228 h 1251"/>
                <a:gd name="T20" fmla="*/ 794 w 1475"/>
                <a:gd name="T21" fmla="*/ 569 h 1251"/>
                <a:gd name="T22" fmla="*/ 794 w 1475"/>
                <a:gd name="T23" fmla="*/ 1024 h 1251"/>
                <a:gd name="T24" fmla="*/ 1361 w 1475"/>
                <a:gd name="T25" fmla="*/ 455 h 1251"/>
                <a:gd name="T26" fmla="*/ 908 w 1475"/>
                <a:gd name="T27" fmla="*/ 0 h 1251"/>
                <a:gd name="T28" fmla="*/ 681 w 1475"/>
                <a:gd name="T29" fmla="*/ 342 h 1251"/>
                <a:gd name="T30" fmla="*/ 1021 w 1475"/>
                <a:gd name="T31" fmla="*/ 683 h 1251"/>
                <a:gd name="T32" fmla="*/ 681 w 1475"/>
                <a:gd name="T33" fmla="*/ 228 h 1251"/>
                <a:gd name="T34" fmla="*/ 340 w 1475"/>
                <a:gd name="T35" fmla="*/ 569 h 1251"/>
                <a:gd name="T36" fmla="*/ 0 w 1475"/>
                <a:gd name="T37" fmla="*/ 796 h 1251"/>
                <a:gd name="T38" fmla="*/ 0 w 1475"/>
                <a:gd name="T39" fmla="*/ 796 h 1251"/>
                <a:gd name="T40" fmla="*/ 0 w 1475"/>
                <a:gd name="T41" fmla="*/ 796 h 1251"/>
                <a:gd name="T42" fmla="*/ 0 w 1475"/>
                <a:gd name="T43" fmla="*/ 796 h 1251"/>
                <a:gd name="T44" fmla="*/ 0 w 1475"/>
                <a:gd name="T45" fmla="*/ 1251 h 1251"/>
                <a:gd name="T46" fmla="*/ 0 w 1475"/>
                <a:gd name="T47" fmla="*/ 1251 h 1251"/>
                <a:gd name="T48" fmla="*/ 0 w 1475"/>
                <a:gd name="T49" fmla="*/ 1251 h 1251"/>
                <a:gd name="T50" fmla="*/ 0 w 1475"/>
                <a:gd name="T51" fmla="*/ 1137 h 1251"/>
                <a:gd name="T52" fmla="*/ 567 w 1475"/>
                <a:gd name="T53" fmla="*/ 796 h 1251"/>
                <a:gd name="T54" fmla="*/ 794 w 1475"/>
                <a:gd name="T55" fmla="*/ 342 h 1251"/>
                <a:gd name="T56" fmla="*/ 794 w 1475"/>
                <a:gd name="T57" fmla="*/ 0 h 1251"/>
                <a:gd name="T58" fmla="*/ 794 w 1475"/>
                <a:gd name="T59" fmla="*/ 342 h 1251"/>
                <a:gd name="T60" fmla="*/ 1134 w 1475"/>
                <a:gd name="T61" fmla="*/ 683 h 1251"/>
                <a:gd name="T62" fmla="*/ 1475 w 1475"/>
                <a:gd name="T63" fmla="*/ 342 h 1251"/>
                <a:gd name="T64" fmla="*/ 1475 w 1475"/>
                <a:gd name="T65" fmla="*/ 342 h 1251"/>
                <a:gd name="T66" fmla="*/ 1475 w 1475"/>
                <a:gd name="T67" fmla="*/ 342 h 1251"/>
                <a:gd name="T68" fmla="*/ 1134 w 1475"/>
                <a:gd name="T69" fmla="*/ 0 h 1251"/>
                <a:gd name="T70" fmla="*/ 1475 w 1475"/>
                <a:gd name="T71" fmla="*/ 342 h 1251"/>
                <a:gd name="T72" fmla="*/ 1475 w 1475"/>
                <a:gd name="T73" fmla="*/ 342 h 1251"/>
                <a:gd name="T74" fmla="*/ 1134 w 1475"/>
                <a:gd name="T75" fmla="*/ 0 h 1251"/>
                <a:gd name="T76" fmla="*/ 794 w 1475"/>
                <a:gd name="T77" fmla="*/ 342 h 1251"/>
                <a:gd name="T78" fmla="*/ 454 w 1475"/>
                <a:gd name="T79" fmla="*/ 342 h 1251"/>
                <a:gd name="T80" fmla="*/ 794 w 1475"/>
                <a:gd name="T81" fmla="*/ 455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75" h="1251">
                  <a:moveTo>
                    <a:pt x="681" y="228"/>
                  </a:moveTo>
                  <a:lnTo>
                    <a:pt x="1021" y="455"/>
                  </a:lnTo>
                  <a:lnTo>
                    <a:pt x="1361" y="455"/>
                  </a:lnTo>
                  <a:lnTo>
                    <a:pt x="1475" y="455"/>
                  </a:lnTo>
                  <a:lnTo>
                    <a:pt x="1475" y="455"/>
                  </a:lnTo>
                  <a:lnTo>
                    <a:pt x="1134" y="910"/>
                  </a:lnTo>
                  <a:lnTo>
                    <a:pt x="794" y="1251"/>
                  </a:lnTo>
                  <a:lnTo>
                    <a:pt x="794" y="1251"/>
                  </a:lnTo>
                  <a:lnTo>
                    <a:pt x="794" y="683"/>
                  </a:lnTo>
                  <a:lnTo>
                    <a:pt x="794" y="228"/>
                  </a:lnTo>
                  <a:lnTo>
                    <a:pt x="794" y="569"/>
                  </a:lnTo>
                  <a:lnTo>
                    <a:pt x="794" y="1024"/>
                  </a:lnTo>
                  <a:lnTo>
                    <a:pt x="1361" y="455"/>
                  </a:lnTo>
                  <a:lnTo>
                    <a:pt x="908" y="0"/>
                  </a:lnTo>
                  <a:lnTo>
                    <a:pt x="681" y="342"/>
                  </a:lnTo>
                  <a:lnTo>
                    <a:pt x="1021" y="683"/>
                  </a:lnTo>
                  <a:lnTo>
                    <a:pt x="681" y="228"/>
                  </a:lnTo>
                  <a:lnTo>
                    <a:pt x="340" y="569"/>
                  </a:lnTo>
                  <a:lnTo>
                    <a:pt x="0" y="796"/>
                  </a:lnTo>
                  <a:lnTo>
                    <a:pt x="0" y="796"/>
                  </a:lnTo>
                  <a:lnTo>
                    <a:pt x="0" y="796"/>
                  </a:lnTo>
                  <a:lnTo>
                    <a:pt x="0" y="796"/>
                  </a:lnTo>
                  <a:lnTo>
                    <a:pt x="0" y="1251"/>
                  </a:lnTo>
                  <a:lnTo>
                    <a:pt x="0" y="1251"/>
                  </a:lnTo>
                  <a:lnTo>
                    <a:pt x="0" y="1251"/>
                  </a:lnTo>
                  <a:lnTo>
                    <a:pt x="0" y="1137"/>
                  </a:lnTo>
                  <a:lnTo>
                    <a:pt x="567" y="796"/>
                  </a:lnTo>
                  <a:lnTo>
                    <a:pt x="794" y="342"/>
                  </a:lnTo>
                  <a:lnTo>
                    <a:pt x="794" y="0"/>
                  </a:lnTo>
                  <a:lnTo>
                    <a:pt x="794" y="342"/>
                  </a:lnTo>
                  <a:lnTo>
                    <a:pt x="1134" y="683"/>
                  </a:lnTo>
                  <a:lnTo>
                    <a:pt x="1475" y="342"/>
                  </a:lnTo>
                  <a:lnTo>
                    <a:pt x="1475" y="342"/>
                  </a:lnTo>
                  <a:lnTo>
                    <a:pt x="1475" y="342"/>
                  </a:lnTo>
                  <a:lnTo>
                    <a:pt x="1134" y="0"/>
                  </a:lnTo>
                  <a:lnTo>
                    <a:pt x="1475" y="342"/>
                  </a:lnTo>
                  <a:lnTo>
                    <a:pt x="1475" y="342"/>
                  </a:lnTo>
                  <a:lnTo>
                    <a:pt x="1134" y="0"/>
                  </a:lnTo>
                  <a:lnTo>
                    <a:pt x="794" y="342"/>
                  </a:lnTo>
                  <a:lnTo>
                    <a:pt x="454" y="342"/>
                  </a:lnTo>
                  <a:lnTo>
                    <a:pt x="794" y="455"/>
                  </a:lnTo>
                </a:path>
              </a:pathLst>
            </a:custGeom>
            <a:noFill/>
            <a:ln w="28575" cap="flat">
              <a:solidFill>
                <a:srgbClr val="0099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Oval 61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61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Oval 619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620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Oval 621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622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Oval 623"/>
            <p:cNvSpPr>
              <a:spLocks noChangeArrowheads="1"/>
            </p:cNvSpPr>
            <p:nvPr/>
          </p:nvSpPr>
          <p:spPr bwMode="auto">
            <a:xfrm>
              <a:off x="3740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624"/>
            <p:cNvSpPr>
              <a:spLocks noEditPoints="1"/>
            </p:cNvSpPr>
            <p:nvPr/>
          </p:nvSpPr>
          <p:spPr bwMode="auto">
            <a:xfrm>
              <a:off x="373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Oval 625"/>
            <p:cNvSpPr>
              <a:spLocks noChangeArrowheads="1"/>
            </p:cNvSpPr>
            <p:nvPr/>
          </p:nvSpPr>
          <p:spPr bwMode="auto">
            <a:xfrm>
              <a:off x="3740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626"/>
            <p:cNvSpPr>
              <a:spLocks noEditPoints="1"/>
            </p:cNvSpPr>
            <p:nvPr/>
          </p:nvSpPr>
          <p:spPr bwMode="auto">
            <a:xfrm>
              <a:off x="373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Oval 627"/>
            <p:cNvSpPr>
              <a:spLocks noChangeArrowheads="1"/>
            </p:cNvSpPr>
            <p:nvPr/>
          </p:nvSpPr>
          <p:spPr bwMode="auto">
            <a:xfrm>
              <a:off x="3400" y="2859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628"/>
            <p:cNvSpPr>
              <a:spLocks noEditPoints="1"/>
            </p:cNvSpPr>
            <p:nvPr/>
          </p:nvSpPr>
          <p:spPr bwMode="auto">
            <a:xfrm>
              <a:off x="339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Oval 629"/>
            <p:cNvSpPr>
              <a:spLocks noChangeArrowheads="1"/>
            </p:cNvSpPr>
            <p:nvPr/>
          </p:nvSpPr>
          <p:spPr bwMode="auto">
            <a:xfrm>
              <a:off x="3059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630"/>
            <p:cNvSpPr>
              <a:spLocks noEditPoints="1"/>
            </p:cNvSpPr>
            <p:nvPr/>
          </p:nvSpPr>
          <p:spPr bwMode="auto">
            <a:xfrm>
              <a:off x="3050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Oval 631"/>
            <p:cNvSpPr>
              <a:spLocks noChangeArrowheads="1"/>
            </p:cNvSpPr>
            <p:nvPr/>
          </p:nvSpPr>
          <p:spPr bwMode="auto">
            <a:xfrm>
              <a:off x="3059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632"/>
            <p:cNvSpPr>
              <a:spLocks noEditPoints="1"/>
            </p:cNvSpPr>
            <p:nvPr/>
          </p:nvSpPr>
          <p:spPr bwMode="auto">
            <a:xfrm>
              <a:off x="3050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Oval 633"/>
            <p:cNvSpPr>
              <a:spLocks noChangeArrowheads="1"/>
            </p:cNvSpPr>
            <p:nvPr/>
          </p:nvSpPr>
          <p:spPr bwMode="auto">
            <a:xfrm>
              <a:off x="3059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634"/>
            <p:cNvSpPr>
              <a:spLocks noEditPoints="1"/>
            </p:cNvSpPr>
            <p:nvPr/>
          </p:nvSpPr>
          <p:spPr bwMode="auto">
            <a:xfrm>
              <a:off x="3050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Oval 635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636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Oval 637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638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Oval 639"/>
            <p:cNvSpPr>
              <a:spLocks noChangeArrowheads="1"/>
            </p:cNvSpPr>
            <p:nvPr/>
          </p:nvSpPr>
          <p:spPr bwMode="auto">
            <a:xfrm>
              <a:off x="3059" y="2972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640"/>
            <p:cNvSpPr>
              <a:spLocks noEditPoints="1"/>
            </p:cNvSpPr>
            <p:nvPr/>
          </p:nvSpPr>
          <p:spPr bwMode="auto">
            <a:xfrm>
              <a:off x="3050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Oval 641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642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Oval 643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644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Oval 645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646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Oval 647"/>
            <p:cNvSpPr>
              <a:spLocks noChangeArrowheads="1"/>
            </p:cNvSpPr>
            <p:nvPr/>
          </p:nvSpPr>
          <p:spPr bwMode="auto">
            <a:xfrm>
              <a:off x="3286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648"/>
            <p:cNvSpPr>
              <a:spLocks noEditPoints="1"/>
            </p:cNvSpPr>
            <p:nvPr/>
          </p:nvSpPr>
          <p:spPr bwMode="auto">
            <a:xfrm>
              <a:off x="327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Oval 64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65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Oval 651"/>
            <p:cNvSpPr>
              <a:spLocks noChangeArrowheads="1"/>
            </p:cNvSpPr>
            <p:nvPr/>
          </p:nvSpPr>
          <p:spPr bwMode="auto">
            <a:xfrm>
              <a:off x="2606" y="2518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652"/>
            <p:cNvSpPr>
              <a:spLocks noEditPoints="1"/>
            </p:cNvSpPr>
            <p:nvPr/>
          </p:nvSpPr>
          <p:spPr bwMode="auto">
            <a:xfrm>
              <a:off x="259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Oval 653"/>
            <p:cNvSpPr>
              <a:spLocks noChangeArrowheads="1"/>
            </p:cNvSpPr>
            <p:nvPr/>
          </p:nvSpPr>
          <p:spPr bwMode="auto">
            <a:xfrm>
              <a:off x="2265" y="274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654"/>
            <p:cNvSpPr>
              <a:spLocks noEditPoints="1"/>
            </p:cNvSpPr>
            <p:nvPr/>
          </p:nvSpPr>
          <p:spPr bwMode="auto">
            <a:xfrm>
              <a:off x="2256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Oval 655"/>
            <p:cNvSpPr>
              <a:spLocks noChangeArrowheads="1"/>
            </p:cNvSpPr>
            <p:nvPr/>
          </p:nvSpPr>
          <p:spPr bwMode="auto">
            <a:xfrm>
              <a:off x="2265" y="274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656"/>
            <p:cNvSpPr>
              <a:spLocks noEditPoints="1"/>
            </p:cNvSpPr>
            <p:nvPr/>
          </p:nvSpPr>
          <p:spPr bwMode="auto">
            <a:xfrm>
              <a:off x="2256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Oval 657"/>
            <p:cNvSpPr>
              <a:spLocks noChangeArrowheads="1"/>
            </p:cNvSpPr>
            <p:nvPr/>
          </p:nvSpPr>
          <p:spPr bwMode="auto">
            <a:xfrm>
              <a:off x="2265" y="274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658"/>
            <p:cNvSpPr>
              <a:spLocks noEditPoints="1"/>
            </p:cNvSpPr>
            <p:nvPr/>
          </p:nvSpPr>
          <p:spPr bwMode="auto">
            <a:xfrm>
              <a:off x="2256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Oval 659"/>
            <p:cNvSpPr>
              <a:spLocks noChangeArrowheads="1"/>
            </p:cNvSpPr>
            <p:nvPr/>
          </p:nvSpPr>
          <p:spPr bwMode="auto">
            <a:xfrm>
              <a:off x="2265" y="2745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660"/>
            <p:cNvSpPr>
              <a:spLocks noEditPoints="1"/>
            </p:cNvSpPr>
            <p:nvPr/>
          </p:nvSpPr>
          <p:spPr bwMode="auto">
            <a:xfrm>
              <a:off x="2256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Oval 661"/>
            <p:cNvSpPr>
              <a:spLocks noChangeArrowheads="1"/>
            </p:cNvSpPr>
            <p:nvPr/>
          </p:nvSpPr>
          <p:spPr bwMode="auto">
            <a:xfrm>
              <a:off x="2265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662"/>
            <p:cNvSpPr>
              <a:spLocks noEditPoints="1"/>
            </p:cNvSpPr>
            <p:nvPr/>
          </p:nvSpPr>
          <p:spPr bwMode="auto">
            <a:xfrm>
              <a:off x="2256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Oval 663"/>
            <p:cNvSpPr>
              <a:spLocks noChangeArrowheads="1"/>
            </p:cNvSpPr>
            <p:nvPr/>
          </p:nvSpPr>
          <p:spPr bwMode="auto">
            <a:xfrm>
              <a:off x="2265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664"/>
            <p:cNvSpPr>
              <a:spLocks noEditPoints="1"/>
            </p:cNvSpPr>
            <p:nvPr/>
          </p:nvSpPr>
          <p:spPr bwMode="auto">
            <a:xfrm>
              <a:off x="2256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Oval 665"/>
            <p:cNvSpPr>
              <a:spLocks noChangeArrowheads="1"/>
            </p:cNvSpPr>
            <p:nvPr/>
          </p:nvSpPr>
          <p:spPr bwMode="auto">
            <a:xfrm>
              <a:off x="2265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666"/>
            <p:cNvSpPr>
              <a:spLocks noEditPoints="1"/>
            </p:cNvSpPr>
            <p:nvPr/>
          </p:nvSpPr>
          <p:spPr bwMode="auto">
            <a:xfrm>
              <a:off x="2256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Oval 667"/>
            <p:cNvSpPr>
              <a:spLocks noChangeArrowheads="1"/>
            </p:cNvSpPr>
            <p:nvPr/>
          </p:nvSpPr>
          <p:spPr bwMode="auto">
            <a:xfrm>
              <a:off x="2265" y="308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668"/>
            <p:cNvSpPr>
              <a:spLocks noEditPoints="1"/>
            </p:cNvSpPr>
            <p:nvPr/>
          </p:nvSpPr>
          <p:spPr bwMode="auto">
            <a:xfrm>
              <a:off x="2256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Oval 669"/>
            <p:cNvSpPr>
              <a:spLocks noChangeArrowheads="1"/>
            </p:cNvSpPr>
            <p:nvPr/>
          </p:nvSpPr>
          <p:spPr bwMode="auto">
            <a:xfrm>
              <a:off x="2833" y="2745"/>
              <a:ext cx="36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670"/>
            <p:cNvSpPr>
              <a:spLocks noEditPoints="1"/>
            </p:cNvSpPr>
            <p:nvPr/>
          </p:nvSpPr>
          <p:spPr bwMode="auto">
            <a:xfrm>
              <a:off x="2823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Oval 671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672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Oval 673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674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Oval 675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676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Oval 677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678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Oval 679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680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Oval 681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682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Oval 683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684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Oval 685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686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Oval 687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688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Oval 689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690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Oval 691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692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Oval 693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694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Oval 695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696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Oval 697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698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Oval 69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70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Oval 70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70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Oval 70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70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Oval 70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70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Oval 70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70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Oval 70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71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Oval 71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71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Oval 71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71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Oval 71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71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Oval 71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71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Oval 71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72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Oval 72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72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Oval 72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72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725"/>
            <p:cNvSpPr>
              <a:spLocks/>
            </p:cNvSpPr>
            <p:nvPr/>
          </p:nvSpPr>
          <p:spPr bwMode="auto">
            <a:xfrm>
              <a:off x="2624" y="944"/>
              <a:ext cx="454" cy="1251"/>
            </a:xfrm>
            <a:custGeom>
              <a:avLst/>
              <a:gdLst>
                <a:gd name="T0" fmla="*/ 341 w 454"/>
                <a:gd name="T1" fmla="*/ 1251 h 1251"/>
                <a:gd name="T2" fmla="*/ 0 w 454"/>
                <a:gd name="T3" fmla="*/ 910 h 1251"/>
                <a:gd name="T4" fmla="*/ 454 w 454"/>
                <a:gd name="T5" fmla="*/ 228 h 1251"/>
                <a:gd name="T6" fmla="*/ 454 w 454"/>
                <a:gd name="T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4" h="1251">
                  <a:moveTo>
                    <a:pt x="341" y="1251"/>
                  </a:moveTo>
                  <a:lnTo>
                    <a:pt x="0" y="910"/>
                  </a:lnTo>
                  <a:lnTo>
                    <a:pt x="454" y="228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Oval 72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72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Oval 728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729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Oval 730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731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Oval 732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733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Oval 734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735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Oval 736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737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Oval 738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739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Oval 740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741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Oval 742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743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Oval 744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745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Oval 74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74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Oval 748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749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Oval 750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751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Oval 752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753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Oval 754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755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Oval 756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757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Oval 758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759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760"/>
            <p:cNvSpPr>
              <a:spLocks/>
            </p:cNvSpPr>
            <p:nvPr/>
          </p:nvSpPr>
          <p:spPr bwMode="auto">
            <a:xfrm>
              <a:off x="2284" y="944"/>
              <a:ext cx="1021" cy="1251"/>
            </a:xfrm>
            <a:custGeom>
              <a:avLst/>
              <a:gdLst>
                <a:gd name="T0" fmla="*/ 681 w 1021"/>
                <a:gd name="T1" fmla="*/ 1251 h 1251"/>
                <a:gd name="T2" fmla="*/ 1021 w 1021"/>
                <a:gd name="T3" fmla="*/ 1251 h 1251"/>
                <a:gd name="T4" fmla="*/ 1021 w 1021"/>
                <a:gd name="T5" fmla="*/ 910 h 1251"/>
                <a:gd name="T6" fmla="*/ 567 w 1021"/>
                <a:gd name="T7" fmla="*/ 910 h 1251"/>
                <a:gd name="T8" fmla="*/ 113 w 1021"/>
                <a:gd name="T9" fmla="*/ 910 h 1251"/>
                <a:gd name="T10" fmla="*/ 0 w 1021"/>
                <a:gd name="T11" fmla="*/ 910 h 1251"/>
                <a:gd name="T12" fmla="*/ 0 w 1021"/>
                <a:gd name="T13" fmla="*/ 455 h 1251"/>
                <a:gd name="T14" fmla="*/ 0 w 1021"/>
                <a:gd name="T15" fmla="*/ 1023 h 1251"/>
                <a:gd name="T16" fmla="*/ 0 w 1021"/>
                <a:gd name="T17" fmla="*/ 1023 h 1251"/>
                <a:gd name="T18" fmla="*/ 454 w 1021"/>
                <a:gd name="T19" fmla="*/ 1023 h 1251"/>
                <a:gd name="T20" fmla="*/ 454 w 1021"/>
                <a:gd name="T21" fmla="*/ 569 h 1251"/>
                <a:gd name="T22" fmla="*/ 454 w 1021"/>
                <a:gd name="T2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1" h="1251">
                  <a:moveTo>
                    <a:pt x="681" y="1251"/>
                  </a:moveTo>
                  <a:lnTo>
                    <a:pt x="1021" y="1251"/>
                  </a:lnTo>
                  <a:lnTo>
                    <a:pt x="1021" y="910"/>
                  </a:lnTo>
                  <a:lnTo>
                    <a:pt x="567" y="910"/>
                  </a:lnTo>
                  <a:lnTo>
                    <a:pt x="113" y="910"/>
                  </a:lnTo>
                  <a:lnTo>
                    <a:pt x="0" y="910"/>
                  </a:lnTo>
                  <a:lnTo>
                    <a:pt x="0" y="455"/>
                  </a:lnTo>
                  <a:lnTo>
                    <a:pt x="0" y="1023"/>
                  </a:lnTo>
                  <a:lnTo>
                    <a:pt x="0" y="1023"/>
                  </a:lnTo>
                  <a:lnTo>
                    <a:pt x="454" y="1023"/>
                  </a:lnTo>
                  <a:lnTo>
                    <a:pt x="454" y="569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Oval 76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76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Oval 763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764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Oval 765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766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Oval 767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768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Oval 769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770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Oval 771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772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Oval 773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774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Oval 775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776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Oval 777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778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Oval 779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780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Oval 781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782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Oval 783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784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Oval 785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786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Oval 787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788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Oval 789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790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Oval 791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792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Oval 793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794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Oval 795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796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Oval 79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79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Oval 799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800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Oval 801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802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Oval 803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804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Oval 805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806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Oval 807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09"/>
          <p:cNvGrpSpPr>
            <a:grpSpLocks/>
          </p:cNvGrpSpPr>
          <p:nvPr/>
        </p:nvGrpSpPr>
        <p:grpSpPr bwMode="auto">
          <a:xfrm>
            <a:off x="3581400" y="1374776"/>
            <a:ext cx="2419350" cy="3236913"/>
            <a:chOff x="2256" y="866"/>
            <a:chExt cx="1524" cy="2039"/>
          </a:xfrm>
        </p:grpSpPr>
        <p:sp>
          <p:nvSpPr>
            <p:cNvPr id="613" name="Freeform 809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810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811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812"/>
            <p:cNvSpPr>
              <a:spLocks/>
            </p:cNvSpPr>
            <p:nvPr/>
          </p:nvSpPr>
          <p:spPr bwMode="auto">
            <a:xfrm>
              <a:off x="2624" y="944"/>
              <a:ext cx="908" cy="1251"/>
            </a:xfrm>
            <a:custGeom>
              <a:avLst/>
              <a:gdLst>
                <a:gd name="T0" fmla="*/ 341 w 908"/>
                <a:gd name="T1" fmla="*/ 1251 h 1251"/>
                <a:gd name="T2" fmla="*/ 114 w 908"/>
                <a:gd name="T3" fmla="*/ 1023 h 1251"/>
                <a:gd name="T4" fmla="*/ 114 w 908"/>
                <a:gd name="T5" fmla="*/ 682 h 1251"/>
                <a:gd name="T6" fmla="*/ 341 w 908"/>
                <a:gd name="T7" fmla="*/ 341 h 1251"/>
                <a:gd name="T8" fmla="*/ 0 w 908"/>
                <a:gd name="T9" fmla="*/ 682 h 1251"/>
                <a:gd name="T10" fmla="*/ 454 w 908"/>
                <a:gd name="T11" fmla="*/ 341 h 1251"/>
                <a:gd name="T12" fmla="*/ 908 w 908"/>
                <a:gd name="T13" fmla="*/ 682 h 1251"/>
                <a:gd name="T14" fmla="*/ 114 w 908"/>
                <a:gd name="T15" fmla="*/ 455 h 1251"/>
                <a:gd name="T16" fmla="*/ 454 w 908"/>
                <a:gd name="T1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8" h="1251">
                  <a:moveTo>
                    <a:pt x="341" y="1251"/>
                  </a:moveTo>
                  <a:lnTo>
                    <a:pt x="114" y="1023"/>
                  </a:lnTo>
                  <a:lnTo>
                    <a:pt x="114" y="682"/>
                  </a:lnTo>
                  <a:lnTo>
                    <a:pt x="341" y="341"/>
                  </a:lnTo>
                  <a:lnTo>
                    <a:pt x="0" y="682"/>
                  </a:lnTo>
                  <a:lnTo>
                    <a:pt x="454" y="341"/>
                  </a:lnTo>
                  <a:lnTo>
                    <a:pt x="908" y="682"/>
                  </a:lnTo>
                  <a:lnTo>
                    <a:pt x="114" y="455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33FF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Oval 81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81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Oval 815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816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817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818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Oval 819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820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Oval 821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822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Oval 823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824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Oval 825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826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Oval 827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828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829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830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83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83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83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83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Oval 83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83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Oval 83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83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Oval 83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840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Oval 841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842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Oval 84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84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845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846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Oval 847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848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Oval 849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850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Oval 851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852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Oval 853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854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855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856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857"/>
            <p:cNvSpPr>
              <a:spLocks/>
            </p:cNvSpPr>
            <p:nvPr/>
          </p:nvSpPr>
          <p:spPr bwMode="auto">
            <a:xfrm>
              <a:off x="2284" y="1399"/>
              <a:ext cx="1248" cy="1478"/>
            </a:xfrm>
            <a:custGeom>
              <a:avLst/>
              <a:gdLst>
                <a:gd name="T0" fmla="*/ 681 w 1248"/>
                <a:gd name="T1" fmla="*/ 796 h 1478"/>
                <a:gd name="T2" fmla="*/ 681 w 1248"/>
                <a:gd name="T3" fmla="*/ 1137 h 1478"/>
                <a:gd name="T4" fmla="*/ 681 w 1248"/>
                <a:gd name="T5" fmla="*/ 1478 h 1478"/>
                <a:gd name="T6" fmla="*/ 681 w 1248"/>
                <a:gd name="T7" fmla="*/ 910 h 1478"/>
                <a:gd name="T8" fmla="*/ 681 w 1248"/>
                <a:gd name="T9" fmla="*/ 568 h 1478"/>
                <a:gd name="T10" fmla="*/ 1021 w 1248"/>
                <a:gd name="T11" fmla="*/ 568 h 1478"/>
                <a:gd name="T12" fmla="*/ 1021 w 1248"/>
                <a:gd name="T13" fmla="*/ 910 h 1478"/>
                <a:gd name="T14" fmla="*/ 681 w 1248"/>
                <a:gd name="T15" fmla="*/ 910 h 1478"/>
                <a:gd name="T16" fmla="*/ 681 w 1248"/>
                <a:gd name="T17" fmla="*/ 568 h 1478"/>
                <a:gd name="T18" fmla="*/ 340 w 1248"/>
                <a:gd name="T19" fmla="*/ 568 h 1478"/>
                <a:gd name="T20" fmla="*/ 0 w 1248"/>
                <a:gd name="T21" fmla="*/ 568 h 1478"/>
                <a:gd name="T22" fmla="*/ 0 w 1248"/>
                <a:gd name="T23" fmla="*/ 910 h 1478"/>
                <a:gd name="T24" fmla="*/ 0 w 1248"/>
                <a:gd name="T25" fmla="*/ 568 h 1478"/>
                <a:gd name="T26" fmla="*/ 0 w 1248"/>
                <a:gd name="T27" fmla="*/ 227 h 1478"/>
                <a:gd name="T28" fmla="*/ 0 w 1248"/>
                <a:gd name="T29" fmla="*/ 227 h 1478"/>
                <a:gd name="T30" fmla="*/ 0 w 1248"/>
                <a:gd name="T31" fmla="*/ 227 h 1478"/>
                <a:gd name="T32" fmla="*/ 0 w 1248"/>
                <a:gd name="T33" fmla="*/ 227 h 1478"/>
                <a:gd name="T34" fmla="*/ 0 w 1248"/>
                <a:gd name="T35" fmla="*/ 227 h 1478"/>
                <a:gd name="T36" fmla="*/ 0 w 1248"/>
                <a:gd name="T37" fmla="*/ 0 h 1478"/>
                <a:gd name="T38" fmla="*/ 0 w 1248"/>
                <a:gd name="T39" fmla="*/ 227 h 1478"/>
                <a:gd name="T40" fmla="*/ 0 w 1248"/>
                <a:gd name="T41" fmla="*/ 227 h 1478"/>
                <a:gd name="T42" fmla="*/ 0 w 1248"/>
                <a:gd name="T43" fmla="*/ 0 h 1478"/>
                <a:gd name="T44" fmla="*/ 227 w 1248"/>
                <a:gd name="T45" fmla="*/ 0 h 1478"/>
                <a:gd name="T46" fmla="*/ 454 w 1248"/>
                <a:gd name="T47" fmla="*/ 0 h 1478"/>
                <a:gd name="T48" fmla="*/ 454 w 1248"/>
                <a:gd name="T49" fmla="*/ 227 h 1478"/>
                <a:gd name="T50" fmla="*/ 454 w 1248"/>
                <a:gd name="T51" fmla="*/ 455 h 1478"/>
                <a:gd name="T52" fmla="*/ 454 w 1248"/>
                <a:gd name="T53" fmla="*/ 227 h 1478"/>
                <a:gd name="T54" fmla="*/ 454 w 1248"/>
                <a:gd name="T55" fmla="*/ 455 h 1478"/>
                <a:gd name="T56" fmla="*/ 454 w 1248"/>
                <a:gd name="T57" fmla="*/ 682 h 1478"/>
                <a:gd name="T58" fmla="*/ 794 w 1248"/>
                <a:gd name="T59" fmla="*/ 682 h 1478"/>
                <a:gd name="T60" fmla="*/ 794 w 1248"/>
                <a:gd name="T61" fmla="*/ 341 h 1478"/>
                <a:gd name="T62" fmla="*/ 794 w 1248"/>
                <a:gd name="T63" fmla="*/ 568 h 1478"/>
                <a:gd name="T64" fmla="*/ 794 w 1248"/>
                <a:gd name="T65" fmla="*/ 227 h 1478"/>
                <a:gd name="T66" fmla="*/ 794 w 1248"/>
                <a:gd name="T67" fmla="*/ 0 h 1478"/>
                <a:gd name="T68" fmla="*/ 567 w 1248"/>
                <a:gd name="T69" fmla="*/ 0 h 1478"/>
                <a:gd name="T70" fmla="*/ 567 w 1248"/>
                <a:gd name="T71" fmla="*/ 227 h 1478"/>
                <a:gd name="T72" fmla="*/ 794 w 1248"/>
                <a:gd name="T73" fmla="*/ 227 h 1478"/>
                <a:gd name="T74" fmla="*/ 794 w 1248"/>
                <a:gd name="T75" fmla="*/ 455 h 1478"/>
                <a:gd name="T76" fmla="*/ 1021 w 1248"/>
                <a:gd name="T77" fmla="*/ 455 h 1478"/>
                <a:gd name="T78" fmla="*/ 1248 w 1248"/>
                <a:gd name="T79" fmla="*/ 455 h 1478"/>
                <a:gd name="T80" fmla="*/ 1021 w 1248"/>
                <a:gd name="T81" fmla="*/ 455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" h="1478">
                  <a:moveTo>
                    <a:pt x="681" y="796"/>
                  </a:moveTo>
                  <a:lnTo>
                    <a:pt x="681" y="1137"/>
                  </a:lnTo>
                  <a:lnTo>
                    <a:pt x="681" y="1478"/>
                  </a:lnTo>
                  <a:lnTo>
                    <a:pt x="681" y="910"/>
                  </a:lnTo>
                  <a:lnTo>
                    <a:pt x="681" y="568"/>
                  </a:lnTo>
                  <a:lnTo>
                    <a:pt x="1021" y="568"/>
                  </a:lnTo>
                  <a:lnTo>
                    <a:pt x="1021" y="910"/>
                  </a:lnTo>
                  <a:lnTo>
                    <a:pt x="681" y="910"/>
                  </a:lnTo>
                  <a:lnTo>
                    <a:pt x="681" y="568"/>
                  </a:lnTo>
                  <a:lnTo>
                    <a:pt x="340" y="568"/>
                  </a:lnTo>
                  <a:lnTo>
                    <a:pt x="0" y="568"/>
                  </a:lnTo>
                  <a:lnTo>
                    <a:pt x="0" y="910"/>
                  </a:lnTo>
                  <a:lnTo>
                    <a:pt x="0" y="568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0"/>
                  </a:lnTo>
                  <a:lnTo>
                    <a:pt x="227" y="0"/>
                  </a:lnTo>
                  <a:lnTo>
                    <a:pt x="454" y="0"/>
                  </a:lnTo>
                  <a:lnTo>
                    <a:pt x="454" y="227"/>
                  </a:lnTo>
                  <a:lnTo>
                    <a:pt x="454" y="455"/>
                  </a:lnTo>
                  <a:lnTo>
                    <a:pt x="454" y="227"/>
                  </a:lnTo>
                  <a:lnTo>
                    <a:pt x="454" y="455"/>
                  </a:lnTo>
                  <a:lnTo>
                    <a:pt x="454" y="682"/>
                  </a:lnTo>
                  <a:lnTo>
                    <a:pt x="794" y="682"/>
                  </a:lnTo>
                  <a:lnTo>
                    <a:pt x="794" y="341"/>
                  </a:lnTo>
                  <a:lnTo>
                    <a:pt x="794" y="568"/>
                  </a:lnTo>
                  <a:lnTo>
                    <a:pt x="794" y="227"/>
                  </a:lnTo>
                  <a:lnTo>
                    <a:pt x="794" y="0"/>
                  </a:lnTo>
                  <a:lnTo>
                    <a:pt x="567" y="0"/>
                  </a:lnTo>
                  <a:lnTo>
                    <a:pt x="567" y="227"/>
                  </a:lnTo>
                  <a:lnTo>
                    <a:pt x="794" y="227"/>
                  </a:lnTo>
                  <a:lnTo>
                    <a:pt x="794" y="455"/>
                  </a:lnTo>
                  <a:lnTo>
                    <a:pt x="1021" y="455"/>
                  </a:lnTo>
                  <a:lnTo>
                    <a:pt x="1248" y="455"/>
                  </a:lnTo>
                  <a:lnTo>
                    <a:pt x="1021" y="455"/>
                  </a:lnTo>
                </a:path>
              </a:pathLst>
            </a:custGeom>
            <a:noFill/>
            <a:ln w="28575" cap="flat">
              <a:solidFill>
                <a:srgbClr val="66FF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Oval 85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85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Oval 860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861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862"/>
            <p:cNvSpPr>
              <a:spLocks noChangeArrowheads="1"/>
            </p:cNvSpPr>
            <p:nvPr/>
          </p:nvSpPr>
          <p:spPr bwMode="auto">
            <a:xfrm>
              <a:off x="2946" y="2859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863"/>
            <p:cNvSpPr>
              <a:spLocks noEditPoints="1"/>
            </p:cNvSpPr>
            <p:nvPr/>
          </p:nvSpPr>
          <p:spPr bwMode="auto">
            <a:xfrm>
              <a:off x="293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Oval 864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865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Oval 866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867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Oval 868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869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Oval 870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871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Oval 872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873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Oval 874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875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Oval 876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877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Oval 878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879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Oval 880"/>
            <p:cNvSpPr>
              <a:spLocks noChangeArrowheads="1"/>
            </p:cNvSpPr>
            <p:nvPr/>
          </p:nvSpPr>
          <p:spPr bwMode="auto">
            <a:xfrm>
              <a:off x="2265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881"/>
            <p:cNvSpPr>
              <a:spLocks noEditPoints="1"/>
            </p:cNvSpPr>
            <p:nvPr/>
          </p:nvSpPr>
          <p:spPr bwMode="auto">
            <a:xfrm>
              <a:off x="2256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Oval 882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883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Oval 884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885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Oval 886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887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Oval 888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889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Oval 890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891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Oval 892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893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Oval 894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895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Oval 896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897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Oval 898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899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Oval 900"/>
            <p:cNvSpPr>
              <a:spLocks noChangeArrowheads="1"/>
            </p:cNvSpPr>
            <p:nvPr/>
          </p:nvSpPr>
          <p:spPr bwMode="auto">
            <a:xfrm>
              <a:off x="2265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901"/>
            <p:cNvSpPr>
              <a:spLocks noEditPoints="1"/>
            </p:cNvSpPr>
            <p:nvPr/>
          </p:nvSpPr>
          <p:spPr bwMode="auto">
            <a:xfrm>
              <a:off x="2256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Oval 902"/>
            <p:cNvSpPr>
              <a:spLocks noChangeArrowheads="1"/>
            </p:cNvSpPr>
            <p:nvPr/>
          </p:nvSpPr>
          <p:spPr bwMode="auto">
            <a:xfrm>
              <a:off x="2492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903"/>
            <p:cNvSpPr>
              <a:spLocks noEditPoints="1"/>
            </p:cNvSpPr>
            <p:nvPr/>
          </p:nvSpPr>
          <p:spPr bwMode="auto">
            <a:xfrm>
              <a:off x="2483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Oval 904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905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Oval 906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907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Oval 908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909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Oval 910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911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Oval 912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913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Oval 914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915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Oval 916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917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Oval 918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919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Oval 920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921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Oval 922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923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Oval 924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925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Oval 926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927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Oval 928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929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Oval 930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931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Oval 932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933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Oval 934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935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Oval 936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937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Oval 938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939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Oval 940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941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Oval 942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943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Oval 944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945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Oval 946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947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Oval 948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949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Oval 950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951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Oval 95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95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Oval 954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955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Oval 956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957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Oval 95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95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Oval 96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96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Oval 96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96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Oval 96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96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966"/>
            <p:cNvSpPr>
              <a:spLocks/>
            </p:cNvSpPr>
            <p:nvPr/>
          </p:nvSpPr>
          <p:spPr bwMode="auto">
            <a:xfrm>
              <a:off x="2284" y="944"/>
              <a:ext cx="1021" cy="1592"/>
            </a:xfrm>
            <a:custGeom>
              <a:avLst/>
              <a:gdLst>
                <a:gd name="T0" fmla="*/ 1021 w 1021"/>
                <a:gd name="T1" fmla="*/ 1592 h 1592"/>
                <a:gd name="T2" fmla="*/ 340 w 1021"/>
                <a:gd name="T3" fmla="*/ 1023 h 1592"/>
                <a:gd name="T4" fmla="*/ 340 w 1021"/>
                <a:gd name="T5" fmla="*/ 569 h 1592"/>
                <a:gd name="T6" fmla="*/ 0 w 1021"/>
                <a:gd name="T7" fmla="*/ 228 h 1592"/>
                <a:gd name="T8" fmla="*/ 681 w 1021"/>
                <a:gd name="T9" fmla="*/ 455 h 1592"/>
                <a:gd name="T10" fmla="*/ 454 w 1021"/>
                <a:gd name="T1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1" h="1592">
                  <a:moveTo>
                    <a:pt x="1021" y="1592"/>
                  </a:moveTo>
                  <a:lnTo>
                    <a:pt x="340" y="1023"/>
                  </a:lnTo>
                  <a:lnTo>
                    <a:pt x="340" y="569"/>
                  </a:lnTo>
                  <a:lnTo>
                    <a:pt x="0" y="228"/>
                  </a:lnTo>
                  <a:lnTo>
                    <a:pt x="681" y="455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99FF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Oval 967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968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Oval 969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970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Oval 971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972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Oval 973"/>
            <p:cNvSpPr>
              <a:spLocks noChangeArrowheads="1"/>
            </p:cNvSpPr>
            <p:nvPr/>
          </p:nvSpPr>
          <p:spPr bwMode="auto">
            <a:xfrm>
              <a:off x="2265" y="115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974"/>
            <p:cNvSpPr>
              <a:spLocks noEditPoints="1"/>
            </p:cNvSpPr>
            <p:nvPr/>
          </p:nvSpPr>
          <p:spPr bwMode="auto">
            <a:xfrm>
              <a:off x="2256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Oval 975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976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Oval 977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978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Oval 97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98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Oval 98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98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Oval 98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98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Oval 98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98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Oval 98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98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Oval 98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99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Oval 99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99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Oval 99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99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Oval 99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99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Oval 99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99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Oval 99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100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Oval 100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100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Oval 100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100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1005"/>
            <p:cNvSpPr>
              <a:spLocks/>
            </p:cNvSpPr>
            <p:nvPr/>
          </p:nvSpPr>
          <p:spPr bwMode="auto">
            <a:xfrm>
              <a:off x="2851" y="944"/>
              <a:ext cx="567" cy="1592"/>
            </a:xfrm>
            <a:custGeom>
              <a:avLst/>
              <a:gdLst>
                <a:gd name="T0" fmla="*/ 454 w 567"/>
                <a:gd name="T1" fmla="*/ 1592 h 1592"/>
                <a:gd name="T2" fmla="*/ 114 w 567"/>
                <a:gd name="T3" fmla="*/ 1365 h 1592"/>
                <a:gd name="T4" fmla="*/ 341 w 567"/>
                <a:gd name="T5" fmla="*/ 1137 h 1592"/>
                <a:gd name="T6" fmla="*/ 0 w 567"/>
                <a:gd name="T7" fmla="*/ 1478 h 1592"/>
                <a:gd name="T8" fmla="*/ 341 w 567"/>
                <a:gd name="T9" fmla="*/ 1365 h 1592"/>
                <a:gd name="T10" fmla="*/ 114 w 567"/>
                <a:gd name="T11" fmla="*/ 1023 h 1592"/>
                <a:gd name="T12" fmla="*/ 341 w 567"/>
                <a:gd name="T13" fmla="*/ 1023 h 1592"/>
                <a:gd name="T14" fmla="*/ 454 w 567"/>
                <a:gd name="T15" fmla="*/ 1365 h 1592"/>
                <a:gd name="T16" fmla="*/ 567 w 567"/>
                <a:gd name="T17" fmla="*/ 1592 h 1592"/>
                <a:gd name="T18" fmla="*/ 454 w 567"/>
                <a:gd name="T19" fmla="*/ 1478 h 1592"/>
                <a:gd name="T20" fmla="*/ 114 w 567"/>
                <a:gd name="T21" fmla="*/ 1592 h 1592"/>
                <a:gd name="T22" fmla="*/ 114 w 567"/>
                <a:gd name="T23" fmla="*/ 1365 h 1592"/>
                <a:gd name="T24" fmla="*/ 341 w 567"/>
                <a:gd name="T25" fmla="*/ 1137 h 1592"/>
                <a:gd name="T26" fmla="*/ 0 w 567"/>
                <a:gd name="T27" fmla="*/ 910 h 1592"/>
                <a:gd name="T28" fmla="*/ 341 w 567"/>
                <a:gd name="T29" fmla="*/ 682 h 1592"/>
                <a:gd name="T30" fmla="*/ 0 w 567"/>
                <a:gd name="T31" fmla="*/ 910 h 1592"/>
                <a:gd name="T32" fmla="*/ 0 w 567"/>
                <a:gd name="T33" fmla="*/ 1251 h 1592"/>
                <a:gd name="T34" fmla="*/ 341 w 567"/>
                <a:gd name="T35" fmla="*/ 796 h 1592"/>
                <a:gd name="T36" fmla="*/ 0 w 567"/>
                <a:gd name="T37" fmla="*/ 455 h 1592"/>
                <a:gd name="T38" fmla="*/ 454 w 567"/>
                <a:gd name="T39" fmla="*/ 341 h 1592"/>
                <a:gd name="T40" fmla="*/ 341 w 567"/>
                <a:gd name="T4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7" h="1592">
                  <a:moveTo>
                    <a:pt x="454" y="1592"/>
                  </a:moveTo>
                  <a:lnTo>
                    <a:pt x="114" y="1365"/>
                  </a:lnTo>
                  <a:lnTo>
                    <a:pt x="341" y="1137"/>
                  </a:lnTo>
                  <a:lnTo>
                    <a:pt x="0" y="1478"/>
                  </a:lnTo>
                  <a:lnTo>
                    <a:pt x="341" y="1365"/>
                  </a:lnTo>
                  <a:lnTo>
                    <a:pt x="114" y="1023"/>
                  </a:lnTo>
                  <a:lnTo>
                    <a:pt x="341" y="1023"/>
                  </a:lnTo>
                  <a:lnTo>
                    <a:pt x="454" y="1365"/>
                  </a:lnTo>
                  <a:lnTo>
                    <a:pt x="567" y="1592"/>
                  </a:lnTo>
                  <a:lnTo>
                    <a:pt x="454" y="1478"/>
                  </a:lnTo>
                  <a:lnTo>
                    <a:pt x="114" y="1592"/>
                  </a:lnTo>
                  <a:lnTo>
                    <a:pt x="114" y="1365"/>
                  </a:lnTo>
                  <a:lnTo>
                    <a:pt x="341" y="1137"/>
                  </a:lnTo>
                  <a:lnTo>
                    <a:pt x="0" y="910"/>
                  </a:lnTo>
                  <a:lnTo>
                    <a:pt x="341" y="682"/>
                  </a:lnTo>
                  <a:lnTo>
                    <a:pt x="0" y="910"/>
                  </a:lnTo>
                  <a:lnTo>
                    <a:pt x="0" y="1251"/>
                  </a:lnTo>
                  <a:lnTo>
                    <a:pt x="341" y="796"/>
                  </a:lnTo>
                  <a:lnTo>
                    <a:pt x="0" y="455"/>
                  </a:lnTo>
                  <a:lnTo>
                    <a:pt x="454" y="341"/>
                  </a:lnTo>
                  <a:lnTo>
                    <a:pt x="341" y="0"/>
                  </a:lnTo>
                </a:path>
              </a:pathLst>
            </a:custGeom>
            <a:noFill/>
            <a:ln w="28575" cap="flat">
              <a:solidFill>
                <a:srgbClr val="CCFF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Oval 1006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1007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Oval 1008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210"/>
          <p:cNvGrpSpPr>
            <a:grpSpLocks/>
          </p:cNvGrpSpPr>
          <p:nvPr/>
        </p:nvGrpSpPr>
        <p:grpSpPr bwMode="auto">
          <a:xfrm>
            <a:off x="3402012" y="1374776"/>
            <a:ext cx="2608263" cy="3778250"/>
            <a:chOff x="2143" y="866"/>
            <a:chExt cx="1643" cy="2380"/>
          </a:xfrm>
        </p:grpSpPr>
        <p:sp>
          <p:nvSpPr>
            <p:cNvPr id="413" name="Freeform 1010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Oval 1011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012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1013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014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1015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016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1017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018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1019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020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1021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022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1023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024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1025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026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1027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028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1029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030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1031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032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1033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034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1035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036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Oval 1037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038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1039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040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1041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042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Oval 1043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044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Oval 1045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046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1047"/>
            <p:cNvSpPr>
              <a:spLocks noChangeArrowheads="1"/>
            </p:cNvSpPr>
            <p:nvPr/>
          </p:nvSpPr>
          <p:spPr bwMode="auto">
            <a:xfrm>
              <a:off x="3173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048"/>
            <p:cNvSpPr>
              <a:spLocks noEditPoints="1"/>
            </p:cNvSpPr>
            <p:nvPr/>
          </p:nvSpPr>
          <p:spPr bwMode="auto">
            <a:xfrm>
              <a:off x="316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104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05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Oval 105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05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105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05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105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05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105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05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105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06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106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06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106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06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Oval 106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06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Oval 106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06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106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107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107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107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107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107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1075"/>
            <p:cNvSpPr>
              <a:spLocks/>
            </p:cNvSpPr>
            <p:nvPr/>
          </p:nvSpPr>
          <p:spPr bwMode="auto">
            <a:xfrm>
              <a:off x="2738" y="2422"/>
              <a:ext cx="1021" cy="796"/>
            </a:xfrm>
            <a:custGeom>
              <a:avLst/>
              <a:gdLst>
                <a:gd name="T0" fmla="*/ 567 w 1021"/>
                <a:gd name="T1" fmla="*/ 114 h 796"/>
                <a:gd name="T2" fmla="*/ 0 w 1021"/>
                <a:gd name="T3" fmla="*/ 0 h 796"/>
                <a:gd name="T4" fmla="*/ 227 w 1021"/>
                <a:gd name="T5" fmla="*/ 228 h 796"/>
                <a:gd name="T6" fmla="*/ 340 w 1021"/>
                <a:gd name="T7" fmla="*/ 0 h 796"/>
                <a:gd name="T8" fmla="*/ 113 w 1021"/>
                <a:gd name="T9" fmla="*/ 0 h 796"/>
                <a:gd name="T10" fmla="*/ 340 w 1021"/>
                <a:gd name="T11" fmla="*/ 0 h 796"/>
                <a:gd name="T12" fmla="*/ 454 w 1021"/>
                <a:gd name="T13" fmla="*/ 228 h 796"/>
                <a:gd name="T14" fmla="*/ 680 w 1021"/>
                <a:gd name="T15" fmla="*/ 228 h 796"/>
                <a:gd name="T16" fmla="*/ 907 w 1021"/>
                <a:gd name="T17" fmla="*/ 341 h 796"/>
                <a:gd name="T18" fmla="*/ 907 w 1021"/>
                <a:gd name="T19" fmla="*/ 569 h 796"/>
                <a:gd name="T20" fmla="*/ 1021 w 1021"/>
                <a:gd name="T21" fmla="*/ 682 h 796"/>
                <a:gd name="T22" fmla="*/ 1021 w 1021"/>
                <a:gd name="T23" fmla="*/ 796 h 796"/>
                <a:gd name="T24" fmla="*/ 1021 w 1021"/>
                <a:gd name="T25" fmla="*/ 682 h 796"/>
                <a:gd name="T26" fmla="*/ 1021 w 1021"/>
                <a:gd name="T27" fmla="*/ 796 h 796"/>
                <a:gd name="T28" fmla="*/ 907 w 1021"/>
                <a:gd name="T29" fmla="*/ 796 h 796"/>
                <a:gd name="T30" fmla="*/ 907 w 1021"/>
                <a:gd name="T31" fmla="*/ 682 h 796"/>
                <a:gd name="T32" fmla="*/ 794 w 1021"/>
                <a:gd name="T33" fmla="*/ 682 h 796"/>
                <a:gd name="T34" fmla="*/ 794 w 1021"/>
                <a:gd name="T35" fmla="*/ 455 h 796"/>
                <a:gd name="T36" fmla="*/ 907 w 1021"/>
                <a:gd name="T37" fmla="*/ 455 h 796"/>
                <a:gd name="T38" fmla="*/ 794 w 1021"/>
                <a:gd name="T39" fmla="*/ 455 h 796"/>
                <a:gd name="T40" fmla="*/ 567 w 1021"/>
                <a:gd name="T41" fmla="*/ 455 h 796"/>
                <a:gd name="T42" fmla="*/ 794 w 1021"/>
                <a:gd name="T43" fmla="*/ 455 h 796"/>
                <a:gd name="T44" fmla="*/ 680 w 1021"/>
                <a:gd name="T45" fmla="*/ 341 h 796"/>
                <a:gd name="T46" fmla="*/ 794 w 1021"/>
                <a:gd name="T47" fmla="*/ 682 h 796"/>
                <a:gd name="T48" fmla="*/ 794 w 1021"/>
                <a:gd name="T49" fmla="*/ 455 h 796"/>
                <a:gd name="T50" fmla="*/ 680 w 1021"/>
                <a:gd name="T51" fmla="*/ 569 h 796"/>
                <a:gd name="T52" fmla="*/ 567 w 1021"/>
                <a:gd name="T53" fmla="*/ 569 h 796"/>
                <a:gd name="T54" fmla="*/ 680 w 1021"/>
                <a:gd name="T55" fmla="*/ 455 h 796"/>
                <a:gd name="T56" fmla="*/ 680 w 1021"/>
                <a:gd name="T57" fmla="*/ 341 h 796"/>
                <a:gd name="T58" fmla="*/ 907 w 1021"/>
                <a:gd name="T59" fmla="*/ 455 h 796"/>
                <a:gd name="T60" fmla="*/ 907 w 1021"/>
                <a:gd name="T61" fmla="*/ 569 h 796"/>
                <a:gd name="T62" fmla="*/ 794 w 1021"/>
                <a:gd name="T63" fmla="*/ 569 h 796"/>
                <a:gd name="T64" fmla="*/ 680 w 1021"/>
                <a:gd name="T65" fmla="*/ 682 h 796"/>
                <a:gd name="T66" fmla="*/ 680 w 1021"/>
                <a:gd name="T67" fmla="*/ 569 h 796"/>
                <a:gd name="T68" fmla="*/ 680 w 1021"/>
                <a:gd name="T69" fmla="*/ 455 h 796"/>
                <a:gd name="T70" fmla="*/ 567 w 1021"/>
                <a:gd name="T71" fmla="*/ 341 h 796"/>
                <a:gd name="T72" fmla="*/ 680 w 1021"/>
                <a:gd name="T73" fmla="*/ 114 h 796"/>
                <a:gd name="T74" fmla="*/ 794 w 1021"/>
                <a:gd name="T75" fmla="*/ 341 h 796"/>
                <a:gd name="T76" fmla="*/ 1021 w 1021"/>
                <a:gd name="T77" fmla="*/ 228 h 796"/>
                <a:gd name="T78" fmla="*/ 1021 w 1021"/>
                <a:gd name="T79" fmla="*/ 114 h 796"/>
                <a:gd name="T80" fmla="*/ 1021 w 1021"/>
                <a:gd name="T81" fmla="*/ 455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1" h="796">
                  <a:moveTo>
                    <a:pt x="567" y="114"/>
                  </a:moveTo>
                  <a:lnTo>
                    <a:pt x="0" y="0"/>
                  </a:lnTo>
                  <a:lnTo>
                    <a:pt x="227" y="228"/>
                  </a:lnTo>
                  <a:lnTo>
                    <a:pt x="340" y="0"/>
                  </a:lnTo>
                  <a:lnTo>
                    <a:pt x="113" y="0"/>
                  </a:lnTo>
                  <a:lnTo>
                    <a:pt x="340" y="0"/>
                  </a:lnTo>
                  <a:lnTo>
                    <a:pt x="454" y="228"/>
                  </a:lnTo>
                  <a:lnTo>
                    <a:pt x="680" y="228"/>
                  </a:lnTo>
                  <a:lnTo>
                    <a:pt x="907" y="341"/>
                  </a:lnTo>
                  <a:lnTo>
                    <a:pt x="907" y="569"/>
                  </a:lnTo>
                  <a:lnTo>
                    <a:pt x="1021" y="682"/>
                  </a:lnTo>
                  <a:lnTo>
                    <a:pt x="1021" y="796"/>
                  </a:lnTo>
                  <a:lnTo>
                    <a:pt x="1021" y="682"/>
                  </a:lnTo>
                  <a:lnTo>
                    <a:pt x="1021" y="796"/>
                  </a:lnTo>
                  <a:lnTo>
                    <a:pt x="907" y="796"/>
                  </a:lnTo>
                  <a:lnTo>
                    <a:pt x="907" y="682"/>
                  </a:lnTo>
                  <a:lnTo>
                    <a:pt x="794" y="682"/>
                  </a:lnTo>
                  <a:lnTo>
                    <a:pt x="794" y="455"/>
                  </a:lnTo>
                  <a:lnTo>
                    <a:pt x="907" y="455"/>
                  </a:lnTo>
                  <a:lnTo>
                    <a:pt x="794" y="455"/>
                  </a:lnTo>
                  <a:lnTo>
                    <a:pt x="567" y="455"/>
                  </a:lnTo>
                  <a:lnTo>
                    <a:pt x="794" y="455"/>
                  </a:lnTo>
                  <a:lnTo>
                    <a:pt x="680" y="341"/>
                  </a:lnTo>
                  <a:lnTo>
                    <a:pt x="794" y="682"/>
                  </a:lnTo>
                  <a:lnTo>
                    <a:pt x="794" y="455"/>
                  </a:lnTo>
                  <a:lnTo>
                    <a:pt x="680" y="569"/>
                  </a:lnTo>
                  <a:lnTo>
                    <a:pt x="567" y="569"/>
                  </a:lnTo>
                  <a:lnTo>
                    <a:pt x="680" y="455"/>
                  </a:lnTo>
                  <a:lnTo>
                    <a:pt x="680" y="341"/>
                  </a:lnTo>
                  <a:lnTo>
                    <a:pt x="907" y="455"/>
                  </a:lnTo>
                  <a:lnTo>
                    <a:pt x="907" y="569"/>
                  </a:lnTo>
                  <a:lnTo>
                    <a:pt x="794" y="569"/>
                  </a:lnTo>
                  <a:lnTo>
                    <a:pt x="680" y="682"/>
                  </a:lnTo>
                  <a:lnTo>
                    <a:pt x="680" y="569"/>
                  </a:lnTo>
                  <a:lnTo>
                    <a:pt x="680" y="455"/>
                  </a:lnTo>
                  <a:lnTo>
                    <a:pt x="567" y="341"/>
                  </a:lnTo>
                  <a:lnTo>
                    <a:pt x="680" y="114"/>
                  </a:lnTo>
                  <a:lnTo>
                    <a:pt x="794" y="341"/>
                  </a:lnTo>
                  <a:lnTo>
                    <a:pt x="1021" y="228"/>
                  </a:lnTo>
                  <a:lnTo>
                    <a:pt x="1021" y="114"/>
                  </a:lnTo>
                  <a:lnTo>
                    <a:pt x="1021" y="455"/>
                  </a:lnTo>
                </a:path>
              </a:pathLst>
            </a:custGeom>
            <a:noFill/>
            <a:ln w="28575" cap="flat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Oval 1076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1077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1078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1079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1080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1081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1082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1083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1084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1085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1086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1087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1088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1089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1090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1091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1092"/>
            <p:cNvSpPr>
              <a:spLocks noChangeArrowheads="1"/>
            </p:cNvSpPr>
            <p:nvPr/>
          </p:nvSpPr>
          <p:spPr bwMode="auto">
            <a:xfrm>
              <a:off x="3627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1093"/>
            <p:cNvSpPr>
              <a:spLocks noEditPoints="1"/>
            </p:cNvSpPr>
            <p:nvPr/>
          </p:nvSpPr>
          <p:spPr bwMode="auto">
            <a:xfrm>
              <a:off x="3617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1094"/>
            <p:cNvSpPr>
              <a:spLocks noChangeArrowheads="1"/>
            </p:cNvSpPr>
            <p:nvPr/>
          </p:nvSpPr>
          <p:spPr bwMode="auto">
            <a:xfrm>
              <a:off x="3627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1095"/>
            <p:cNvSpPr>
              <a:spLocks noEditPoints="1"/>
            </p:cNvSpPr>
            <p:nvPr/>
          </p:nvSpPr>
          <p:spPr bwMode="auto">
            <a:xfrm>
              <a:off x="3617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1096"/>
            <p:cNvSpPr>
              <a:spLocks noChangeArrowheads="1"/>
            </p:cNvSpPr>
            <p:nvPr/>
          </p:nvSpPr>
          <p:spPr bwMode="auto">
            <a:xfrm>
              <a:off x="3740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1097"/>
            <p:cNvSpPr>
              <a:spLocks noEditPoints="1"/>
            </p:cNvSpPr>
            <p:nvPr/>
          </p:nvSpPr>
          <p:spPr bwMode="auto">
            <a:xfrm>
              <a:off x="3731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1098"/>
            <p:cNvSpPr>
              <a:spLocks noChangeArrowheads="1"/>
            </p:cNvSpPr>
            <p:nvPr/>
          </p:nvSpPr>
          <p:spPr bwMode="auto">
            <a:xfrm>
              <a:off x="3740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1099"/>
            <p:cNvSpPr>
              <a:spLocks noEditPoints="1"/>
            </p:cNvSpPr>
            <p:nvPr/>
          </p:nvSpPr>
          <p:spPr bwMode="auto">
            <a:xfrm>
              <a:off x="373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1100"/>
            <p:cNvSpPr>
              <a:spLocks noChangeArrowheads="1"/>
            </p:cNvSpPr>
            <p:nvPr/>
          </p:nvSpPr>
          <p:spPr bwMode="auto">
            <a:xfrm>
              <a:off x="3740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1101"/>
            <p:cNvSpPr>
              <a:spLocks noEditPoints="1"/>
            </p:cNvSpPr>
            <p:nvPr/>
          </p:nvSpPr>
          <p:spPr bwMode="auto">
            <a:xfrm>
              <a:off x="3731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1102"/>
            <p:cNvSpPr>
              <a:spLocks noChangeArrowheads="1"/>
            </p:cNvSpPr>
            <p:nvPr/>
          </p:nvSpPr>
          <p:spPr bwMode="auto">
            <a:xfrm>
              <a:off x="3740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1103"/>
            <p:cNvSpPr>
              <a:spLocks noEditPoints="1"/>
            </p:cNvSpPr>
            <p:nvPr/>
          </p:nvSpPr>
          <p:spPr bwMode="auto">
            <a:xfrm>
              <a:off x="373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1104"/>
            <p:cNvSpPr>
              <a:spLocks noChangeArrowheads="1"/>
            </p:cNvSpPr>
            <p:nvPr/>
          </p:nvSpPr>
          <p:spPr bwMode="auto">
            <a:xfrm>
              <a:off x="3627" y="3200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1105"/>
            <p:cNvSpPr>
              <a:spLocks noEditPoints="1"/>
            </p:cNvSpPr>
            <p:nvPr/>
          </p:nvSpPr>
          <p:spPr bwMode="auto">
            <a:xfrm>
              <a:off x="3617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1106"/>
            <p:cNvSpPr>
              <a:spLocks noChangeArrowheads="1"/>
            </p:cNvSpPr>
            <p:nvPr/>
          </p:nvSpPr>
          <p:spPr bwMode="auto">
            <a:xfrm>
              <a:off x="3627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1107"/>
            <p:cNvSpPr>
              <a:spLocks noEditPoints="1"/>
            </p:cNvSpPr>
            <p:nvPr/>
          </p:nvSpPr>
          <p:spPr bwMode="auto">
            <a:xfrm>
              <a:off x="3617" y="307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1108"/>
            <p:cNvSpPr>
              <a:spLocks noChangeArrowheads="1"/>
            </p:cNvSpPr>
            <p:nvPr/>
          </p:nvSpPr>
          <p:spPr bwMode="auto">
            <a:xfrm>
              <a:off x="3513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1109"/>
            <p:cNvSpPr>
              <a:spLocks noEditPoints="1"/>
            </p:cNvSpPr>
            <p:nvPr/>
          </p:nvSpPr>
          <p:spPr bwMode="auto">
            <a:xfrm>
              <a:off x="3504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1110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1111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1112"/>
            <p:cNvSpPr>
              <a:spLocks noChangeArrowheads="1"/>
            </p:cNvSpPr>
            <p:nvPr/>
          </p:nvSpPr>
          <p:spPr bwMode="auto">
            <a:xfrm>
              <a:off x="3627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1113"/>
            <p:cNvSpPr>
              <a:spLocks noEditPoints="1"/>
            </p:cNvSpPr>
            <p:nvPr/>
          </p:nvSpPr>
          <p:spPr bwMode="auto">
            <a:xfrm>
              <a:off x="3617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Oval 1114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1115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1116"/>
            <p:cNvSpPr>
              <a:spLocks noChangeArrowheads="1"/>
            </p:cNvSpPr>
            <p:nvPr/>
          </p:nvSpPr>
          <p:spPr bwMode="auto">
            <a:xfrm>
              <a:off x="3286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1117"/>
            <p:cNvSpPr>
              <a:spLocks noEditPoints="1"/>
            </p:cNvSpPr>
            <p:nvPr/>
          </p:nvSpPr>
          <p:spPr bwMode="auto">
            <a:xfrm>
              <a:off x="327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Oval 1118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1119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Oval 1120"/>
            <p:cNvSpPr>
              <a:spLocks noChangeArrowheads="1"/>
            </p:cNvSpPr>
            <p:nvPr/>
          </p:nvSpPr>
          <p:spPr bwMode="auto">
            <a:xfrm>
              <a:off x="3400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1121"/>
            <p:cNvSpPr>
              <a:spLocks noEditPoints="1"/>
            </p:cNvSpPr>
            <p:nvPr/>
          </p:nvSpPr>
          <p:spPr bwMode="auto">
            <a:xfrm>
              <a:off x="3391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Oval 1122"/>
            <p:cNvSpPr>
              <a:spLocks noChangeArrowheads="1"/>
            </p:cNvSpPr>
            <p:nvPr/>
          </p:nvSpPr>
          <p:spPr bwMode="auto">
            <a:xfrm>
              <a:off x="3513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1123"/>
            <p:cNvSpPr>
              <a:spLocks noEditPoints="1"/>
            </p:cNvSpPr>
            <p:nvPr/>
          </p:nvSpPr>
          <p:spPr bwMode="auto">
            <a:xfrm>
              <a:off x="3504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1124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1125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Oval 1126"/>
            <p:cNvSpPr>
              <a:spLocks noChangeArrowheads="1"/>
            </p:cNvSpPr>
            <p:nvPr/>
          </p:nvSpPr>
          <p:spPr bwMode="auto">
            <a:xfrm>
              <a:off x="340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1127"/>
            <p:cNvSpPr>
              <a:spLocks noEditPoints="1"/>
            </p:cNvSpPr>
            <p:nvPr/>
          </p:nvSpPr>
          <p:spPr bwMode="auto">
            <a:xfrm>
              <a:off x="339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Oval 1128"/>
            <p:cNvSpPr>
              <a:spLocks noChangeArrowheads="1"/>
            </p:cNvSpPr>
            <p:nvPr/>
          </p:nvSpPr>
          <p:spPr bwMode="auto">
            <a:xfrm>
              <a:off x="3286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1129"/>
            <p:cNvSpPr>
              <a:spLocks noEditPoints="1"/>
            </p:cNvSpPr>
            <p:nvPr/>
          </p:nvSpPr>
          <p:spPr bwMode="auto">
            <a:xfrm>
              <a:off x="327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Oval 1130"/>
            <p:cNvSpPr>
              <a:spLocks noChangeArrowheads="1"/>
            </p:cNvSpPr>
            <p:nvPr/>
          </p:nvSpPr>
          <p:spPr bwMode="auto">
            <a:xfrm>
              <a:off x="3400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1131"/>
            <p:cNvSpPr>
              <a:spLocks noEditPoints="1"/>
            </p:cNvSpPr>
            <p:nvPr/>
          </p:nvSpPr>
          <p:spPr bwMode="auto">
            <a:xfrm>
              <a:off x="339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1132"/>
            <p:cNvSpPr>
              <a:spLocks noChangeArrowheads="1"/>
            </p:cNvSpPr>
            <p:nvPr/>
          </p:nvSpPr>
          <p:spPr bwMode="auto">
            <a:xfrm>
              <a:off x="3400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1133"/>
            <p:cNvSpPr>
              <a:spLocks noEditPoints="1"/>
            </p:cNvSpPr>
            <p:nvPr/>
          </p:nvSpPr>
          <p:spPr bwMode="auto">
            <a:xfrm>
              <a:off x="3391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1134"/>
            <p:cNvSpPr>
              <a:spLocks noChangeArrowheads="1"/>
            </p:cNvSpPr>
            <p:nvPr/>
          </p:nvSpPr>
          <p:spPr bwMode="auto">
            <a:xfrm>
              <a:off x="3627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135"/>
            <p:cNvSpPr>
              <a:spLocks noEditPoints="1"/>
            </p:cNvSpPr>
            <p:nvPr/>
          </p:nvSpPr>
          <p:spPr bwMode="auto">
            <a:xfrm>
              <a:off x="3617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1136"/>
            <p:cNvSpPr>
              <a:spLocks noChangeArrowheads="1"/>
            </p:cNvSpPr>
            <p:nvPr/>
          </p:nvSpPr>
          <p:spPr bwMode="auto">
            <a:xfrm>
              <a:off x="3627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137"/>
            <p:cNvSpPr>
              <a:spLocks noEditPoints="1"/>
            </p:cNvSpPr>
            <p:nvPr/>
          </p:nvSpPr>
          <p:spPr bwMode="auto">
            <a:xfrm>
              <a:off x="3617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Oval 1138"/>
            <p:cNvSpPr>
              <a:spLocks noChangeArrowheads="1"/>
            </p:cNvSpPr>
            <p:nvPr/>
          </p:nvSpPr>
          <p:spPr bwMode="auto">
            <a:xfrm>
              <a:off x="3513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1139"/>
            <p:cNvSpPr>
              <a:spLocks noEditPoints="1"/>
            </p:cNvSpPr>
            <p:nvPr/>
          </p:nvSpPr>
          <p:spPr bwMode="auto">
            <a:xfrm>
              <a:off x="350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Oval 1140"/>
            <p:cNvSpPr>
              <a:spLocks noChangeArrowheads="1"/>
            </p:cNvSpPr>
            <p:nvPr/>
          </p:nvSpPr>
          <p:spPr bwMode="auto">
            <a:xfrm>
              <a:off x="3400" y="308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141"/>
            <p:cNvSpPr>
              <a:spLocks noEditPoints="1"/>
            </p:cNvSpPr>
            <p:nvPr/>
          </p:nvSpPr>
          <p:spPr bwMode="auto">
            <a:xfrm>
              <a:off x="3391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Oval 1142"/>
            <p:cNvSpPr>
              <a:spLocks noChangeArrowheads="1"/>
            </p:cNvSpPr>
            <p:nvPr/>
          </p:nvSpPr>
          <p:spPr bwMode="auto">
            <a:xfrm>
              <a:off x="340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1143"/>
            <p:cNvSpPr>
              <a:spLocks noEditPoints="1"/>
            </p:cNvSpPr>
            <p:nvPr/>
          </p:nvSpPr>
          <p:spPr bwMode="auto">
            <a:xfrm>
              <a:off x="339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Oval 1144"/>
            <p:cNvSpPr>
              <a:spLocks noChangeArrowheads="1"/>
            </p:cNvSpPr>
            <p:nvPr/>
          </p:nvSpPr>
          <p:spPr bwMode="auto">
            <a:xfrm>
              <a:off x="3400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1145"/>
            <p:cNvSpPr>
              <a:spLocks noEditPoints="1"/>
            </p:cNvSpPr>
            <p:nvPr/>
          </p:nvSpPr>
          <p:spPr bwMode="auto">
            <a:xfrm>
              <a:off x="339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Oval 1146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1147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Oval 1148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1149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Oval 1150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1151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Oval 1152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1153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Oval 1154"/>
            <p:cNvSpPr>
              <a:spLocks noChangeArrowheads="1"/>
            </p:cNvSpPr>
            <p:nvPr/>
          </p:nvSpPr>
          <p:spPr bwMode="auto">
            <a:xfrm>
              <a:off x="3740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155"/>
            <p:cNvSpPr>
              <a:spLocks noEditPoints="1"/>
            </p:cNvSpPr>
            <p:nvPr/>
          </p:nvSpPr>
          <p:spPr bwMode="auto">
            <a:xfrm>
              <a:off x="373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Oval 1156"/>
            <p:cNvSpPr>
              <a:spLocks noChangeArrowheads="1"/>
            </p:cNvSpPr>
            <p:nvPr/>
          </p:nvSpPr>
          <p:spPr bwMode="auto">
            <a:xfrm>
              <a:off x="3740" y="2859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157"/>
            <p:cNvSpPr>
              <a:spLocks noEditPoints="1"/>
            </p:cNvSpPr>
            <p:nvPr/>
          </p:nvSpPr>
          <p:spPr bwMode="auto">
            <a:xfrm>
              <a:off x="373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1158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159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Oval 1160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1161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Oval 1162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116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116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16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Oval 116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16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Oval 116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16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Oval 117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17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Oval 117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17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Oval 117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17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117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17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117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17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118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181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Oval 1182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183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1184"/>
            <p:cNvSpPr>
              <a:spLocks/>
            </p:cNvSpPr>
            <p:nvPr/>
          </p:nvSpPr>
          <p:spPr bwMode="auto">
            <a:xfrm>
              <a:off x="2170" y="944"/>
              <a:ext cx="1135" cy="1592"/>
            </a:xfrm>
            <a:custGeom>
              <a:avLst/>
              <a:gdLst>
                <a:gd name="T0" fmla="*/ 1135 w 1135"/>
                <a:gd name="T1" fmla="*/ 1592 h 1592"/>
                <a:gd name="T2" fmla="*/ 454 w 1135"/>
                <a:gd name="T3" fmla="*/ 1023 h 1592"/>
                <a:gd name="T4" fmla="*/ 227 w 1135"/>
                <a:gd name="T5" fmla="*/ 569 h 1592"/>
                <a:gd name="T6" fmla="*/ 227 w 1135"/>
                <a:gd name="T7" fmla="*/ 1023 h 1592"/>
                <a:gd name="T8" fmla="*/ 454 w 1135"/>
                <a:gd name="T9" fmla="*/ 569 h 1592"/>
                <a:gd name="T10" fmla="*/ 0 w 1135"/>
                <a:gd name="T11" fmla="*/ 1023 h 1592"/>
                <a:gd name="T12" fmla="*/ 454 w 1135"/>
                <a:gd name="T13" fmla="*/ 569 h 1592"/>
                <a:gd name="T14" fmla="*/ 454 w 1135"/>
                <a:gd name="T15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5" h="1592">
                  <a:moveTo>
                    <a:pt x="1135" y="1592"/>
                  </a:moveTo>
                  <a:lnTo>
                    <a:pt x="454" y="1023"/>
                  </a:lnTo>
                  <a:lnTo>
                    <a:pt x="227" y="569"/>
                  </a:lnTo>
                  <a:lnTo>
                    <a:pt x="227" y="1023"/>
                  </a:lnTo>
                  <a:lnTo>
                    <a:pt x="454" y="569"/>
                  </a:lnTo>
                  <a:lnTo>
                    <a:pt x="0" y="1023"/>
                  </a:lnTo>
                  <a:lnTo>
                    <a:pt x="454" y="569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FF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Oval 1185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186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Oval 1187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188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Oval 1189"/>
            <p:cNvSpPr>
              <a:spLocks noChangeArrowheads="1"/>
            </p:cNvSpPr>
            <p:nvPr/>
          </p:nvSpPr>
          <p:spPr bwMode="auto">
            <a:xfrm>
              <a:off x="2379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190"/>
            <p:cNvSpPr>
              <a:spLocks noEditPoints="1"/>
            </p:cNvSpPr>
            <p:nvPr/>
          </p:nvSpPr>
          <p:spPr bwMode="auto">
            <a:xfrm>
              <a:off x="237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1191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192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1193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194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Oval 1195"/>
            <p:cNvSpPr>
              <a:spLocks noChangeArrowheads="1"/>
            </p:cNvSpPr>
            <p:nvPr/>
          </p:nvSpPr>
          <p:spPr bwMode="auto">
            <a:xfrm>
              <a:off x="2152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196"/>
            <p:cNvSpPr>
              <a:spLocks noEditPoints="1"/>
            </p:cNvSpPr>
            <p:nvPr/>
          </p:nvSpPr>
          <p:spPr bwMode="auto">
            <a:xfrm>
              <a:off x="214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Oval 1197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198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1199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1200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Oval 120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120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120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20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120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120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Oval 120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120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Oval 120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411"/>
          <p:cNvGrpSpPr>
            <a:grpSpLocks/>
          </p:cNvGrpSpPr>
          <p:nvPr/>
        </p:nvGrpSpPr>
        <p:grpSpPr bwMode="auto">
          <a:xfrm>
            <a:off x="3590925" y="1374776"/>
            <a:ext cx="2419350" cy="2874963"/>
            <a:chOff x="2262" y="866"/>
            <a:chExt cx="1524" cy="1811"/>
          </a:xfrm>
        </p:grpSpPr>
        <p:sp>
          <p:nvSpPr>
            <p:cNvPr id="213" name="Freeform 1211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Oval 1212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213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Oval 121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21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Oval 1216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217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Oval 1218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219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Oval 1220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221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1222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223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Oval 1224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225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Oval 1226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227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228"/>
            <p:cNvSpPr>
              <a:spLocks/>
            </p:cNvSpPr>
            <p:nvPr/>
          </p:nvSpPr>
          <p:spPr bwMode="auto">
            <a:xfrm>
              <a:off x="2851" y="944"/>
              <a:ext cx="794" cy="1592"/>
            </a:xfrm>
            <a:custGeom>
              <a:avLst/>
              <a:gdLst>
                <a:gd name="T0" fmla="*/ 454 w 794"/>
                <a:gd name="T1" fmla="*/ 1592 h 1592"/>
                <a:gd name="T2" fmla="*/ 0 w 794"/>
                <a:gd name="T3" fmla="*/ 910 h 1592"/>
                <a:gd name="T4" fmla="*/ 454 w 794"/>
                <a:gd name="T5" fmla="*/ 1137 h 1592"/>
                <a:gd name="T6" fmla="*/ 227 w 794"/>
                <a:gd name="T7" fmla="*/ 796 h 1592"/>
                <a:gd name="T8" fmla="*/ 227 w 794"/>
                <a:gd name="T9" fmla="*/ 341 h 1592"/>
                <a:gd name="T10" fmla="*/ 794 w 794"/>
                <a:gd name="T1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4" h="1592">
                  <a:moveTo>
                    <a:pt x="454" y="1592"/>
                  </a:moveTo>
                  <a:lnTo>
                    <a:pt x="0" y="910"/>
                  </a:lnTo>
                  <a:lnTo>
                    <a:pt x="454" y="1137"/>
                  </a:lnTo>
                  <a:lnTo>
                    <a:pt x="227" y="796"/>
                  </a:lnTo>
                  <a:lnTo>
                    <a:pt x="227" y="341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Oval 1229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230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Oval 1231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232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Oval 1233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234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Oval 1235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236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Oval 1237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238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Oval 1239"/>
            <p:cNvSpPr>
              <a:spLocks noChangeArrowheads="1"/>
            </p:cNvSpPr>
            <p:nvPr/>
          </p:nvSpPr>
          <p:spPr bwMode="auto">
            <a:xfrm>
              <a:off x="3627" y="92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240"/>
            <p:cNvSpPr>
              <a:spLocks noEditPoints="1"/>
            </p:cNvSpPr>
            <p:nvPr/>
          </p:nvSpPr>
          <p:spPr bwMode="auto">
            <a:xfrm>
              <a:off x="3617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Oval 124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24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124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24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Oval 124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24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Oval 124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24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Oval 124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250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Oval 1251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252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Oval 125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25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Oval 1255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256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Oval 1257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258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1259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260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Oval 1261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262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Oval 1263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264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Oval 1265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266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267"/>
            <p:cNvSpPr>
              <a:spLocks/>
            </p:cNvSpPr>
            <p:nvPr/>
          </p:nvSpPr>
          <p:spPr bwMode="auto">
            <a:xfrm>
              <a:off x="2965" y="944"/>
              <a:ext cx="794" cy="1706"/>
            </a:xfrm>
            <a:custGeom>
              <a:avLst/>
              <a:gdLst>
                <a:gd name="T0" fmla="*/ 340 w 794"/>
                <a:gd name="T1" fmla="*/ 1592 h 1706"/>
                <a:gd name="T2" fmla="*/ 0 w 794"/>
                <a:gd name="T3" fmla="*/ 1592 h 1706"/>
                <a:gd name="T4" fmla="*/ 227 w 794"/>
                <a:gd name="T5" fmla="*/ 1592 h 1706"/>
                <a:gd name="T6" fmla="*/ 0 w 794"/>
                <a:gd name="T7" fmla="*/ 1592 h 1706"/>
                <a:gd name="T8" fmla="*/ 0 w 794"/>
                <a:gd name="T9" fmla="*/ 1365 h 1706"/>
                <a:gd name="T10" fmla="*/ 0 w 794"/>
                <a:gd name="T11" fmla="*/ 1706 h 1706"/>
                <a:gd name="T12" fmla="*/ 227 w 794"/>
                <a:gd name="T13" fmla="*/ 1706 h 1706"/>
                <a:gd name="T14" fmla="*/ 453 w 794"/>
                <a:gd name="T15" fmla="*/ 1706 h 1706"/>
                <a:gd name="T16" fmla="*/ 227 w 794"/>
                <a:gd name="T17" fmla="*/ 1706 h 1706"/>
                <a:gd name="T18" fmla="*/ 453 w 794"/>
                <a:gd name="T19" fmla="*/ 1706 h 1706"/>
                <a:gd name="T20" fmla="*/ 227 w 794"/>
                <a:gd name="T21" fmla="*/ 1706 h 1706"/>
                <a:gd name="T22" fmla="*/ 453 w 794"/>
                <a:gd name="T23" fmla="*/ 1706 h 1706"/>
                <a:gd name="T24" fmla="*/ 453 w 794"/>
                <a:gd name="T25" fmla="*/ 1478 h 1706"/>
                <a:gd name="T26" fmla="*/ 227 w 794"/>
                <a:gd name="T27" fmla="*/ 1478 h 1706"/>
                <a:gd name="T28" fmla="*/ 453 w 794"/>
                <a:gd name="T29" fmla="*/ 1478 h 1706"/>
                <a:gd name="T30" fmla="*/ 453 w 794"/>
                <a:gd name="T31" fmla="*/ 1251 h 1706"/>
                <a:gd name="T32" fmla="*/ 113 w 794"/>
                <a:gd name="T33" fmla="*/ 1251 h 1706"/>
                <a:gd name="T34" fmla="*/ 113 w 794"/>
                <a:gd name="T35" fmla="*/ 910 h 1706"/>
                <a:gd name="T36" fmla="*/ 113 w 794"/>
                <a:gd name="T37" fmla="*/ 1365 h 1706"/>
                <a:gd name="T38" fmla="*/ 113 w 794"/>
                <a:gd name="T39" fmla="*/ 1023 h 1706"/>
                <a:gd name="T40" fmla="*/ 453 w 794"/>
                <a:gd name="T41" fmla="*/ 1023 h 1706"/>
                <a:gd name="T42" fmla="*/ 453 w 794"/>
                <a:gd name="T43" fmla="*/ 682 h 1706"/>
                <a:gd name="T44" fmla="*/ 0 w 794"/>
                <a:gd name="T45" fmla="*/ 682 h 1706"/>
                <a:gd name="T46" fmla="*/ 453 w 794"/>
                <a:gd name="T47" fmla="*/ 682 h 1706"/>
                <a:gd name="T48" fmla="*/ 794 w 794"/>
                <a:gd name="T49" fmla="*/ 682 h 1706"/>
                <a:gd name="T50" fmla="*/ 794 w 794"/>
                <a:gd name="T51" fmla="*/ 1137 h 1706"/>
                <a:gd name="T52" fmla="*/ 794 w 794"/>
                <a:gd name="T53" fmla="*/ 1137 h 1706"/>
                <a:gd name="T54" fmla="*/ 453 w 794"/>
                <a:gd name="T55" fmla="*/ 1137 h 1706"/>
                <a:gd name="T56" fmla="*/ 453 w 794"/>
                <a:gd name="T57" fmla="*/ 796 h 1706"/>
                <a:gd name="T58" fmla="*/ 794 w 794"/>
                <a:gd name="T59" fmla="*/ 796 h 1706"/>
                <a:gd name="T60" fmla="*/ 340 w 794"/>
                <a:gd name="T61" fmla="*/ 796 h 1706"/>
                <a:gd name="T62" fmla="*/ 794 w 794"/>
                <a:gd name="T63" fmla="*/ 796 h 1706"/>
                <a:gd name="T64" fmla="*/ 794 w 794"/>
                <a:gd name="T65" fmla="*/ 341 h 1706"/>
                <a:gd name="T66" fmla="*/ 794 w 794"/>
                <a:gd name="T67" fmla="*/ 341 h 1706"/>
                <a:gd name="T68" fmla="*/ 794 w 794"/>
                <a:gd name="T69" fmla="*/ 0 h 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94" h="1706">
                  <a:moveTo>
                    <a:pt x="340" y="1592"/>
                  </a:moveTo>
                  <a:lnTo>
                    <a:pt x="0" y="1592"/>
                  </a:lnTo>
                  <a:lnTo>
                    <a:pt x="227" y="1592"/>
                  </a:lnTo>
                  <a:lnTo>
                    <a:pt x="0" y="1592"/>
                  </a:lnTo>
                  <a:lnTo>
                    <a:pt x="0" y="1365"/>
                  </a:lnTo>
                  <a:lnTo>
                    <a:pt x="0" y="1706"/>
                  </a:lnTo>
                  <a:lnTo>
                    <a:pt x="227" y="1706"/>
                  </a:lnTo>
                  <a:lnTo>
                    <a:pt x="453" y="1706"/>
                  </a:lnTo>
                  <a:lnTo>
                    <a:pt x="227" y="1706"/>
                  </a:lnTo>
                  <a:lnTo>
                    <a:pt x="453" y="1706"/>
                  </a:lnTo>
                  <a:lnTo>
                    <a:pt x="227" y="1706"/>
                  </a:lnTo>
                  <a:lnTo>
                    <a:pt x="453" y="1706"/>
                  </a:lnTo>
                  <a:lnTo>
                    <a:pt x="453" y="1478"/>
                  </a:lnTo>
                  <a:lnTo>
                    <a:pt x="227" y="1478"/>
                  </a:lnTo>
                  <a:lnTo>
                    <a:pt x="453" y="1478"/>
                  </a:lnTo>
                  <a:lnTo>
                    <a:pt x="453" y="1251"/>
                  </a:lnTo>
                  <a:lnTo>
                    <a:pt x="113" y="1251"/>
                  </a:lnTo>
                  <a:lnTo>
                    <a:pt x="113" y="910"/>
                  </a:lnTo>
                  <a:lnTo>
                    <a:pt x="113" y="1365"/>
                  </a:lnTo>
                  <a:lnTo>
                    <a:pt x="113" y="1023"/>
                  </a:lnTo>
                  <a:lnTo>
                    <a:pt x="453" y="1023"/>
                  </a:lnTo>
                  <a:lnTo>
                    <a:pt x="453" y="682"/>
                  </a:lnTo>
                  <a:lnTo>
                    <a:pt x="0" y="682"/>
                  </a:lnTo>
                  <a:lnTo>
                    <a:pt x="453" y="682"/>
                  </a:lnTo>
                  <a:lnTo>
                    <a:pt x="794" y="682"/>
                  </a:lnTo>
                  <a:lnTo>
                    <a:pt x="794" y="1137"/>
                  </a:lnTo>
                  <a:lnTo>
                    <a:pt x="794" y="1137"/>
                  </a:lnTo>
                  <a:lnTo>
                    <a:pt x="453" y="1137"/>
                  </a:lnTo>
                  <a:lnTo>
                    <a:pt x="453" y="796"/>
                  </a:lnTo>
                  <a:lnTo>
                    <a:pt x="794" y="796"/>
                  </a:lnTo>
                  <a:lnTo>
                    <a:pt x="340" y="796"/>
                  </a:lnTo>
                  <a:lnTo>
                    <a:pt x="794" y="796"/>
                  </a:lnTo>
                  <a:lnTo>
                    <a:pt x="794" y="341"/>
                  </a:lnTo>
                  <a:lnTo>
                    <a:pt x="794" y="341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Oval 1268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269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Oval 1270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271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Oval 1272"/>
            <p:cNvSpPr>
              <a:spLocks noChangeArrowheads="1"/>
            </p:cNvSpPr>
            <p:nvPr/>
          </p:nvSpPr>
          <p:spPr bwMode="auto">
            <a:xfrm>
              <a:off x="3173" y="2518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273"/>
            <p:cNvSpPr>
              <a:spLocks noEditPoints="1"/>
            </p:cNvSpPr>
            <p:nvPr/>
          </p:nvSpPr>
          <p:spPr bwMode="auto">
            <a:xfrm>
              <a:off x="316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Oval 1274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275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1276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277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Oval 1278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279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Oval 1280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281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Oval 1282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283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Oval 1284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285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Oval 1286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287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1288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289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1290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291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1292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293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1294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295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Oval 1296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297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1298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299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Oval 1300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301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Oval 1302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303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Oval 1304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305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Oval 1306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307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Oval 1308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309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Oval 1310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311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Oval 1312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313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Oval 1314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315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Oval 1316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317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Oval 1318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319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Oval 1320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321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Oval 1322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323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1324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325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Oval 1326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327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Oval 1328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329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Oval 1330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331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Oval 1332"/>
            <p:cNvSpPr>
              <a:spLocks noChangeArrowheads="1"/>
            </p:cNvSpPr>
            <p:nvPr/>
          </p:nvSpPr>
          <p:spPr bwMode="auto">
            <a:xfrm>
              <a:off x="3740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333"/>
            <p:cNvSpPr>
              <a:spLocks noEditPoints="1"/>
            </p:cNvSpPr>
            <p:nvPr/>
          </p:nvSpPr>
          <p:spPr bwMode="auto">
            <a:xfrm>
              <a:off x="373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Oval 1334"/>
            <p:cNvSpPr>
              <a:spLocks noChangeArrowheads="1"/>
            </p:cNvSpPr>
            <p:nvPr/>
          </p:nvSpPr>
          <p:spPr bwMode="auto">
            <a:xfrm>
              <a:off x="3740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335"/>
            <p:cNvSpPr>
              <a:spLocks noEditPoints="1"/>
            </p:cNvSpPr>
            <p:nvPr/>
          </p:nvSpPr>
          <p:spPr bwMode="auto">
            <a:xfrm>
              <a:off x="373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Oval 1336"/>
            <p:cNvSpPr>
              <a:spLocks noChangeArrowheads="1"/>
            </p:cNvSpPr>
            <p:nvPr/>
          </p:nvSpPr>
          <p:spPr bwMode="auto">
            <a:xfrm>
              <a:off x="3740" y="92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1337"/>
            <p:cNvSpPr>
              <a:spLocks noEditPoints="1"/>
            </p:cNvSpPr>
            <p:nvPr/>
          </p:nvSpPr>
          <p:spPr bwMode="auto">
            <a:xfrm>
              <a:off x="373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Oval 1338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339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Oval 1340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341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Oval 1342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34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Oval 134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34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Oval 134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34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134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34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135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35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Oval 135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35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Oval 135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135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Oval 135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35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Oval 135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135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Oval 136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1361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Oval 1362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1363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1364"/>
            <p:cNvSpPr>
              <a:spLocks/>
            </p:cNvSpPr>
            <p:nvPr/>
          </p:nvSpPr>
          <p:spPr bwMode="auto">
            <a:xfrm>
              <a:off x="2397" y="944"/>
              <a:ext cx="1135" cy="1592"/>
            </a:xfrm>
            <a:custGeom>
              <a:avLst/>
              <a:gdLst>
                <a:gd name="T0" fmla="*/ 908 w 1135"/>
                <a:gd name="T1" fmla="*/ 1592 h 1592"/>
                <a:gd name="T2" fmla="*/ 568 w 1135"/>
                <a:gd name="T3" fmla="*/ 682 h 1592"/>
                <a:gd name="T4" fmla="*/ 227 w 1135"/>
                <a:gd name="T5" fmla="*/ 1478 h 1592"/>
                <a:gd name="T6" fmla="*/ 114 w 1135"/>
                <a:gd name="T7" fmla="*/ 1023 h 1592"/>
                <a:gd name="T8" fmla="*/ 454 w 1135"/>
                <a:gd name="T9" fmla="*/ 1478 h 1592"/>
                <a:gd name="T10" fmla="*/ 0 w 1135"/>
                <a:gd name="T11" fmla="*/ 1137 h 1592"/>
                <a:gd name="T12" fmla="*/ 114 w 1135"/>
                <a:gd name="T13" fmla="*/ 682 h 1592"/>
                <a:gd name="T14" fmla="*/ 341 w 1135"/>
                <a:gd name="T15" fmla="*/ 1251 h 1592"/>
                <a:gd name="T16" fmla="*/ 681 w 1135"/>
                <a:gd name="T17" fmla="*/ 796 h 1592"/>
                <a:gd name="T18" fmla="*/ 114 w 1135"/>
                <a:gd name="T19" fmla="*/ 1592 h 1592"/>
                <a:gd name="T20" fmla="*/ 568 w 1135"/>
                <a:gd name="T21" fmla="*/ 1251 h 1592"/>
                <a:gd name="T22" fmla="*/ 0 w 1135"/>
                <a:gd name="T23" fmla="*/ 1023 h 1592"/>
                <a:gd name="T24" fmla="*/ 341 w 1135"/>
                <a:gd name="T25" fmla="*/ 455 h 1592"/>
                <a:gd name="T26" fmla="*/ 1135 w 1135"/>
                <a:gd name="T27" fmla="*/ 1137 h 1592"/>
                <a:gd name="T28" fmla="*/ 795 w 1135"/>
                <a:gd name="T29" fmla="*/ 455 h 1592"/>
                <a:gd name="T30" fmla="*/ 681 w 1135"/>
                <a:gd name="T31" fmla="*/ 114 h 1592"/>
                <a:gd name="T32" fmla="*/ 681 w 1135"/>
                <a:gd name="T33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5" h="1592">
                  <a:moveTo>
                    <a:pt x="908" y="1592"/>
                  </a:moveTo>
                  <a:lnTo>
                    <a:pt x="568" y="682"/>
                  </a:lnTo>
                  <a:lnTo>
                    <a:pt x="227" y="1478"/>
                  </a:lnTo>
                  <a:lnTo>
                    <a:pt x="114" y="1023"/>
                  </a:lnTo>
                  <a:lnTo>
                    <a:pt x="454" y="1478"/>
                  </a:lnTo>
                  <a:lnTo>
                    <a:pt x="0" y="1137"/>
                  </a:lnTo>
                  <a:lnTo>
                    <a:pt x="114" y="682"/>
                  </a:lnTo>
                  <a:lnTo>
                    <a:pt x="341" y="1251"/>
                  </a:lnTo>
                  <a:lnTo>
                    <a:pt x="681" y="796"/>
                  </a:lnTo>
                  <a:lnTo>
                    <a:pt x="114" y="1592"/>
                  </a:lnTo>
                  <a:lnTo>
                    <a:pt x="568" y="1251"/>
                  </a:lnTo>
                  <a:lnTo>
                    <a:pt x="0" y="1023"/>
                  </a:lnTo>
                  <a:lnTo>
                    <a:pt x="341" y="455"/>
                  </a:lnTo>
                  <a:lnTo>
                    <a:pt x="1135" y="1137"/>
                  </a:lnTo>
                  <a:lnTo>
                    <a:pt x="795" y="455"/>
                  </a:lnTo>
                  <a:lnTo>
                    <a:pt x="681" y="114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Oval 1365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1366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1367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1368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1369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370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Oval 1371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372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Oval 1373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374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1375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376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1377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378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Oval 1379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380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1381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382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Oval 1383"/>
            <p:cNvSpPr>
              <a:spLocks noChangeArrowheads="1"/>
            </p:cNvSpPr>
            <p:nvPr/>
          </p:nvSpPr>
          <p:spPr bwMode="auto">
            <a:xfrm>
              <a:off x="2492" y="2518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384"/>
            <p:cNvSpPr>
              <a:spLocks noEditPoints="1"/>
            </p:cNvSpPr>
            <p:nvPr/>
          </p:nvSpPr>
          <p:spPr bwMode="auto">
            <a:xfrm>
              <a:off x="2483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138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38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1387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388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Oval 1389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390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Oval 1391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392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Oval 1393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394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Oval 1395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396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Oval 1397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398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Oval 139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40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Oval 140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40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Oval 140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40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Oval 140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40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Oval 140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40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Oval 140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41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Oval 1412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13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1414"/>
          <p:cNvSpPr>
            <a:spLocks noChangeArrowheads="1"/>
          </p:cNvSpPr>
          <p:nvPr/>
        </p:nvSpPr>
        <p:spPr bwMode="auto">
          <a:xfrm>
            <a:off x="485457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415"/>
          <p:cNvSpPr>
            <a:spLocks noEditPoints="1"/>
          </p:cNvSpPr>
          <p:nvPr/>
        </p:nvSpPr>
        <p:spPr bwMode="auto">
          <a:xfrm>
            <a:off x="485140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Oval 1416"/>
          <p:cNvSpPr>
            <a:spLocks noChangeArrowheads="1"/>
          </p:cNvSpPr>
          <p:nvPr/>
        </p:nvSpPr>
        <p:spPr bwMode="auto">
          <a:xfrm>
            <a:off x="5033963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417"/>
          <p:cNvSpPr>
            <a:spLocks noEditPoints="1"/>
          </p:cNvSpPr>
          <p:nvPr/>
        </p:nvSpPr>
        <p:spPr bwMode="auto">
          <a:xfrm>
            <a:off x="503237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1418"/>
          <p:cNvSpPr>
            <a:spLocks noChangeArrowheads="1"/>
          </p:cNvSpPr>
          <p:nvPr/>
        </p:nvSpPr>
        <p:spPr bwMode="auto">
          <a:xfrm>
            <a:off x="5214938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419"/>
          <p:cNvSpPr>
            <a:spLocks noEditPoints="1"/>
          </p:cNvSpPr>
          <p:nvPr/>
        </p:nvSpPr>
        <p:spPr bwMode="auto">
          <a:xfrm>
            <a:off x="5211763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1420"/>
          <p:cNvSpPr>
            <a:spLocks noChangeArrowheads="1"/>
          </p:cNvSpPr>
          <p:nvPr/>
        </p:nvSpPr>
        <p:spPr bwMode="auto">
          <a:xfrm>
            <a:off x="5394325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421"/>
          <p:cNvSpPr>
            <a:spLocks noEditPoints="1"/>
          </p:cNvSpPr>
          <p:nvPr/>
        </p:nvSpPr>
        <p:spPr bwMode="auto">
          <a:xfrm>
            <a:off x="5392738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1422"/>
          <p:cNvSpPr>
            <a:spLocks noChangeArrowheads="1"/>
          </p:cNvSpPr>
          <p:nvPr/>
        </p:nvSpPr>
        <p:spPr bwMode="auto">
          <a:xfrm>
            <a:off x="55753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1423"/>
          <p:cNvSpPr>
            <a:spLocks noEditPoints="1"/>
          </p:cNvSpPr>
          <p:nvPr/>
        </p:nvSpPr>
        <p:spPr bwMode="auto">
          <a:xfrm>
            <a:off x="55721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Oval 1424"/>
          <p:cNvSpPr>
            <a:spLocks noChangeArrowheads="1"/>
          </p:cNvSpPr>
          <p:nvPr/>
        </p:nvSpPr>
        <p:spPr bwMode="auto">
          <a:xfrm>
            <a:off x="5754688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1425"/>
          <p:cNvSpPr>
            <a:spLocks noEditPoints="1"/>
          </p:cNvSpPr>
          <p:nvPr/>
        </p:nvSpPr>
        <p:spPr bwMode="auto">
          <a:xfrm>
            <a:off x="57531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1426"/>
          <p:cNvSpPr>
            <a:spLocks/>
          </p:cNvSpPr>
          <p:nvPr/>
        </p:nvSpPr>
        <p:spPr bwMode="auto">
          <a:xfrm>
            <a:off x="4346575" y="1498601"/>
            <a:ext cx="1260475" cy="2887663"/>
          </a:xfrm>
          <a:custGeom>
            <a:avLst/>
            <a:gdLst>
              <a:gd name="T0" fmla="*/ 567 w 794"/>
              <a:gd name="T1" fmla="*/ 1592 h 1819"/>
              <a:gd name="T2" fmla="*/ 794 w 794"/>
              <a:gd name="T3" fmla="*/ 1819 h 1819"/>
              <a:gd name="T4" fmla="*/ 567 w 794"/>
              <a:gd name="T5" fmla="*/ 1592 h 1819"/>
              <a:gd name="T6" fmla="*/ 340 w 794"/>
              <a:gd name="T7" fmla="*/ 1365 h 1819"/>
              <a:gd name="T8" fmla="*/ 0 w 794"/>
              <a:gd name="T9" fmla="*/ 1023 h 1819"/>
              <a:gd name="T10" fmla="*/ 0 w 794"/>
              <a:gd name="T11" fmla="*/ 682 h 1819"/>
              <a:gd name="T12" fmla="*/ 0 w 794"/>
              <a:gd name="T13" fmla="*/ 228 h 1819"/>
              <a:gd name="T14" fmla="*/ 0 w 794"/>
              <a:gd name="T15" fmla="*/ 0 h 1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94" h="1819">
                <a:moveTo>
                  <a:pt x="567" y="1592"/>
                </a:moveTo>
                <a:lnTo>
                  <a:pt x="794" y="1819"/>
                </a:lnTo>
                <a:lnTo>
                  <a:pt x="567" y="1592"/>
                </a:lnTo>
                <a:lnTo>
                  <a:pt x="340" y="1365"/>
                </a:lnTo>
                <a:lnTo>
                  <a:pt x="0" y="1023"/>
                </a:lnTo>
                <a:lnTo>
                  <a:pt x="0" y="682"/>
                </a:lnTo>
                <a:lnTo>
                  <a:pt x="0" y="228"/>
                </a:lnTo>
                <a:lnTo>
                  <a:pt x="0" y="0"/>
                </a:lnTo>
              </a:path>
            </a:pathLst>
          </a:custGeom>
          <a:noFill/>
          <a:ln w="28575" cap="flat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1427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1428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1429"/>
          <p:cNvSpPr>
            <a:spLocks noChangeArrowheads="1"/>
          </p:cNvSpPr>
          <p:nvPr/>
        </p:nvSpPr>
        <p:spPr bwMode="auto">
          <a:xfrm>
            <a:off x="5576888" y="435768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1430"/>
          <p:cNvSpPr>
            <a:spLocks noEditPoints="1"/>
          </p:cNvSpPr>
          <p:nvPr/>
        </p:nvSpPr>
        <p:spPr bwMode="auto">
          <a:xfrm>
            <a:off x="5562600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Oval 1431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1432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Oval 1433"/>
          <p:cNvSpPr>
            <a:spLocks noChangeArrowheads="1"/>
          </p:cNvSpPr>
          <p:nvPr/>
        </p:nvSpPr>
        <p:spPr bwMode="auto">
          <a:xfrm>
            <a:off x="4856163" y="363537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1434"/>
          <p:cNvSpPr>
            <a:spLocks noEditPoints="1"/>
          </p:cNvSpPr>
          <p:nvPr/>
        </p:nvSpPr>
        <p:spPr bwMode="auto">
          <a:xfrm>
            <a:off x="4841875" y="362108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Oval 1435"/>
          <p:cNvSpPr>
            <a:spLocks noChangeArrowheads="1"/>
          </p:cNvSpPr>
          <p:nvPr/>
        </p:nvSpPr>
        <p:spPr bwMode="auto">
          <a:xfrm>
            <a:off x="4316412" y="309403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1436"/>
          <p:cNvSpPr>
            <a:spLocks noEditPoints="1"/>
          </p:cNvSpPr>
          <p:nvPr/>
        </p:nvSpPr>
        <p:spPr bwMode="auto">
          <a:xfrm>
            <a:off x="4302125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Oval 1437"/>
          <p:cNvSpPr>
            <a:spLocks noChangeArrowheads="1"/>
          </p:cNvSpPr>
          <p:nvPr/>
        </p:nvSpPr>
        <p:spPr bwMode="auto">
          <a:xfrm>
            <a:off x="4316412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1438"/>
          <p:cNvSpPr>
            <a:spLocks noEditPoints="1"/>
          </p:cNvSpPr>
          <p:nvPr/>
        </p:nvSpPr>
        <p:spPr bwMode="auto">
          <a:xfrm>
            <a:off x="4302125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Oval 1439"/>
          <p:cNvSpPr>
            <a:spLocks noChangeArrowheads="1"/>
          </p:cNvSpPr>
          <p:nvPr/>
        </p:nvSpPr>
        <p:spPr bwMode="auto">
          <a:xfrm>
            <a:off x="4316412" y="183038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1440"/>
          <p:cNvSpPr>
            <a:spLocks noEditPoints="1"/>
          </p:cNvSpPr>
          <p:nvPr/>
        </p:nvSpPr>
        <p:spPr bwMode="auto">
          <a:xfrm>
            <a:off x="4302125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Oval 1441"/>
          <p:cNvSpPr>
            <a:spLocks noChangeArrowheads="1"/>
          </p:cNvSpPr>
          <p:nvPr/>
        </p:nvSpPr>
        <p:spPr bwMode="auto">
          <a:xfrm>
            <a:off x="4316412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1442"/>
          <p:cNvSpPr>
            <a:spLocks noEditPoints="1"/>
          </p:cNvSpPr>
          <p:nvPr/>
        </p:nvSpPr>
        <p:spPr bwMode="auto">
          <a:xfrm>
            <a:off x="4302125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Oval 1443"/>
          <p:cNvSpPr>
            <a:spLocks noChangeArrowheads="1"/>
          </p:cNvSpPr>
          <p:nvPr/>
        </p:nvSpPr>
        <p:spPr bwMode="auto">
          <a:xfrm>
            <a:off x="35941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1444"/>
          <p:cNvSpPr>
            <a:spLocks noEditPoints="1"/>
          </p:cNvSpPr>
          <p:nvPr/>
        </p:nvSpPr>
        <p:spPr bwMode="auto">
          <a:xfrm>
            <a:off x="35909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Oval 1445"/>
          <p:cNvSpPr>
            <a:spLocks noChangeArrowheads="1"/>
          </p:cNvSpPr>
          <p:nvPr/>
        </p:nvSpPr>
        <p:spPr bwMode="auto">
          <a:xfrm>
            <a:off x="3773487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1446"/>
          <p:cNvSpPr>
            <a:spLocks noEditPoints="1"/>
          </p:cNvSpPr>
          <p:nvPr/>
        </p:nvSpPr>
        <p:spPr bwMode="auto">
          <a:xfrm>
            <a:off x="37719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Oval 1447"/>
          <p:cNvSpPr>
            <a:spLocks noChangeArrowheads="1"/>
          </p:cNvSpPr>
          <p:nvPr/>
        </p:nvSpPr>
        <p:spPr bwMode="auto">
          <a:xfrm>
            <a:off x="395446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1448"/>
          <p:cNvSpPr>
            <a:spLocks noEditPoints="1"/>
          </p:cNvSpPr>
          <p:nvPr/>
        </p:nvSpPr>
        <p:spPr bwMode="auto">
          <a:xfrm>
            <a:off x="3951287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Oval 1449"/>
          <p:cNvSpPr>
            <a:spLocks noChangeArrowheads="1"/>
          </p:cNvSpPr>
          <p:nvPr/>
        </p:nvSpPr>
        <p:spPr bwMode="auto">
          <a:xfrm>
            <a:off x="413385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1450"/>
          <p:cNvSpPr>
            <a:spLocks noEditPoints="1"/>
          </p:cNvSpPr>
          <p:nvPr/>
        </p:nvSpPr>
        <p:spPr bwMode="auto">
          <a:xfrm>
            <a:off x="4132262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Oval 1451"/>
          <p:cNvSpPr>
            <a:spLocks noChangeArrowheads="1"/>
          </p:cNvSpPr>
          <p:nvPr/>
        </p:nvSpPr>
        <p:spPr bwMode="auto">
          <a:xfrm>
            <a:off x="431482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1452"/>
          <p:cNvSpPr>
            <a:spLocks noEditPoints="1"/>
          </p:cNvSpPr>
          <p:nvPr/>
        </p:nvSpPr>
        <p:spPr bwMode="auto">
          <a:xfrm>
            <a:off x="431165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Oval 1453"/>
          <p:cNvSpPr>
            <a:spLocks noChangeArrowheads="1"/>
          </p:cNvSpPr>
          <p:nvPr/>
        </p:nvSpPr>
        <p:spPr bwMode="auto">
          <a:xfrm>
            <a:off x="449421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1454"/>
          <p:cNvSpPr>
            <a:spLocks noEditPoints="1"/>
          </p:cNvSpPr>
          <p:nvPr/>
        </p:nvSpPr>
        <p:spPr bwMode="auto">
          <a:xfrm>
            <a:off x="449262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Oval 1455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1456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Oval 1457"/>
          <p:cNvSpPr>
            <a:spLocks noChangeArrowheads="1"/>
          </p:cNvSpPr>
          <p:nvPr/>
        </p:nvSpPr>
        <p:spPr bwMode="auto">
          <a:xfrm>
            <a:off x="485457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1458"/>
          <p:cNvSpPr>
            <a:spLocks noEditPoints="1"/>
          </p:cNvSpPr>
          <p:nvPr/>
        </p:nvSpPr>
        <p:spPr bwMode="auto">
          <a:xfrm>
            <a:off x="485140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Oval 1459"/>
          <p:cNvSpPr>
            <a:spLocks noChangeArrowheads="1"/>
          </p:cNvSpPr>
          <p:nvPr/>
        </p:nvSpPr>
        <p:spPr bwMode="auto">
          <a:xfrm>
            <a:off x="5033963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1460"/>
          <p:cNvSpPr>
            <a:spLocks noEditPoints="1"/>
          </p:cNvSpPr>
          <p:nvPr/>
        </p:nvSpPr>
        <p:spPr bwMode="auto">
          <a:xfrm>
            <a:off x="503237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Oval 1461"/>
          <p:cNvSpPr>
            <a:spLocks noChangeArrowheads="1"/>
          </p:cNvSpPr>
          <p:nvPr/>
        </p:nvSpPr>
        <p:spPr bwMode="auto">
          <a:xfrm>
            <a:off x="5214938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1462"/>
          <p:cNvSpPr>
            <a:spLocks noEditPoints="1"/>
          </p:cNvSpPr>
          <p:nvPr/>
        </p:nvSpPr>
        <p:spPr bwMode="auto">
          <a:xfrm>
            <a:off x="5211763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Oval 1463"/>
          <p:cNvSpPr>
            <a:spLocks noChangeArrowheads="1"/>
          </p:cNvSpPr>
          <p:nvPr/>
        </p:nvSpPr>
        <p:spPr bwMode="auto">
          <a:xfrm>
            <a:off x="5394325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1464"/>
          <p:cNvSpPr>
            <a:spLocks noEditPoints="1"/>
          </p:cNvSpPr>
          <p:nvPr/>
        </p:nvSpPr>
        <p:spPr bwMode="auto">
          <a:xfrm>
            <a:off x="5392738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Oval 1465"/>
          <p:cNvSpPr>
            <a:spLocks noChangeArrowheads="1"/>
          </p:cNvSpPr>
          <p:nvPr/>
        </p:nvSpPr>
        <p:spPr bwMode="auto">
          <a:xfrm>
            <a:off x="55753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1466"/>
          <p:cNvSpPr>
            <a:spLocks noEditPoints="1"/>
          </p:cNvSpPr>
          <p:nvPr/>
        </p:nvSpPr>
        <p:spPr bwMode="auto">
          <a:xfrm>
            <a:off x="55721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Oval 1467"/>
          <p:cNvSpPr>
            <a:spLocks noChangeArrowheads="1"/>
          </p:cNvSpPr>
          <p:nvPr/>
        </p:nvSpPr>
        <p:spPr bwMode="auto">
          <a:xfrm>
            <a:off x="5754688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1468"/>
          <p:cNvSpPr>
            <a:spLocks noEditPoints="1"/>
          </p:cNvSpPr>
          <p:nvPr/>
        </p:nvSpPr>
        <p:spPr bwMode="auto">
          <a:xfrm>
            <a:off x="57531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1469"/>
          <p:cNvSpPr>
            <a:spLocks/>
          </p:cNvSpPr>
          <p:nvPr/>
        </p:nvSpPr>
        <p:spPr bwMode="auto">
          <a:xfrm>
            <a:off x="4706938" y="1498601"/>
            <a:ext cx="1260475" cy="3249613"/>
          </a:xfrm>
          <a:custGeom>
            <a:avLst/>
            <a:gdLst>
              <a:gd name="T0" fmla="*/ 340 w 794"/>
              <a:gd name="T1" fmla="*/ 1592 h 2047"/>
              <a:gd name="T2" fmla="*/ 453 w 794"/>
              <a:gd name="T3" fmla="*/ 1819 h 2047"/>
              <a:gd name="T4" fmla="*/ 227 w 794"/>
              <a:gd name="T5" fmla="*/ 1592 h 2047"/>
              <a:gd name="T6" fmla="*/ 340 w 794"/>
              <a:gd name="T7" fmla="*/ 1933 h 2047"/>
              <a:gd name="T8" fmla="*/ 453 w 794"/>
              <a:gd name="T9" fmla="*/ 2047 h 2047"/>
              <a:gd name="T10" fmla="*/ 567 w 794"/>
              <a:gd name="T11" fmla="*/ 1933 h 2047"/>
              <a:gd name="T12" fmla="*/ 567 w 794"/>
              <a:gd name="T13" fmla="*/ 1819 h 2047"/>
              <a:gd name="T14" fmla="*/ 453 w 794"/>
              <a:gd name="T15" fmla="*/ 1933 h 2047"/>
              <a:gd name="T16" fmla="*/ 453 w 794"/>
              <a:gd name="T17" fmla="*/ 1706 h 2047"/>
              <a:gd name="T18" fmla="*/ 227 w 794"/>
              <a:gd name="T19" fmla="*/ 1819 h 2047"/>
              <a:gd name="T20" fmla="*/ 453 w 794"/>
              <a:gd name="T21" fmla="*/ 1933 h 2047"/>
              <a:gd name="T22" fmla="*/ 567 w 794"/>
              <a:gd name="T23" fmla="*/ 1933 h 2047"/>
              <a:gd name="T24" fmla="*/ 680 w 794"/>
              <a:gd name="T25" fmla="*/ 1819 h 2047"/>
              <a:gd name="T26" fmla="*/ 453 w 794"/>
              <a:gd name="T27" fmla="*/ 1592 h 2047"/>
              <a:gd name="T28" fmla="*/ 453 w 794"/>
              <a:gd name="T29" fmla="*/ 1365 h 2047"/>
              <a:gd name="T30" fmla="*/ 567 w 794"/>
              <a:gd name="T31" fmla="*/ 910 h 2047"/>
              <a:gd name="T32" fmla="*/ 340 w 794"/>
              <a:gd name="T33" fmla="*/ 1365 h 2047"/>
              <a:gd name="T34" fmla="*/ 0 w 794"/>
              <a:gd name="T35" fmla="*/ 1478 h 2047"/>
              <a:gd name="T36" fmla="*/ 227 w 794"/>
              <a:gd name="T37" fmla="*/ 1251 h 2047"/>
              <a:gd name="T38" fmla="*/ 453 w 794"/>
              <a:gd name="T39" fmla="*/ 1023 h 2047"/>
              <a:gd name="T40" fmla="*/ 794 w 794"/>
              <a:gd name="T41" fmla="*/ 796 h 2047"/>
              <a:gd name="T42" fmla="*/ 794 w 794"/>
              <a:gd name="T43" fmla="*/ 341 h 2047"/>
              <a:gd name="T44" fmla="*/ 340 w 794"/>
              <a:gd name="T45" fmla="*/ 0 h 20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94" h="2047">
                <a:moveTo>
                  <a:pt x="340" y="1592"/>
                </a:moveTo>
                <a:lnTo>
                  <a:pt x="453" y="1819"/>
                </a:lnTo>
                <a:lnTo>
                  <a:pt x="227" y="1592"/>
                </a:lnTo>
                <a:lnTo>
                  <a:pt x="340" y="1933"/>
                </a:lnTo>
                <a:lnTo>
                  <a:pt x="453" y="2047"/>
                </a:lnTo>
                <a:lnTo>
                  <a:pt x="567" y="1933"/>
                </a:lnTo>
                <a:lnTo>
                  <a:pt x="567" y="1819"/>
                </a:lnTo>
                <a:lnTo>
                  <a:pt x="453" y="1933"/>
                </a:lnTo>
                <a:lnTo>
                  <a:pt x="453" y="1706"/>
                </a:lnTo>
                <a:lnTo>
                  <a:pt x="227" y="1819"/>
                </a:lnTo>
                <a:lnTo>
                  <a:pt x="453" y="1933"/>
                </a:lnTo>
                <a:lnTo>
                  <a:pt x="567" y="1933"/>
                </a:lnTo>
                <a:lnTo>
                  <a:pt x="680" y="1819"/>
                </a:lnTo>
                <a:lnTo>
                  <a:pt x="453" y="1592"/>
                </a:lnTo>
                <a:lnTo>
                  <a:pt x="453" y="1365"/>
                </a:lnTo>
                <a:lnTo>
                  <a:pt x="567" y="910"/>
                </a:lnTo>
                <a:lnTo>
                  <a:pt x="340" y="1365"/>
                </a:lnTo>
                <a:lnTo>
                  <a:pt x="0" y="1478"/>
                </a:lnTo>
                <a:lnTo>
                  <a:pt x="227" y="1251"/>
                </a:lnTo>
                <a:lnTo>
                  <a:pt x="453" y="1023"/>
                </a:lnTo>
                <a:lnTo>
                  <a:pt x="794" y="796"/>
                </a:lnTo>
                <a:lnTo>
                  <a:pt x="794" y="341"/>
                </a:lnTo>
                <a:lnTo>
                  <a:pt x="340" y="0"/>
                </a:lnTo>
              </a:path>
            </a:pathLst>
          </a:custGeom>
          <a:noFill/>
          <a:ln w="28575" cap="flat">
            <a:solidFill>
              <a:srgbClr val="CC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Oval 1470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1471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Oval 1472"/>
          <p:cNvSpPr>
            <a:spLocks noChangeArrowheads="1"/>
          </p:cNvSpPr>
          <p:nvPr/>
        </p:nvSpPr>
        <p:spPr bwMode="auto">
          <a:xfrm>
            <a:off x="5397500" y="43576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1473"/>
          <p:cNvSpPr>
            <a:spLocks noEditPoints="1"/>
          </p:cNvSpPr>
          <p:nvPr/>
        </p:nvSpPr>
        <p:spPr bwMode="auto">
          <a:xfrm>
            <a:off x="5383213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Oval 1474"/>
          <p:cNvSpPr>
            <a:spLocks noChangeArrowheads="1"/>
          </p:cNvSpPr>
          <p:nvPr/>
        </p:nvSpPr>
        <p:spPr bwMode="auto">
          <a:xfrm>
            <a:off x="5037138" y="399732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1475"/>
          <p:cNvSpPr>
            <a:spLocks noEditPoints="1"/>
          </p:cNvSpPr>
          <p:nvPr/>
        </p:nvSpPr>
        <p:spPr bwMode="auto">
          <a:xfrm>
            <a:off x="5022850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Oval 1476"/>
          <p:cNvSpPr>
            <a:spLocks noChangeArrowheads="1"/>
          </p:cNvSpPr>
          <p:nvPr/>
        </p:nvSpPr>
        <p:spPr bwMode="auto">
          <a:xfrm>
            <a:off x="5216525" y="4538663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1477"/>
          <p:cNvSpPr>
            <a:spLocks noEditPoints="1"/>
          </p:cNvSpPr>
          <p:nvPr/>
        </p:nvSpPr>
        <p:spPr bwMode="auto">
          <a:xfrm>
            <a:off x="5202238" y="45227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Oval 1478"/>
          <p:cNvSpPr>
            <a:spLocks noChangeArrowheads="1"/>
          </p:cNvSpPr>
          <p:nvPr/>
        </p:nvSpPr>
        <p:spPr bwMode="auto">
          <a:xfrm>
            <a:off x="5397500" y="47180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1479"/>
          <p:cNvSpPr>
            <a:spLocks noEditPoints="1"/>
          </p:cNvSpPr>
          <p:nvPr/>
        </p:nvSpPr>
        <p:spPr bwMode="auto">
          <a:xfrm>
            <a:off x="5383213" y="47037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Oval 1480"/>
          <p:cNvSpPr>
            <a:spLocks noChangeArrowheads="1"/>
          </p:cNvSpPr>
          <p:nvPr/>
        </p:nvSpPr>
        <p:spPr bwMode="auto">
          <a:xfrm>
            <a:off x="5576888" y="4538663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1481"/>
          <p:cNvSpPr>
            <a:spLocks noEditPoints="1"/>
          </p:cNvSpPr>
          <p:nvPr/>
        </p:nvSpPr>
        <p:spPr bwMode="auto">
          <a:xfrm>
            <a:off x="5562600" y="45227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Oval 1482"/>
          <p:cNvSpPr>
            <a:spLocks noChangeArrowheads="1"/>
          </p:cNvSpPr>
          <p:nvPr/>
        </p:nvSpPr>
        <p:spPr bwMode="auto">
          <a:xfrm>
            <a:off x="5576888" y="43576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1483"/>
          <p:cNvSpPr>
            <a:spLocks noEditPoints="1"/>
          </p:cNvSpPr>
          <p:nvPr/>
        </p:nvSpPr>
        <p:spPr bwMode="auto">
          <a:xfrm>
            <a:off x="5562600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Oval 1484"/>
          <p:cNvSpPr>
            <a:spLocks noChangeArrowheads="1"/>
          </p:cNvSpPr>
          <p:nvPr/>
        </p:nvSpPr>
        <p:spPr bwMode="auto">
          <a:xfrm>
            <a:off x="5397500" y="4538663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1485"/>
          <p:cNvSpPr>
            <a:spLocks noEditPoints="1"/>
          </p:cNvSpPr>
          <p:nvPr/>
        </p:nvSpPr>
        <p:spPr bwMode="auto">
          <a:xfrm>
            <a:off x="5383213" y="45227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Oval 1486"/>
          <p:cNvSpPr>
            <a:spLocks noChangeArrowheads="1"/>
          </p:cNvSpPr>
          <p:nvPr/>
        </p:nvSpPr>
        <p:spPr bwMode="auto">
          <a:xfrm>
            <a:off x="5397500" y="417671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1487"/>
          <p:cNvSpPr>
            <a:spLocks noEditPoints="1"/>
          </p:cNvSpPr>
          <p:nvPr/>
        </p:nvSpPr>
        <p:spPr bwMode="auto">
          <a:xfrm>
            <a:off x="5383213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Oval 1488"/>
          <p:cNvSpPr>
            <a:spLocks noChangeArrowheads="1"/>
          </p:cNvSpPr>
          <p:nvPr/>
        </p:nvSpPr>
        <p:spPr bwMode="auto">
          <a:xfrm>
            <a:off x="5037138" y="43576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1489"/>
          <p:cNvSpPr>
            <a:spLocks noEditPoints="1"/>
          </p:cNvSpPr>
          <p:nvPr/>
        </p:nvSpPr>
        <p:spPr bwMode="auto">
          <a:xfrm>
            <a:off x="5022850" y="4341813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Oval 1490"/>
          <p:cNvSpPr>
            <a:spLocks noChangeArrowheads="1"/>
          </p:cNvSpPr>
          <p:nvPr/>
        </p:nvSpPr>
        <p:spPr bwMode="auto">
          <a:xfrm>
            <a:off x="5397500" y="4538663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1491"/>
          <p:cNvSpPr>
            <a:spLocks noEditPoints="1"/>
          </p:cNvSpPr>
          <p:nvPr/>
        </p:nvSpPr>
        <p:spPr bwMode="auto">
          <a:xfrm>
            <a:off x="5383213" y="45227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Oval 1492"/>
          <p:cNvSpPr>
            <a:spLocks noChangeArrowheads="1"/>
          </p:cNvSpPr>
          <p:nvPr/>
        </p:nvSpPr>
        <p:spPr bwMode="auto">
          <a:xfrm>
            <a:off x="5576888" y="4538663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1493"/>
          <p:cNvSpPr>
            <a:spLocks noEditPoints="1"/>
          </p:cNvSpPr>
          <p:nvPr/>
        </p:nvSpPr>
        <p:spPr bwMode="auto">
          <a:xfrm>
            <a:off x="5562600" y="45227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Oval 1494"/>
          <p:cNvSpPr>
            <a:spLocks noChangeArrowheads="1"/>
          </p:cNvSpPr>
          <p:nvPr/>
        </p:nvSpPr>
        <p:spPr bwMode="auto">
          <a:xfrm>
            <a:off x="5757863" y="43576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495"/>
          <p:cNvSpPr>
            <a:spLocks noEditPoints="1"/>
          </p:cNvSpPr>
          <p:nvPr/>
        </p:nvSpPr>
        <p:spPr bwMode="auto">
          <a:xfrm>
            <a:off x="5741988" y="4341813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Oval 1496"/>
          <p:cNvSpPr>
            <a:spLocks noChangeArrowheads="1"/>
          </p:cNvSpPr>
          <p:nvPr/>
        </p:nvSpPr>
        <p:spPr bwMode="auto">
          <a:xfrm>
            <a:off x="5397500" y="399732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497"/>
          <p:cNvSpPr>
            <a:spLocks noEditPoints="1"/>
          </p:cNvSpPr>
          <p:nvPr/>
        </p:nvSpPr>
        <p:spPr bwMode="auto">
          <a:xfrm>
            <a:off x="5383213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Oval 1498"/>
          <p:cNvSpPr>
            <a:spLocks noChangeArrowheads="1"/>
          </p:cNvSpPr>
          <p:nvPr/>
        </p:nvSpPr>
        <p:spPr bwMode="auto">
          <a:xfrm>
            <a:off x="5397500" y="363537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499"/>
          <p:cNvSpPr>
            <a:spLocks noEditPoints="1"/>
          </p:cNvSpPr>
          <p:nvPr/>
        </p:nvSpPr>
        <p:spPr bwMode="auto">
          <a:xfrm>
            <a:off x="5383213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Oval 1500"/>
          <p:cNvSpPr>
            <a:spLocks noChangeArrowheads="1"/>
          </p:cNvSpPr>
          <p:nvPr/>
        </p:nvSpPr>
        <p:spPr bwMode="auto">
          <a:xfrm>
            <a:off x="5576888" y="29130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501"/>
          <p:cNvSpPr>
            <a:spLocks noEditPoints="1"/>
          </p:cNvSpPr>
          <p:nvPr/>
        </p:nvSpPr>
        <p:spPr bwMode="auto">
          <a:xfrm>
            <a:off x="5562600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Oval 1502"/>
          <p:cNvSpPr>
            <a:spLocks noChangeArrowheads="1"/>
          </p:cNvSpPr>
          <p:nvPr/>
        </p:nvSpPr>
        <p:spPr bwMode="auto">
          <a:xfrm>
            <a:off x="5216525" y="363537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503"/>
          <p:cNvSpPr>
            <a:spLocks noEditPoints="1"/>
          </p:cNvSpPr>
          <p:nvPr/>
        </p:nvSpPr>
        <p:spPr bwMode="auto">
          <a:xfrm>
            <a:off x="5202238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504"/>
          <p:cNvSpPr>
            <a:spLocks noChangeArrowheads="1"/>
          </p:cNvSpPr>
          <p:nvPr/>
        </p:nvSpPr>
        <p:spPr bwMode="auto">
          <a:xfrm>
            <a:off x="4676775" y="38163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505"/>
          <p:cNvSpPr>
            <a:spLocks noEditPoints="1"/>
          </p:cNvSpPr>
          <p:nvPr/>
        </p:nvSpPr>
        <p:spPr bwMode="auto">
          <a:xfrm>
            <a:off x="4662488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1506"/>
          <p:cNvSpPr>
            <a:spLocks noChangeArrowheads="1"/>
          </p:cNvSpPr>
          <p:nvPr/>
        </p:nvSpPr>
        <p:spPr bwMode="auto">
          <a:xfrm>
            <a:off x="5037138" y="34544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507"/>
          <p:cNvSpPr>
            <a:spLocks noEditPoints="1"/>
          </p:cNvSpPr>
          <p:nvPr/>
        </p:nvSpPr>
        <p:spPr bwMode="auto">
          <a:xfrm>
            <a:off x="5022850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1508"/>
          <p:cNvSpPr>
            <a:spLocks noChangeArrowheads="1"/>
          </p:cNvSpPr>
          <p:nvPr/>
        </p:nvSpPr>
        <p:spPr bwMode="auto">
          <a:xfrm>
            <a:off x="5397500" y="309403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509"/>
          <p:cNvSpPr>
            <a:spLocks noEditPoints="1"/>
          </p:cNvSpPr>
          <p:nvPr/>
        </p:nvSpPr>
        <p:spPr bwMode="auto">
          <a:xfrm>
            <a:off x="5383213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1510"/>
          <p:cNvSpPr>
            <a:spLocks noChangeArrowheads="1"/>
          </p:cNvSpPr>
          <p:nvPr/>
        </p:nvSpPr>
        <p:spPr bwMode="auto">
          <a:xfrm>
            <a:off x="5937250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511"/>
          <p:cNvSpPr>
            <a:spLocks noEditPoints="1"/>
          </p:cNvSpPr>
          <p:nvPr/>
        </p:nvSpPr>
        <p:spPr bwMode="auto">
          <a:xfrm>
            <a:off x="5922963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1512"/>
          <p:cNvSpPr>
            <a:spLocks noChangeArrowheads="1"/>
          </p:cNvSpPr>
          <p:nvPr/>
        </p:nvSpPr>
        <p:spPr bwMode="auto">
          <a:xfrm>
            <a:off x="5937250" y="20113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513"/>
          <p:cNvSpPr>
            <a:spLocks noEditPoints="1"/>
          </p:cNvSpPr>
          <p:nvPr/>
        </p:nvSpPr>
        <p:spPr bwMode="auto">
          <a:xfrm>
            <a:off x="5922963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1514"/>
          <p:cNvSpPr>
            <a:spLocks noChangeArrowheads="1"/>
          </p:cNvSpPr>
          <p:nvPr/>
        </p:nvSpPr>
        <p:spPr bwMode="auto">
          <a:xfrm>
            <a:off x="5216525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515"/>
          <p:cNvSpPr>
            <a:spLocks noEditPoints="1"/>
          </p:cNvSpPr>
          <p:nvPr/>
        </p:nvSpPr>
        <p:spPr bwMode="auto">
          <a:xfrm>
            <a:off x="520223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1516"/>
          <p:cNvSpPr>
            <a:spLocks noChangeArrowheads="1"/>
          </p:cNvSpPr>
          <p:nvPr/>
        </p:nvSpPr>
        <p:spPr bwMode="auto">
          <a:xfrm>
            <a:off x="35941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517"/>
          <p:cNvSpPr>
            <a:spLocks noEditPoints="1"/>
          </p:cNvSpPr>
          <p:nvPr/>
        </p:nvSpPr>
        <p:spPr bwMode="auto">
          <a:xfrm>
            <a:off x="35909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1518"/>
          <p:cNvSpPr>
            <a:spLocks noChangeArrowheads="1"/>
          </p:cNvSpPr>
          <p:nvPr/>
        </p:nvSpPr>
        <p:spPr bwMode="auto">
          <a:xfrm>
            <a:off x="3773487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519"/>
          <p:cNvSpPr>
            <a:spLocks noEditPoints="1"/>
          </p:cNvSpPr>
          <p:nvPr/>
        </p:nvSpPr>
        <p:spPr bwMode="auto">
          <a:xfrm>
            <a:off x="37719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1520"/>
          <p:cNvSpPr>
            <a:spLocks noChangeArrowheads="1"/>
          </p:cNvSpPr>
          <p:nvPr/>
        </p:nvSpPr>
        <p:spPr bwMode="auto">
          <a:xfrm>
            <a:off x="395446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521"/>
          <p:cNvSpPr>
            <a:spLocks noEditPoints="1"/>
          </p:cNvSpPr>
          <p:nvPr/>
        </p:nvSpPr>
        <p:spPr bwMode="auto">
          <a:xfrm>
            <a:off x="3951287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1522"/>
          <p:cNvSpPr>
            <a:spLocks noChangeArrowheads="1"/>
          </p:cNvSpPr>
          <p:nvPr/>
        </p:nvSpPr>
        <p:spPr bwMode="auto">
          <a:xfrm>
            <a:off x="413385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523"/>
          <p:cNvSpPr>
            <a:spLocks noEditPoints="1"/>
          </p:cNvSpPr>
          <p:nvPr/>
        </p:nvSpPr>
        <p:spPr bwMode="auto">
          <a:xfrm>
            <a:off x="4132262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1524"/>
          <p:cNvSpPr>
            <a:spLocks noChangeArrowheads="1"/>
          </p:cNvSpPr>
          <p:nvPr/>
        </p:nvSpPr>
        <p:spPr bwMode="auto">
          <a:xfrm>
            <a:off x="431482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525"/>
          <p:cNvSpPr>
            <a:spLocks noEditPoints="1"/>
          </p:cNvSpPr>
          <p:nvPr/>
        </p:nvSpPr>
        <p:spPr bwMode="auto">
          <a:xfrm>
            <a:off x="431165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1526"/>
          <p:cNvSpPr>
            <a:spLocks noChangeArrowheads="1"/>
          </p:cNvSpPr>
          <p:nvPr/>
        </p:nvSpPr>
        <p:spPr bwMode="auto">
          <a:xfrm>
            <a:off x="449421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527"/>
          <p:cNvSpPr>
            <a:spLocks noEditPoints="1"/>
          </p:cNvSpPr>
          <p:nvPr/>
        </p:nvSpPr>
        <p:spPr bwMode="auto">
          <a:xfrm>
            <a:off x="449262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Oval 1528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529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Oval 1530"/>
          <p:cNvSpPr>
            <a:spLocks noChangeArrowheads="1"/>
          </p:cNvSpPr>
          <p:nvPr/>
        </p:nvSpPr>
        <p:spPr bwMode="auto">
          <a:xfrm>
            <a:off x="485457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531"/>
          <p:cNvSpPr>
            <a:spLocks noEditPoints="1"/>
          </p:cNvSpPr>
          <p:nvPr/>
        </p:nvSpPr>
        <p:spPr bwMode="auto">
          <a:xfrm>
            <a:off x="485140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Oval 1532"/>
          <p:cNvSpPr>
            <a:spLocks noChangeArrowheads="1"/>
          </p:cNvSpPr>
          <p:nvPr/>
        </p:nvSpPr>
        <p:spPr bwMode="auto">
          <a:xfrm>
            <a:off x="5033963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533"/>
          <p:cNvSpPr>
            <a:spLocks noEditPoints="1"/>
          </p:cNvSpPr>
          <p:nvPr/>
        </p:nvSpPr>
        <p:spPr bwMode="auto">
          <a:xfrm>
            <a:off x="503237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Oval 1534"/>
          <p:cNvSpPr>
            <a:spLocks noChangeArrowheads="1"/>
          </p:cNvSpPr>
          <p:nvPr/>
        </p:nvSpPr>
        <p:spPr bwMode="auto">
          <a:xfrm>
            <a:off x="5214938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535"/>
          <p:cNvSpPr>
            <a:spLocks noEditPoints="1"/>
          </p:cNvSpPr>
          <p:nvPr/>
        </p:nvSpPr>
        <p:spPr bwMode="auto">
          <a:xfrm>
            <a:off x="5211763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Oval 1536"/>
          <p:cNvSpPr>
            <a:spLocks noChangeArrowheads="1"/>
          </p:cNvSpPr>
          <p:nvPr/>
        </p:nvSpPr>
        <p:spPr bwMode="auto">
          <a:xfrm>
            <a:off x="5394325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537"/>
          <p:cNvSpPr>
            <a:spLocks noEditPoints="1"/>
          </p:cNvSpPr>
          <p:nvPr/>
        </p:nvSpPr>
        <p:spPr bwMode="auto">
          <a:xfrm>
            <a:off x="5392738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Oval 1538"/>
          <p:cNvSpPr>
            <a:spLocks noChangeArrowheads="1"/>
          </p:cNvSpPr>
          <p:nvPr/>
        </p:nvSpPr>
        <p:spPr bwMode="auto">
          <a:xfrm>
            <a:off x="55753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539"/>
          <p:cNvSpPr>
            <a:spLocks noEditPoints="1"/>
          </p:cNvSpPr>
          <p:nvPr/>
        </p:nvSpPr>
        <p:spPr bwMode="auto">
          <a:xfrm>
            <a:off x="55721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Oval 1540"/>
          <p:cNvSpPr>
            <a:spLocks noChangeArrowheads="1"/>
          </p:cNvSpPr>
          <p:nvPr/>
        </p:nvSpPr>
        <p:spPr bwMode="auto">
          <a:xfrm>
            <a:off x="5754688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541"/>
          <p:cNvSpPr>
            <a:spLocks noEditPoints="1"/>
          </p:cNvSpPr>
          <p:nvPr/>
        </p:nvSpPr>
        <p:spPr bwMode="auto">
          <a:xfrm>
            <a:off x="57531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542"/>
          <p:cNvSpPr>
            <a:spLocks/>
          </p:cNvSpPr>
          <p:nvPr/>
        </p:nvSpPr>
        <p:spPr bwMode="auto">
          <a:xfrm>
            <a:off x="3625850" y="1498601"/>
            <a:ext cx="1620838" cy="2708275"/>
          </a:xfrm>
          <a:custGeom>
            <a:avLst/>
            <a:gdLst>
              <a:gd name="T0" fmla="*/ 1021 w 1021"/>
              <a:gd name="T1" fmla="*/ 1592 h 1706"/>
              <a:gd name="T2" fmla="*/ 454 w 1021"/>
              <a:gd name="T3" fmla="*/ 910 h 1706"/>
              <a:gd name="T4" fmla="*/ 908 w 1021"/>
              <a:gd name="T5" fmla="*/ 1365 h 1706"/>
              <a:gd name="T6" fmla="*/ 567 w 1021"/>
              <a:gd name="T7" fmla="*/ 1365 h 1706"/>
              <a:gd name="T8" fmla="*/ 567 w 1021"/>
              <a:gd name="T9" fmla="*/ 1706 h 1706"/>
              <a:gd name="T10" fmla="*/ 340 w 1021"/>
              <a:gd name="T11" fmla="*/ 1478 h 1706"/>
              <a:gd name="T12" fmla="*/ 340 w 1021"/>
              <a:gd name="T13" fmla="*/ 1706 h 1706"/>
              <a:gd name="T14" fmla="*/ 113 w 1021"/>
              <a:gd name="T15" fmla="*/ 1478 h 1706"/>
              <a:gd name="T16" fmla="*/ 340 w 1021"/>
              <a:gd name="T17" fmla="*/ 1251 h 1706"/>
              <a:gd name="T18" fmla="*/ 681 w 1021"/>
              <a:gd name="T19" fmla="*/ 910 h 1706"/>
              <a:gd name="T20" fmla="*/ 681 w 1021"/>
              <a:gd name="T21" fmla="*/ 1365 h 1706"/>
              <a:gd name="T22" fmla="*/ 681 w 1021"/>
              <a:gd name="T23" fmla="*/ 1023 h 1706"/>
              <a:gd name="T24" fmla="*/ 1021 w 1021"/>
              <a:gd name="T25" fmla="*/ 1365 h 1706"/>
              <a:gd name="T26" fmla="*/ 681 w 1021"/>
              <a:gd name="T27" fmla="*/ 1365 h 1706"/>
              <a:gd name="T28" fmla="*/ 681 w 1021"/>
              <a:gd name="T29" fmla="*/ 1706 h 1706"/>
              <a:gd name="T30" fmla="*/ 454 w 1021"/>
              <a:gd name="T31" fmla="*/ 1478 h 1706"/>
              <a:gd name="T32" fmla="*/ 681 w 1021"/>
              <a:gd name="T33" fmla="*/ 1478 h 1706"/>
              <a:gd name="T34" fmla="*/ 454 w 1021"/>
              <a:gd name="T35" fmla="*/ 1251 h 1706"/>
              <a:gd name="T36" fmla="*/ 794 w 1021"/>
              <a:gd name="T37" fmla="*/ 1592 h 1706"/>
              <a:gd name="T38" fmla="*/ 567 w 1021"/>
              <a:gd name="T39" fmla="*/ 1365 h 1706"/>
              <a:gd name="T40" fmla="*/ 227 w 1021"/>
              <a:gd name="T41" fmla="*/ 1023 h 1706"/>
              <a:gd name="T42" fmla="*/ 567 w 1021"/>
              <a:gd name="T43" fmla="*/ 682 h 1706"/>
              <a:gd name="T44" fmla="*/ 567 w 1021"/>
              <a:gd name="T45" fmla="*/ 228 h 1706"/>
              <a:gd name="T46" fmla="*/ 0 w 1021"/>
              <a:gd name="T47" fmla="*/ 228 h 1706"/>
              <a:gd name="T48" fmla="*/ 567 w 1021"/>
              <a:gd name="T49" fmla="*/ 796 h 1706"/>
              <a:gd name="T50" fmla="*/ 113 w 1021"/>
              <a:gd name="T51" fmla="*/ 341 h 1706"/>
              <a:gd name="T52" fmla="*/ 113 w 1021"/>
              <a:gd name="T53" fmla="*/ 910 h 1706"/>
              <a:gd name="T54" fmla="*/ 113 w 1021"/>
              <a:gd name="T55" fmla="*/ 455 h 1706"/>
              <a:gd name="T56" fmla="*/ 681 w 1021"/>
              <a:gd name="T57" fmla="*/ 1023 h 1706"/>
              <a:gd name="T58" fmla="*/ 340 w 1021"/>
              <a:gd name="T59" fmla="*/ 682 h 1706"/>
              <a:gd name="T60" fmla="*/ 794 w 1021"/>
              <a:gd name="T61" fmla="*/ 682 h 1706"/>
              <a:gd name="T62" fmla="*/ 340 w 1021"/>
              <a:gd name="T63" fmla="*/ 228 h 1706"/>
              <a:gd name="T64" fmla="*/ 908 w 1021"/>
              <a:gd name="T65" fmla="*/ 228 h 1706"/>
              <a:gd name="T66" fmla="*/ 908 w 1021"/>
              <a:gd name="T67" fmla="*/ 0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21" h="1706">
                <a:moveTo>
                  <a:pt x="1021" y="1592"/>
                </a:moveTo>
                <a:lnTo>
                  <a:pt x="454" y="910"/>
                </a:lnTo>
                <a:lnTo>
                  <a:pt x="908" y="1365"/>
                </a:lnTo>
                <a:lnTo>
                  <a:pt x="567" y="1365"/>
                </a:lnTo>
                <a:lnTo>
                  <a:pt x="567" y="1706"/>
                </a:lnTo>
                <a:lnTo>
                  <a:pt x="340" y="1478"/>
                </a:lnTo>
                <a:lnTo>
                  <a:pt x="340" y="1706"/>
                </a:lnTo>
                <a:lnTo>
                  <a:pt x="113" y="1478"/>
                </a:lnTo>
                <a:lnTo>
                  <a:pt x="340" y="1251"/>
                </a:lnTo>
                <a:lnTo>
                  <a:pt x="681" y="910"/>
                </a:lnTo>
                <a:lnTo>
                  <a:pt x="681" y="1365"/>
                </a:lnTo>
                <a:lnTo>
                  <a:pt x="681" y="1023"/>
                </a:lnTo>
                <a:lnTo>
                  <a:pt x="1021" y="1365"/>
                </a:lnTo>
                <a:lnTo>
                  <a:pt x="681" y="1365"/>
                </a:lnTo>
                <a:lnTo>
                  <a:pt x="681" y="1706"/>
                </a:lnTo>
                <a:lnTo>
                  <a:pt x="454" y="1478"/>
                </a:lnTo>
                <a:lnTo>
                  <a:pt x="681" y="1478"/>
                </a:lnTo>
                <a:lnTo>
                  <a:pt x="454" y="1251"/>
                </a:lnTo>
                <a:lnTo>
                  <a:pt x="794" y="1592"/>
                </a:lnTo>
                <a:lnTo>
                  <a:pt x="567" y="1365"/>
                </a:lnTo>
                <a:lnTo>
                  <a:pt x="227" y="1023"/>
                </a:lnTo>
                <a:lnTo>
                  <a:pt x="567" y="682"/>
                </a:lnTo>
                <a:lnTo>
                  <a:pt x="567" y="228"/>
                </a:lnTo>
                <a:lnTo>
                  <a:pt x="0" y="228"/>
                </a:lnTo>
                <a:lnTo>
                  <a:pt x="567" y="796"/>
                </a:lnTo>
                <a:lnTo>
                  <a:pt x="113" y="341"/>
                </a:lnTo>
                <a:lnTo>
                  <a:pt x="113" y="910"/>
                </a:lnTo>
                <a:lnTo>
                  <a:pt x="113" y="455"/>
                </a:lnTo>
                <a:lnTo>
                  <a:pt x="681" y="1023"/>
                </a:lnTo>
                <a:lnTo>
                  <a:pt x="340" y="682"/>
                </a:lnTo>
                <a:lnTo>
                  <a:pt x="794" y="682"/>
                </a:lnTo>
                <a:lnTo>
                  <a:pt x="340" y="228"/>
                </a:lnTo>
                <a:lnTo>
                  <a:pt x="908" y="228"/>
                </a:lnTo>
                <a:lnTo>
                  <a:pt x="908" y="0"/>
                </a:lnTo>
              </a:path>
            </a:pathLst>
          </a:custGeom>
          <a:noFill/>
          <a:ln w="28575" cap="flat">
            <a:solidFill>
              <a:srgbClr val="99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Oval 1543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544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Oval 1545"/>
          <p:cNvSpPr>
            <a:spLocks noChangeArrowheads="1"/>
          </p:cNvSpPr>
          <p:nvPr/>
        </p:nvSpPr>
        <p:spPr bwMode="auto">
          <a:xfrm>
            <a:off x="4316412" y="29130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46"/>
          <p:cNvSpPr>
            <a:spLocks noEditPoints="1"/>
          </p:cNvSpPr>
          <p:nvPr/>
        </p:nvSpPr>
        <p:spPr bwMode="auto">
          <a:xfrm>
            <a:off x="4302125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Oval 1547"/>
          <p:cNvSpPr>
            <a:spLocks noChangeArrowheads="1"/>
          </p:cNvSpPr>
          <p:nvPr/>
        </p:nvSpPr>
        <p:spPr bwMode="auto">
          <a:xfrm>
            <a:off x="5037138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48"/>
          <p:cNvSpPr>
            <a:spLocks noEditPoints="1"/>
          </p:cNvSpPr>
          <p:nvPr/>
        </p:nvSpPr>
        <p:spPr bwMode="auto">
          <a:xfrm>
            <a:off x="5022850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Oval 1549"/>
          <p:cNvSpPr>
            <a:spLocks noChangeArrowheads="1"/>
          </p:cNvSpPr>
          <p:nvPr/>
        </p:nvSpPr>
        <p:spPr bwMode="auto">
          <a:xfrm>
            <a:off x="4497387" y="3635376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0"/>
          <p:cNvSpPr>
            <a:spLocks noEditPoints="1"/>
          </p:cNvSpPr>
          <p:nvPr/>
        </p:nvSpPr>
        <p:spPr bwMode="auto">
          <a:xfrm>
            <a:off x="4481512" y="362108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Oval 1551"/>
          <p:cNvSpPr>
            <a:spLocks noChangeArrowheads="1"/>
          </p:cNvSpPr>
          <p:nvPr/>
        </p:nvSpPr>
        <p:spPr bwMode="auto">
          <a:xfrm>
            <a:off x="4497387" y="4176713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52"/>
          <p:cNvSpPr>
            <a:spLocks noEditPoints="1"/>
          </p:cNvSpPr>
          <p:nvPr/>
        </p:nvSpPr>
        <p:spPr bwMode="auto">
          <a:xfrm>
            <a:off x="4481512" y="41624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Oval 1553"/>
          <p:cNvSpPr>
            <a:spLocks noChangeArrowheads="1"/>
          </p:cNvSpPr>
          <p:nvPr/>
        </p:nvSpPr>
        <p:spPr bwMode="auto">
          <a:xfrm>
            <a:off x="4137025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54"/>
          <p:cNvSpPr>
            <a:spLocks noEditPoints="1"/>
          </p:cNvSpPr>
          <p:nvPr/>
        </p:nvSpPr>
        <p:spPr bwMode="auto">
          <a:xfrm>
            <a:off x="4122737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Oval 1555"/>
          <p:cNvSpPr>
            <a:spLocks noChangeArrowheads="1"/>
          </p:cNvSpPr>
          <p:nvPr/>
        </p:nvSpPr>
        <p:spPr bwMode="auto">
          <a:xfrm>
            <a:off x="4137025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556"/>
          <p:cNvSpPr>
            <a:spLocks noEditPoints="1"/>
          </p:cNvSpPr>
          <p:nvPr/>
        </p:nvSpPr>
        <p:spPr bwMode="auto">
          <a:xfrm>
            <a:off x="4122737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Oval 1557"/>
          <p:cNvSpPr>
            <a:spLocks noChangeArrowheads="1"/>
          </p:cNvSpPr>
          <p:nvPr/>
        </p:nvSpPr>
        <p:spPr bwMode="auto">
          <a:xfrm>
            <a:off x="3776662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558"/>
          <p:cNvSpPr>
            <a:spLocks noEditPoints="1"/>
          </p:cNvSpPr>
          <p:nvPr/>
        </p:nvSpPr>
        <p:spPr bwMode="auto">
          <a:xfrm>
            <a:off x="3762375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Oval 1559"/>
          <p:cNvSpPr>
            <a:spLocks noChangeArrowheads="1"/>
          </p:cNvSpPr>
          <p:nvPr/>
        </p:nvSpPr>
        <p:spPr bwMode="auto">
          <a:xfrm>
            <a:off x="413702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560"/>
          <p:cNvSpPr>
            <a:spLocks noEditPoints="1"/>
          </p:cNvSpPr>
          <p:nvPr/>
        </p:nvSpPr>
        <p:spPr bwMode="auto">
          <a:xfrm>
            <a:off x="4122737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Oval 1561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562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Oval 1563"/>
          <p:cNvSpPr>
            <a:spLocks noChangeArrowheads="1"/>
          </p:cNvSpPr>
          <p:nvPr/>
        </p:nvSpPr>
        <p:spPr bwMode="auto">
          <a:xfrm>
            <a:off x="4676775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564"/>
          <p:cNvSpPr>
            <a:spLocks noEditPoints="1"/>
          </p:cNvSpPr>
          <p:nvPr/>
        </p:nvSpPr>
        <p:spPr bwMode="auto">
          <a:xfrm>
            <a:off x="4662488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Oval 1565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566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Oval 1567"/>
          <p:cNvSpPr>
            <a:spLocks noChangeArrowheads="1"/>
          </p:cNvSpPr>
          <p:nvPr/>
        </p:nvSpPr>
        <p:spPr bwMode="auto">
          <a:xfrm>
            <a:off x="5216525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568"/>
          <p:cNvSpPr>
            <a:spLocks noEditPoints="1"/>
          </p:cNvSpPr>
          <p:nvPr/>
        </p:nvSpPr>
        <p:spPr bwMode="auto">
          <a:xfrm>
            <a:off x="5202238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Oval 1569"/>
          <p:cNvSpPr>
            <a:spLocks noChangeArrowheads="1"/>
          </p:cNvSpPr>
          <p:nvPr/>
        </p:nvSpPr>
        <p:spPr bwMode="auto">
          <a:xfrm>
            <a:off x="4676775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570"/>
          <p:cNvSpPr>
            <a:spLocks noEditPoints="1"/>
          </p:cNvSpPr>
          <p:nvPr/>
        </p:nvSpPr>
        <p:spPr bwMode="auto">
          <a:xfrm>
            <a:off x="4662488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Oval 1571"/>
          <p:cNvSpPr>
            <a:spLocks noChangeArrowheads="1"/>
          </p:cNvSpPr>
          <p:nvPr/>
        </p:nvSpPr>
        <p:spPr bwMode="auto">
          <a:xfrm>
            <a:off x="4676775" y="41767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572"/>
          <p:cNvSpPr>
            <a:spLocks noEditPoints="1"/>
          </p:cNvSpPr>
          <p:nvPr/>
        </p:nvSpPr>
        <p:spPr bwMode="auto">
          <a:xfrm>
            <a:off x="4662488" y="41624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Oval 1573"/>
          <p:cNvSpPr>
            <a:spLocks noChangeArrowheads="1"/>
          </p:cNvSpPr>
          <p:nvPr/>
        </p:nvSpPr>
        <p:spPr bwMode="auto">
          <a:xfrm>
            <a:off x="4316412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574"/>
          <p:cNvSpPr>
            <a:spLocks noEditPoints="1"/>
          </p:cNvSpPr>
          <p:nvPr/>
        </p:nvSpPr>
        <p:spPr bwMode="auto">
          <a:xfrm>
            <a:off x="4302125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Oval 1575"/>
          <p:cNvSpPr>
            <a:spLocks noChangeArrowheads="1"/>
          </p:cNvSpPr>
          <p:nvPr/>
        </p:nvSpPr>
        <p:spPr bwMode="auto">
          <a:xfrm>
            <a:off x="4676775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576"/>
          <p:cNvSpPr>
            <a:spLocks noEditPoints="1"/>
          </p:cNvSpPr>
          <p:nvPr/>
        </p:nvSpPr>
        <p:spPr bwMode="auto">
          <a:xfrm>
            <a:off x="4662488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Oval 1577"/>
          <p:cNvSpPr>
            <a:spLocks noChangeArrowheads="1"/>
          </p:cNvSpPr>
          <p:nvPr/>
        </p:nvSpPr>
        <p:spPr bwMode="auto">
          <a:xfrm>
            <a:off x="4316412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578"/>
          <p:cNvSpPr>
            <a:spLocks noEditPoints="1"/>
          </p:cNvSpPr>
          <p:nvPr/>
        </p:nvSpPr>
        <p:spPr bwMode="auto">
          <a:xfrm>
            <a:off x="4302125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Oval 1579"/>
          <p:cNvSpPr>
            <a:spLocks noChangeArrowheads="1"/>
          </p:cNvSpPr>
          <p:nvPr/>
        </p:nvSpPr>
        <p:spPr bwMode="auto">
          <a:xfrm>
            <a:off x="4856163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580"/>
          <p:cNvSpPr>
            <a:spLocks noEditPoints="1"/>
          </p:cNvSpPr>
          <p:nvPr/>
        </p:nvSpPr>
        <p:spPr bwMode="auto">
          <a:xfrm>
            <a:off x="4841875" y="39814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Oval 1581"/>
          <p:cNvSpPr>
            <a:spLocks noChangeArrowheads="1"/>
          </p:cNvSpPr>
          <p:nvPr/>
        </p:nvSpPr>
        <p:spPr bwMode="auto">
          <a:xfrm>
            <a:off x="4497387" y="3635376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582"/>
          <p:cNvSpPr>
            <a:spLocks noEditPoints="1"/>
          </p:cNvSpPr>
          <p:nvPr/>
        </p:nvSpPr>
        <p:spPr bwMode="auto">
          <a:xfrm>
            <a:off x="4481512" y="362108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Oval 1583"/>
          <p:cNvSpPr>
            <a:spLocks noChangeArrowheads="1"/>
          </p:cNvSpPr>
          <p:nvPr/>
        </p:nvSpPr>
        <p:spPr bwMode="auto">
          <a:xfrm>
            <a:off x="3956050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584"/>
          <p:cNvSpPr>
            <a:spLocks noEditPoints="1"/>
          </p:cNvSpPr>
          <p:nvPr/>
        </p:nvSpPr>
        <p:spPr bwMode="auto">
          <a:xfrm>
            <a:off x="3941762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Oval 1585"/>
          <p:cNvSpPr>
            <a:spLocks noChangeArrowheads="1"/>
          </p:cNvSpPr>
          <p:nvPr/>
        </p:nvSpPr>
        <p:spPr bwMode="auto">
          <a:xfrm>
            <a:off x="4497387" y="2552701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586"/>
          <p:cNvSpPr>
            <a:spLocks noEditPoints="1"/>
          </p:cNvSpPr>
          <p:nvPr/>
        </p:nvSpPr>
        <p:spPr bwMode="auto">
          <a:xfrm>
            <a:off x="4481512" y="2536826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Oval 1587"/>
          <p:cNvSpPr>
            <a:spLocks noChangeArrowheads="1"/>
          </p:cNvSpPr>
          <p:nvPr/>
        </p:nvSpPr>
        <p:spPr bwMode="auto">
          <a:xfrm>
            <a:off x="4497387" y="1830388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588"/>
          <p:cNvSpPr>
            <a:spLocks noEditPoints="1"/>
          </p:cNvSpPr>
          <p:nvPr/>
        </p:nvSpPr>
        <p:spPr bwMode="auto">
          <a:xfrm>
            <a:off x="4481512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Oval 1589"/>
          <p:cNvSpPr>
            <a:spLocks noChangeArrowheads="1"/>
          </p:cNvSpPr>
          <p:nvPr/>
        </p:nvSpPr>
        <p:spPr bwMode="auto">
          <a:xfrm>
            <a:off x="3595687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590"/>
          <p:cNvSpPr>
            <a:spLocks noEditPoints="1"/>
          </p:cNvSpPr>
          <p:nvPr/>
        </p:nvSpPr>
        <p:spPr bwMode="auto">
          <a:xfrm>
            <a:off x="3581400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Oval 1591"/>
          <p:cNvSpPr>
            <a:spLocks noChangeArrowheads="1"/>
          </p:cNvSpPr>
          <p:nvPr/>
        </p:nvSpPr>
        <p:spPr bwMode="auto">
          <a:xfrm>
            <a:off x="4497387" y="2733676"/>
            <a:ext cx="57150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592"/>
          <p:cNvSpPr>
            <a:spLocks noEditPoints="1"/>
          </p:cNvSpPr>
          <p:nvPr/>
        </p:nvSpPr>
        <p:spPr bwMode="auto">
          <a:xfrm>
            <a:off x="4481512" y="271780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Oval 1593"/>
          <p:cNvSpPr>
            <a:spLocks noChangeArrowheads="1"/>
          </p:cNvSpPr>
          <p:nvPr/>
        </p:nvSpPr>
        <p:spPr bwMode="auto">
          <a:xfrm>
            <a:off x="3776662" y="20113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594"/>
          <p:cNvSpPr>
            <a:spLocks noEditPoints="1"/>
          </p:cNvSpPr>
          <p:nvPr/>
        </p:nvSpPr>
        <p:spPr bwMode="auto">
          <a:xfrm>
            <a:off x="3762375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Oval 1595"/>
          <p:cNvSpPr>
            <a:spLocks noChangeArrowheads="1"/>
          </p:cNvSpPr>
          <p:nvPr/>
        </p:nvSpPr>
        <p:spPr bwMode="auto">
          <a:xfrm>
            <a:off x="3776662" y="29130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1596"/>
          <p:cNvSpPr>
            <a:spLocks noEditPoints="1"/>
          </p:cNvSpPr>
          <p:nvPr/>
        </p:nvSpPr>
        <p:spPr bwMode="auto">
          <a:xfrm>
            <a:off x="3762375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Oval 1597"/>
          <p:cNvSpPr>
            <a:spLocks noChangeArrowheads="1"/>
          </p:cNvSpPr>
          <p:nvPr/>
        </p:nvSpPr>
        <p:spPr bwMode="auto">
          <a:xfrm>
            <a:off x="3776662" y="21907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1598"/>
          <p:cNvSpPr>
            <a:spLocks noEditPoints="1"/>
          </p:cNvSpPr>
          <p:nvPr/>
        </p:nvSpPr>
        <p:spPr bwMode="auto">
          <a:xfrm>
            <a:off x="3762375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Oval 1599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1600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Oval 1601"/>
          <p:cNvSpPr>
            <a:spLocks noChangeArrowheads="1"/>
          </p:cNvSpPr>
          <p:nvPr/>
        </p:nvSpPr>
        <p:spPr bwMode="auto">
          <a:xfrm>
            <a:off x="4137025" y="25527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Freeform 1602"/>
          <p:cNvSpPr>
            <a:spLocks noEditPoints="1"/>
          </p:cNvSpPr>
          <p:nvPr/>
        </p:nvSpPr>
        <p:spPr bwMode="auto">
          <a:xfrm>
            <a:off x="4122737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Oval 1603"/>
          <p:cNvSpPr>
            <a:spLocks noChangeArrowheads="1"/>
          </p:cNvSpPr>
          <p:nvPr/>
        </p:nvSpPr>
        <p:spPr bwMode="auto">
          <a:xfrm>
            <a:off x="4856163" y="25527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Freeform 1604"/>
          <p:cNvSpPr>
            <a:spLocks noEditPoints="1"/>
          </p:cNvSpPr>
          <p:nvPr/>
        </p:nvSpPr>
        <p:spPr bwMode="auto">
          <a:xfrm>
            <a:off x="4841875" y="2536826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Oval 1605"/>
          <p:cNvSpPr>
            <a:spLocks noChangeArrowheads="1"/>
          </p:cNvSpPr>
          <p:nvPr/>
        </p:nvSpPr>
        <p:spPr bwMode="auto">
          <a:xfrm>
            <a:off x="4137025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Freeform 1606"/>
          <p:cNvSpPr>
            <a:spLocks noEditPoints="1"/>
          </p:cNvSpPr>
          <p:nvPr/>
        </p:nvSpPr>
        <p:spPr bwMode="auto">
          <a:xfrm>
            <a:off x="4122737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Oval 1607"/>
          <p:cNvSpPr>
            <a:spLocks noChangeArrowheads="1"/>
          </p:cNvSpPr>
          <p:nvPr/>
        </p:nvSpPr>
        <p:spPr bwMode="auto">
          <a:xfrm>
            <a:off x="5037138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Freeform 1608"/>
          <p:cNvSpPr>
            <a:spLocks noEditPoints="1"/>
          </p:cNvSpPr>
          <p:nvPr/>
        </p:nvSpPr>
        <p:spPr bwMode="auto">
          <a:xfrm>
            <a:off x="5022850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Oval 1609"/>
          <p:cNvSpPr>
            <a:spLocks noChangeArrowheads="1"/>
          </p:cNvSpPr>
          <p:nvPr/>
        </p:nvSpPr>
        <p:spPr bwMode="auto">
          <a:xfrm>
            <a:off x="5037138" y="14700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Freeform 1610"/>
          <p:cNvSpPr>
            <a:spLocks noEditPoints="1"/>
          </p:cNvSpPr>
          <p:nvPr/>
        </p:nvSpPr>
        <p:spPr bwMode="auto">
          <a:xfrm>
            <a:off x="5022850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3" name="TextBox 1612"/>
          <p:cNvSpPr txBox="1"/>
          <p:nvPr/>
        </p:nvSpPr>
        <p:spPr>
          <a:xfrm>
            <a:off x="4206241" y="574766"/>
            <a:ext cx="9973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Kinesis 2</a:t>
            </a:r>
            <a:endParaRPr lang="en-US" dirty="0"/>
          </a:p>
        </p:txBody>
      </p:sp>
      <p:sp>
        <p:nvSpPr>
          <p:cNvPr id="1615" name="TextBox 1614"/>
          <p:cNvSpPr txBox="1"/>
          <p:nvPr/>
        </p:nvSpPr>
        <p:spPr>
          <a:xfrm>
            <a:off x="0" y="1276538"/>
            <a:ext cx="305101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Video is of 20 students’ results from Kinesis condition 2.</a:t>
            </a:r>
          </a:p>
          <a:p>
            <a:endParaRPr lang="en-US" dirty="0"/>
          </a:p>
          <a:p>
            <a:r>
              <a:rPr lang="en-US" dirty="0" smtClean="0"/>
              <a:t>Paths speed up as they approach the goal, and there is goal-ward motion as seen by slight bias near goal.</a:t>
            </a:r>
          </a:p>
          <a:p>
            <a:endParaRPr lang="en-US" dirty="0"/>
          </a:p>
          <a:p>
            <a:r>
              <a:rPr lang="en-US" dirty="0" smtClean="0"/>
              <a:t>Is this more efficient than getting </a:t>
            </a:r>
            <a:r>
              <a:rPr lang="en-US" dirty="0" smtClean="0"/>
              <a:t>slow</a:t>
            </a:r>
            <a:r>
              <a:rPr lang="en-US" dirty="0" smtClean="0"/>
              <a:t>er as you approach the goal, or less efficient?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979414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05"/>
          <p:cNvGrpSpPr>
            <a:grpSpLocks/>
          </p:cNvGrpSpPr>
          <p:nvPr/>
        </p:nvGrpSpPr>
        <p:grpSpPr bwMode="auto">
          <a:xfrm>
            <a:off x="3443287" y="1408113"/>
            <a:ext cx="2622550" cy="3887788"/>
            <a:chOff x="2169" y="887"/>
            <a:chExt cx="1652" cy="2449"/>
          </a:xfrm>
        </p:grpSpPr>
        <p:sp>
          <p:nvSpPr>
            <p:cNvPr id="1768" name="Rectangle 5"/>
            <p:cNvSpPr>
              <a:spLocks noChangeArrowheads="1"/>
            </p:cNvSpPr>
            <p:nvPr/>
          </p:nvSpPr>
          <p:spPr bwMode="auto">
            <a:xfrm>
              <a:off x="2170" y="887"/>
              <a:ext cx="1645" cy="24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Rectangle 6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7"/>
            <p:cNvSpPr>
              <a:spLocks noEditPoints="1"/>
            </p:cNvSpPr>
            <p:nvPr/>
          </p:nvSpPr>
          <p:spPr bwMode="auto">
            <a:xfrm>
              <a:off x="216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Rectangle 8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Rectangle 9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0"/>
            <p:cNvSpPr>
              <a:spLocks noEditPoints="1"/>
            </p:cNvSpPr>
            <p:nvPr/>
          </p:nvSpPr>
          <p:spPr bwMode="auto">
            <a:xfrm>
              <a:off x="222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Rectangle 11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Rectangle 12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3"/>
            <p:cNvSpPr>
              <a:spLocks noEditPoints="1"/>
            </p:cNvSpPr>
            <p:nvPr/>
          </p:nvSpPr>
          <p:spPr bwMode="auto">
            <a:xfrm>
              <a:off x="2282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Rectangle 14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Rectangle 15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6"/>
            <p:cNvSpPr>
              <a:spLocks noEditPoints="1"/>
            </p:cNvSpPr>
            <p:nvPr/>
          </p:nvSpPr>
          <p:spPr bwMode="auto">
            <a:xfrm>
              <a:off x="233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Rectangle 17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Rectangle 18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9"/>
            <p:cNvSpPr>
              <a:spLocks noEditPoints="1"/>
            </p:cNvSpPr>
            <p:nvPr/>
          </p:nvSpPr>
          <p:spPr bwMode="auto">
            <a:xfrm>
              <a:off x="239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Rectangle 20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Rectangle 21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22"/>
            <p:cNvSpPr>
              <a:spLocks noEditPoints="1"/>
            </p:cNvSpPr>
            <p:nvPr/>
          </p:nvSpPr>
          <p:spPr bwMode="auto">
            <a:xfrm>
              <a:off x="2453" y="892"/>
              <a:ext cx="2" cy="2440"/>
            </a:xfrm>
            <a:custGeom>
              <a:avLst/>
              <a:gdLst>
                <a:gd name="T0" fmla="*/ 2 w 2"/>
                <a:gd name="T1" fmla="*/ 2384 h 2440"/>
                <a:gd name="T2" fmla="*/ 2 w 2"/>
                <a:gd name="T3" fmla="*/ 2343 h 2440"/>
                <a:gd name="T4" fmla="*/ 0 w 2"/>
                <a:gd name="T5" fmla="*/ 2306 h 2440"/>
                <a:gd name="T6" fmla="*/ 0 w 2"/>
                <a:gd name="T7" fmla="*/ 2274 h 2440"/>
                <a:gd name="T8" fmla="*/ 2 w 2"/>
                <a:gd name="T9" fmla="*/ 2237 h 2440"/>
                <a:gd name="T10" fmla="*/ 2 w 2"/>
                <a:gd name="T11" fmla="*/ 2181 h 2440"/>
                <a:gd name="T12" fmla="*/ 2 w 2"/>
                <a:gd name="T13" fmla="*/ 2140 h 2440"/>
                <a:gd name="T14" fmla="*/ 0 w 2"/>
                <a:gd name="T15" fmla="*/ 2103 h 2440"/>
                <a:gd name="T16" fmla="*/ 0 w 2"/>
                <a:gd name="T17" fmla="*/ 2071 h 2440"/>
                <a:gd name="T18" fmla="*/ 2 w 2"/>
                <a:gd name="T19" fmla="*/ 2034 h 2440"/>
                <a:gd name="T20" fmla="*/ 2 w 2"/>
                <a:gd name="T21" fmla="*/ 1978 h 2440"/>
                <a:gd name="T22" fmla="*/ 2 w 2"/>
                <a:gd name="T23" fmla="*/ 1937 h 2440"/>
                <a:gd name="T24" fmla="*/ 0 w 2"/>
                <a:gd name="T25" fmla="*/ 1900 h 2440"/>
                <a:gd name="T26" fmla="*/ 0 w 2"/>
                <a:gd name="T27" fmla="*/ 1868 h 2440"/>
                <a:gd name="T28" fmla="*/ 2 w 2"/>
                <a:gd name="T29" fmla="*/ 1831 h 2440"/>
                <a:gd name="T30" fmla="*/ 2 w 2"/>
                <a:gd name="T31" fmla="*/ 1775 h 2440"/>
                <a:gd name="T32" fmla="*/ 2 w 2"/>
                <a:gd name="T33" fmla="*/ 1734 h 2440"/>
                <a:gd name="T34" fmla="*/ 0 w 2"/>
                <a:gd name="T35" fmla="*/ 1697 h 2440"/>
                <a:gd name="T36" fmla="*/ 0 w 2"/>
                <a:gd name="T37" fmla="*/ 1665 h 2440"/>
                <a:gd name="T38" fmla="*/ 2 w 2"/>
                <a:gd name="T39" fmla="*/ 1628 h 2440"/>
                <a:gd name="T40" fmla="*/ 2 w 2"/>
                <a:gd name="T41" fmla="*/ 1572 h 2440"/>
                <a:gd name="T42" fmla="*/ 2 w 2"/>
                <a:gd name="T43" fmla="*/ 1531 h 2440"/>
                <a:gd name="T44" fmla="*/ 0 w 2"/>
                <a:gd name="T45" fmla="*/ 1494 h 2440"/>
                <a:gd name="T46" fmla="*/ 0 w 2"/>
                <a:gd name="T47" fmla="*/ 1462 h 2440"/>
                <a:gd name="T48" fmla="*/ 2 w 2"/>
                <a:gd name="T49" fmla="*/ 1425 h 2440"/>
                <a:gd name="T50" fmla="*/ 2 w 2"/>
                <a:gd name="T51" fmla="*/ 1370 h 2440"/>
                <a:gd name="T52" fmla="*/ 2 w 2"/>
                <a:gd name="T53" fmla="*/ 1328 h 2440"/>
                <a:gd name="T54" fmla="*/ 0 w 2"/>
                <a:gd name="T55" fmla="*/ 1291 h 2440"/>
                <a:gd name="T56" fmla="*/ 0 w 2"/>
                <a:gd name="T57" fmla="*/ 1259 h 2440"/>
                <a:gd name="T58" fmla="*/ 2 w 2"/>
                <a:gd name="T59" fmla="*/ 1222 h 2440"/>
                <a:gd name="T60" fmla="*/ 2 w 2"/>
                <a:gd name="T61" fmla="*/ 1167 h 2440"/>
                <a:gd name="T62" fmla="*/ 2 w 2"/>
                <a:gd name="T63" fmla="*/ 1125 h 2440"/>
                <a:gd name="T64" fmla="*/ 0 w 2"/>
                <a:gd name="T65" fmla="*/ 1088 h 2440"/>
                <a:gd name="T66" fmla="*/ 0 w 2"/>
                <a:gd name="T67" fmla="*/ 1056 h 2440"/>
                <a:gd name="T68" fmla="*/ 2 w 2"/>
                <a:gd name="T69" fmla="*/ 1019 h 2440"/>
                <a:gd name="T70" fmla="*/ 2 w 2"/>
                <a:gd name="T71" fmla="*/ 964 h 2440"/>
                <a:gd name="T72" fmla="*/ 2 w 2"/>
                <a:gd name="T73" fmla="*/ 922 h 2440"/>
                <a:gd name="T74" fmla="*/ 0 w 2"/>
                <a:gd name="T75" fmla="*/ 885 h 2440"/>
                <a:gd name="T76" fmla="*/ 0 w 2"/>
                <a:gd name="T77" fmla="*/ 853 h 2440"/>
                <a:gd name="T78" fmla="*/ 2 w 2"/>
                <a:gd name="T79" fmla="*/ 816 h 2440"/>
                <a:gd name="T80" fmla="*/ 2 w 2"/>
                <a:gd name="T81" fmla="*/ 761 h 2440"/>
                <a:gd name="T82" fmla="*/ 2 w 2"/>
                <a:gd name="T83" fmla="*/ 719 h 2440"/>
                <a:gd name="T84" fmla="*/ 0 w 2"/>
                <a:gd name="T85" fmla="*/ 682 h 2440"/>
                <a:gd name="T86" fmla="*/ 0 w 2"/>
                <a:gd name="T87" fmla="*/ 650 h 2440"/>
                <a:gd name="T88" fmla="*/ 2 w 2"/>
                <a:gd name="T89" fmla="*/ 613 h 2440"/>
                <a:gd name="T90" fmla="*/ 2 w 2"/>
                <a:gd name="T91" fmla="*/ 558 h 2440"/>
                <a:gd name="T92" fmla="*/ 2 w 2"/>
                <a:gd name="T93" fmla="*/ 516 h 2440"/>
                <a:gd name="T94" fmla="*/ 0 w 2"/>
                <a:gd name="T95" fmla="*/ 479 h 2440"/>
                <a:gd name="T96" fmla="*/ 0 w 2"/>
                <a:gd name="T97" fmla="*/ 447 h 2440"/>
                <a:gd name="T98" fmla="*/ 2 w 2"/>
                <a:gd name="T99" fmla="*/ 410 h 2440"/>
                <a:gd name="T100" fmla="*/ 2 w 2"/>
                <a:gd name="T101" fmla="*/ 355 h 2440"/>
                <a:gd name="T102" fmla="*/ 2 w 2"/>
                <a:gd name="T103" fmla="*/ 313 h 2440"/>
                <a:gd name="T104" fmla="*/ 0 w 2"/>
                <a:gd name="T105" fmla="*/ 276 h 2440"/>
                <a:gd name="T106" fmla="*/ 0 w 2"/>
                <a:gd name="T107" fmla="*/ 244 h 2440"/>
                <a:gd name="T108" fmla="*/ 2 w 2"/>
                <a:gd name="T109" fmla="*/ 207 h 2440"/>
                <a:gd name="T110" fmla="*/ 2 w 2"/>
                <a:gd name="T111" fmla="*/ 152 h 2440"/>
                <a:gd name="T112" fmla="*/ 2 w 2"/>
                <a:gd name="T113" fmla="*/ 110 h 2440"/>
                <a:gd name="T114" fmla="*/ 0 w 2"/>
                <a:gd name="T115" fmla="*/ 73 h 2440"/>
                <a:gd name="T116" fmla="*/ 0 w 2"/>
                <a:gd name="T117" fmla="*/ 41 h 2440"/>
                <a:gd name="T118" fmla="*/ 2 w 2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" h="2440">
                  <a:moveTo>
                    <a:pt x="2" y="2421"/>
                  </a:moveTo>
                  <a:lnTo>
                    <a:pt x="2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2" y="2421"/>
                  </a:lnTo>
                  <a:close/>
                  <a:moveTo>
                    <a:pt x="2" y="2403"/>
                  </a:moveTo>
                  <a:lnTo>
                    <a:pt x="2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2" y="2403"/>
                  </a:lnTo>
                  <a:close/>
                  <a:moveTo>
                    <a:pt x="2" y="2384"/>
                  </a:moveTo>
                  <a:lnTo>
                    <a:pt x="2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2" y="2384"/>
                  </a:lnTo>
                  <a:close/>
                  <a:moveTo>
                    <a:pt x="2" y="2366"/>
                  </a:moveTo>
                  <a:lnTo>
                    <a:pt x="2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2" y="2366"/>
                  </a:lnTo>
                  <a:close/>
                  <a:moveTo>
                    <a:pt x="2" y="2347"/>
                  </a:moveTo>
                  <a:lnTo>
                    <a:pt x="2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2" y="2347"/>
                  </a:lnTo>
                  <a:close/>
                  <a:moveTo>
                    <a:pt x="2" y="2329"/>
                  </a:moveTo>
                  <a:lnTo>
                    <a:pt x="2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2" y="2329"/>
                  </a:lnTo>
                  <a:close/>
                  <a:moveTo>
                    <a:pt x="2" y="2310"/>
                  </a:moveTo>
                  <a:lnTo>
                    <a:pt x="2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2" y="2310"/>
                  </a:lnTo>
                  <a:close/>
                  <a:moveTo>
                    <a:pt x="2" y="2292"/>
                  </a:moveTo>
                  <a:lnTo>
                    <a:pt x="2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2" y="2292"/>
                  </a:lnTo>
                  <a:close/>
                  <a:moveTo>
                    <a:pt x="2" y="2274"/>
                  </a:moveTo>
                  <a:lnTo>
                    <a:pt x="2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2" y="2274"/>
                  </a:lnTo>
                  <a:close/>
                  <a:moveTo>
                    <a:pt x="2" y="2255"/>
                  </a:moveTo>
                  <a:lnTo>
                    <a:pt x="2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2" y="2255"/>
                  </a:lnTo>
                  <a:close/>
                  <a:moveTo>
                    <a:pt x="2" y="2237"/>
                  </a:moveTo>
                  <a:lnTo>
                    <a:pt x="2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2" y="2237"/>
                  </a:lnTo>
                  <a:close/>
                  <a:moveTo>
                    <a:pt x="2" y="2218"/>
                  </a:moveTo>
                  <a:lnTo>
                    <a:pt x="2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2" y="2218"/>
                  </a:lnTo>
                  <a:close/>
                  <a:moveTo>
                    <a:pt x="2" y="2200"/>
                  </a:moveTo>
                  <a:lnTo>
                    <a:pt x="2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2" y="2200"/>
                  </a:lnTo>
                  <a:close/>
                  <a:moveTo>
                    <a:pt x="2" y="2181"/>
                  </a:moveTo>
                  <a:lnTo>
                    <a:pt x="2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2" y="2181"/>
                  </a:lnTo>
                  <a:close/>
                  <a:moveTo>
                    <a:pt x="2" y="2163"/>
                  </a:moveTo>
                  <a:lnTo>
                    <a:pt x="2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2" y="2163"/>
                  </a:lnTo>
                  <a:close/>
                  <a:moveTo>
                    <a:pt x="2" y="2144"/>
                  </a:moveTo>
                  <a:lnTo>
                    <a:pt x="2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2" y="2144"/>
                  </a:lnTo>
                  <a:close/>
                  <a:moveTo>
                    <a:pt x="2" y="2126"/>
                  </a:moveTo>
                  <a:lnTo>
                    <a:pt x="2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2" y="2126"/>
                  </a:lnTo>
                  <a:close/>
                  <a:moveTo>
                    <a:pt x="2" y="2107"/>
                  </a:moveTo>
                  <a:lnTo>
                    <a:pt x="2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2" y="2107"/>
                  </a:lnTo>
                  <a:close/>
                  <a:moveTo>
                    <a:pt x="2" y="2089"/>
                  </a:moveTo>
                  <a:lnTo>
                    <a:pt x="2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2" y="2089"/>
                  </a:lnTo>
                  <a:close/>
                  <a:moveTo>
                    <a:pt x="2" y="2071"/>
                  </a:moveTo>
                  <a:lnTo>
                    <a:pt x="2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2" y="2071"/>
                  </a:lnTo>
                  <a:close/>
                  <a:moveTo>
                    <a:pt x="2" y="2052"/>
                  </a:moveTo>
                  <a:lnTo>
                    <a:pt x="2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2" y="2052"/>
                  </a:lnTo>
                  <a:close/>
                  <a:moveTo>
                    <a:pt x="2" y="2034"/>
                  </a:moveTo>
                  <a:lnTo>
                    <a:pt x="2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2" y="2034"/>
                  </a:lnTo>
                  <a:close/>
                  <a:moveTo>
                    <a:pt x="2" y="2015"/>
                  </a:moveTo>
                  <a:lnTo>
                    <a:pt x="2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2" y="2015"/>
                  </a:lnTo>
                  <a:close/>
                  <a:moveTo>
                    <a:pt x="2" y="1997"/>
                  </a:moveTo>
                  <a:lnTo>
                    <a:pt x="2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2" y="1997"/>
                  </a:lnTo>
                  <a:close/>
                  <a:moveTo>
                    <a:pt x="2" y="1978"/>
                  </a:moveTo>
                  <a:lnTo>
                    <a:pt x="2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2" y="1978"/>
                  </a:lnTo>
                  <a:close/>
                  <a:moveTo>
                    <a:pt x="2" y="1960"/>
                  </a:moveTo>
                  <a:lnTo>
                    <a:pt x="2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2" y="1960"/>
                  </a:lnTo>
                  <a:close/>
                  <a:moveTo>
                    <a:pt x="2" y="1941"/>
                  </a:moveTo>
                  <a:lnTo>
                    <a:pt x="2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2" y="1941"/>
                  </a:lnTo>
                  <a:close/>
                  <a:moveTo>
                    <a:pt x="2" y="1923"/>
                  </a:moveTo>
                  <a:lnTo>
                    <a:pt x="2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2" y="1923"/>
                  </a:lnTo>
                  <a:close/>
                  <a:moveTo>
                    <a:pt x="2" y="1905"/>
                  </a:moveTo>
                  <a:lnTo>
                    <a:pt x="2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2" y="1905"/>
                  </a:lnTo>
                  <a:close/>
                  <a:moveTo>
                    <a:pt x="2" y="1886"/>
                  </a:moveTo>
                  <a:lnTo>
                    <a:pt x="2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2" y="1886"/>
                  </a:lnTo>
                  <a:close/>
                  <a:moveTo>
                    <a:pt x="2" y="1868"/>
                  </a:moveTo>
                  <a:lnTo>
                    <a:pt x="2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2" y="1868"/>
                  </a:lnTo>
                  <a:close/>
                  <a:moveTo>
                    <a:pt x="2" y="1849"/>
                  </a:moveTo>
                  <a:lnTo>
                    <a:pt x="2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2" y="1849"/>
                  </a:lnTo>
                  <a:close/>
                  <a:moveTo>
                    <a:pt x="2" y="1831"/>
                  </a:moveTo>
                  <a:lnTo>
                    <a:pt x="2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2" y="1831"/>
                  </a:lnTo>
                  <a:close/>
                  <a:moveTo>
                    <a:pt x="2" y="1812"/>
                  </a:moveTo>
                  <a:lnTo>
                    <a:pt x="2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2" y="1812"/>
                  </a:lnTo>
                  <a:close/>
                  <a:moveTo>
                    <a:pt x="2" y="1794"/>
                  </a:moveTo>
                  <a:lnTo>
                    <a:pt x="2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2" y="1794"/>
                  </a:lnTo>
                  <a:close/>
                  <a:moveTo>
                    <a:pt x="2" y="1775"/>
                  </a:moveTo>
                  <a:lnTo>
                    <a:pt x="2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2" y="1775"/>
                  </a:lnTo>
                  <a:close/>
                  <a:moveTo>
                    <a:pt x="2" y="1757"/>
                  </a:moveTo>
                  <a:lnTo>
                    <a:pt x="2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2" y="1757"/>
                  </a:lnTo>
                  <a:close/>
                  <a:moveTo>
                    <a:pt x="2" y="1739"/>
                  </a:moveTo>
                  <a:lnTo>
                    <a:pt x="2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2" y="1739"/>
                  </a:lnTo>
                  <a:close/>
                  <a:moveTo>
                    <a:pt x="2" y="1720"/>
                  </a:moveTo>
                  <a:lnTo>
                    <a:pt x="2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2" y="1720"/>
                  </a:lnTo>
                  <a:close/>
                  <a:moveTo>
                    <a:pt x="2" y="1702"/>
                  </a:moveTo>
                  <a:lnTo>
                    <a:pt x="2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2" y="1702"/>
                  </a:lnTo>
                  <a:close/>
                  <a:moveTo>
                    <a:pt x="2" y="1683"/>
                  </a:moveTo>
                  <a:lnTo>
                    <a:pt x="2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2" y="1683"/>
                  </a:lnTo>
                  <a:close/>
                  <a:moveTo>
                    <a:pt x="2" y="1665"/>
                  </a:moveTo>
                  <a:lnTo>
                    <a:pt x="2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2" y="1665"/>
                  </a:lnTo>
                  <a:close/>
                  <a:moveTo>
                    <a:pt x="2" y="1646"/>
                  </a:moveTo>
                  <a:lnTo>
                    <a:pt x="2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2" y="1646"/>
                  </a:lnTo>
                  <a:close/>
                  <a:moveTo>
                    <a:pt x="2" y="1628"/>
                  </a:moveTo>
                  <a:lnTo>
                    <a:pt x="2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2" y="1628"/>
                  </a:lnTo>
                  <a:close/>
                  <a:moveTo>
                    <a:pt x="2" y="1609"/>
                  </a:moveTo>
                  <a:lnTo>
                    <a:pt x="2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2" y="1609"/>
                  </a:lnTo>
                  <a:close/>
                  <a:moveTo>
                    <a:pt x="2" y="1591"/>
                  </a:moveTo>
                  <a:lnTo>
                    <a:pt x="2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2" y="1591"/>
                  </a:lnTo>
                  <a:close/>
                  <a:moveTo>
                    <a:pt x="2" y="1572"/>
                  </a:moveTo>
                  <a:lnTo>
                    <a:pt x="2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2" y="1572"/>
                  </a:lnTo>
                  <a:close/>
                  <a:moveTo>
                    <a:pt x="2" y="1554"/>
                  </a:moveTo>
                  <a:lnTo>
                    <a:pt x="2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2" y="1554"/>
                  </a:lnTo>
                  <a:close/>
                  <a:moveTo>
                    <a:pt x="2" y="1536"/>
                  </a:moveTo>
                  <a:lnTo>
                    <a:pt x="2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2" y="1536"/>
                  </a:lnTo>
                  <a:close/>
                  <a:moveTo>
                    <a:pt x="2" y="1517"/>
                  </a:moveTo>
                  <a:lnTo>
                    <a:pt x="2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2" y="1517"/>
                  </a:lnTo>
                  <a:close/>
                  <a:moveTo>
                    <a:pt x="2" y="1499"/>
                  </a:moveTo>
                  <a:lnTo>
                    <a:pt x="2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2" y="1499"/>
                  </a:lnTo>
                  <a:close/>
                  <a:moveTo>
                    <a:pt x="2" y="1480"/>
                  </a:moveTo>
                  <a:lnTo>
                    <a:pt x="2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2" y="1480"/>
                  </a:lnTo>
                  <a:close/>
                  <a:moveTo>
                    <a:pt x="2" y="1462"/>
                  </a:moveTo>
                  <a:lnTo>
                    <a:pt x="2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2" y="1462"/>
                  </a:lnTo>
                  <a:close/>
                  <a:moveTo>
                    <a:pt x="2" y="1443"/>
                  </a:moveTo>
                  <a:lnTo>
                    <a:pt x="2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2" y="1443"/>
                  </a:lnTo>
                  <a:close/>
                  <a:moveTo>
                    <a:pt x="2" y="1425"/>
                  </a:moveTo>
                  <a:lnTo>
                    <a:pt x="2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2" y="1425"/>
                  </a:lnTo>
                  <a:close/>
                  <a:moveTo>
                    <a:pt x="2" y="1406"/>
                  </a:moveTo>
                  <a:lnTo>
                    <a:pt x="2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2" y="1406"/>
                  </a:lnTo>
                  <a:close/>
                  <a:moveTo>
                    <a:pt x="2" y="1388"/>
                  </a:moveTo>
                  <a:lnTo>
                    <a:pt x="2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2" y="1388"/>
                  </a:lnTo>
                  <a:close/>
                  <a:moveTo>
                    <a:pt x="2" y="1370"/>
                  </a:moveTo>
                  <a:lnTo>
                    <a:pt x="2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2" y="1370"/>
                  </a:lnTo>
                  <a:close/>
                  <a:moveTo>
                    <a:pt x="2" y="1351"/>
                  </a:moveTo>
                  <a:lnTo>
                    <a:pt x="2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2" y="1351"/>
                  </a:lnTo>
                  <a:close/>
                  <a:moveTo>
                    <a:pt x="2" y="1333"/>
                  </a:moveTo>
                  <a:lnTo>
                    <a:pt x="2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2" y="1333"/>
                  </a:lnTo>
                  <a:close/>
                  <a:moveTo>
                    <a:pt x="2" y="1314"/>
                  </a:moveTo>
                  <a:lnTo>
                    <a:pt x="2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2" y="1314"/>
                  </a:lnTo>
                  <a:close/>
                  <a:moveTo>
                    <a:pt x="2" y="1296"/>
                  </a:moveTo>
                  <a:lnTo>
                    <a:pt x="2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2" y="1296"/>
                  </a:lnTo>
                  <a:close/>
                  <a:moveTo>
                    <a:pt x="2" y="1277"/>
                  </a:moveTo>
                  <a:lnTo>
                    <a:pt x="2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2" y="1277"/>
                  </a:lnTo>
                  <a:close/>
                  <a:moveTo>
                    <a:pt x="2" y="1259"/>
                  </a:moveTo>
                  <a:lnTo>
                    <a:pt x="2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2" y="1259"/>
                  </a:lnTo>
                  <a:close/>
                  <a:moveTo>
                    <a:pt x="2" y="1240"/>
                  </a:moveTo>
                  <a:lnTo>
                    <a:pt x="2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2" y="1240"/>
                  </a:lnTo>
                  <a:close/>
                  <a:moveTo>
                    <a:pt x="2" y="1222"/>
                  </a:moveTo>
                  <a:lnTo>
                    <a:pt x="2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2" y="1222"/>
                  </a:lnTo>
                  <a:close/>
                  <a:moveTo>
                    <a:pt x="2" y="1203"/>
                  </a:moveTo>
                  <a:lnTo>
                    <a:pt x="2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2" y="1203"/>
                  </a:lnTo>
                  <a:close/>
                  <a:moveTo>
                    <a:pt x="2" y="1185"/>
                  </a:moveTo>
                  <a:lnTo>
                    <a:pt x="2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2" y="1185"/>
                  </a:lnTo>
                  <a:close/>
                  <a:moveTo>
                    <a:pt x="2" y="1167"/>
                  </a:moveTo>
                  <a:lnTo>
                    <a:pt x="2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2" y="1167"/>
                  </a:lnTo>
                  <a:close/>
                  <a:moveTo>
                    <a:pt x="2" y="1148"/>
                  </a:moveTo>
                  <a:lnTo>
                    <a:pt x="2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2" y="1148"/>
                  </a:lnTo>
                  <a:close/>
                  <a:moveTo>
                    <a:pt x="2" y="1130"/>
                  </a:moveTo>
                  <a:lnTo>
                    <a:pt x="2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2" y="1130"/>
                  </a:lnTo>
                  <a:close/>
                  <a:moveTo>
                    <a:pt x="2" y="1111"/>
                  </a:moveTo>
                  <a:lnTo>
                    <a:pt x="2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2" y="1111"/>
                  </a:lnTo>
                  <a:close/>
                  <a:moveTo>
                    <a:pt x="2" y="1093"/>
                  </a:moveTo>
                  <a:lnTo>
                    <a:pt x="2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2" y="1093"/>
                  </a:lnTo>
                  <a:close/>
                  <a:moveTo>
                    <a:pt x="2" y="1074"/>
                  </a:moveTo>
                  <a:lnTo>
                    <a:pt x="2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2" y="1074"/>
                  </a:lnTo>
                  <a:close/>
                  <a:moveTo>
                    <a:pt x="2" y="1056"/>
                  </a:moveTo>
                  <a:lnTo>
                    <a:pt x="2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2" y="1056"/>
                  </a:lnTo>
                  <a:close/>
                  <a:moveTo>
                    <a:pt x="2" y="1037"/>
                  </a:moveTo>
                  <a:lnTo>
                    <a:pt x="2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2" y="1037"/>
                  </a:lnTo>
                  <a:close/>
                  <a:moveTo>
                    <a:pt x="2" y="1019"/>
                  </a:moveTo>
                  <a:lnTo>
                    <a:pt x="2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2" y="1019"/>
                  </a:lnTo>
                  <a:close/>
                  <a:moveTo>
                    <a:pt x="2" y="1001"/>
                  </a:moveTo>
                  <a:lnTo>
                    <a:pt x="2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2" y="1001"/>
                  </a:lnTo>
                  <a:close/>
                  <a:moveTo>
                    <a:pt x="2" y="982"/>
                  </a:moveTo>
                  <a:lnTo>
                    <a:pt x="2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2" y="982"/>
                  </a:lnTo>
                  <a:close/>
                  <a:moveTo>
                    <a:pt x="2" y="964"/>
                  </a:moveTo>
                  <a:lnTo>
                    <a:pt x="2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2" y="964"/>
                  </a:lnTo>
                  <a:close/>
                  <a:moveTo>
                    <a:pt x="2" y="945"/>
                  </a:moveTo>
                  <a:lnTo>
                    <a:pt x="2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2" y="945"/>
                  </a:lnTo>
                  <a:close/>
                  <a:moveTo>
                    <a:pt x="2" y="927"/>
                  </a:moveTo>
                  <a:lnTo>
                    <a:pt x="2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2" y="927"/>
                  </a:lnTo>
                  <a:close/>
                  <a:moveTo>
                    <a:pt x="2" y="908"/>
                  </a:moveTo>
                  <a:lnTo>
                    <a:pt x="2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2" y="908"/>
                  </a:lnTo>
                  <a:close/>
                  <a:moveTo>
                    <a:pt x="2" y="890"/>
                  </a:moveTo>
                  <a:lnTo>
                    <a:pt x="2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2" y="890"/>
                  </a:lnTo>
                  <a:close/>
                  <a:moveTo>
                    <a:pt x="2" y="871"/>
                  </a:moveTo>
                  <a:lnTo>
                    <a:pt x="2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2" y="871"/>
                  </a:lnTo>
                  <a:close/>
                  <a:moveTo>
                    <a:pt x="2" y="853"/>
                  </a:moveTo>
                  <a:lnTo>
                    <a:pt x="2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2" y="853"/>
                  </a:lnTo>
                  <a:close/>
                  <a:moveTo>
                    <a:pt x="2" y="834"/>
                  </a:moveTo>
                  <a:lnTo>
                    <a:pt x="2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2" y="834"/>
                  </a:lnTo>
                  <a:close/>
                  <a:moveTo>
                    <a:pt x="2" y="816"/>
                  </a:moveTo>
                  <a:lnTo>
                    <a:pt x="2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2" y="816"/>
                  </a:lnTo>
                  <a:close/>
                  <a:moveTo>
                    <a:pt x="2" y="798"/>
                  </a:moveTo>
                  <a:lnTo>
                    <a:pt x="2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2" y="798"/>
                  </a:lnTo>
                  <a:close/>
                  <a:moveTo>
                    <a:pt x="2" y="779"/>
                  </a:moveTo>
                  <a:lnTo>
                    <a:pt x="2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2" y="779"/>
                  </a:lnTo>
                  <a:close/>
                  <a:moveTo>
                    <a:pt x="2" y="761"/>
                  </a:moveTo>
                  <a:lnTo>
                    <a:pt x="2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2" y="761"/>
                  </a:lnTo>
                  <a:close/>
                  <a:moveTo>
                    <a:pt x="2" y="742"/>
                  </a:moveTo>
                  <a:lnTo>
                    <a:pt x="2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2" y="742"/>
                  </a:lnTo>
                  <a:close/>
                  <a:moveTo>
                    <a:pt x="2" y="724"/>
                  </a:moveTo>
                  <a:lnTo>
                    <a:pt x="2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2" y="724"/>
                  </a:lnTo>
                  <a:close/>
                  <a:moveTo>
                    <a:pt x="2" y="705"/>
                  </a:moveTo>
                  <a:lnTo>
                    <a:pt x="2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2" y="705"/>
                  </a:lnTo>
                  <a:close/>
                  <a:moveTo>
                    <a:pt x="2" y="687"/>
                  </a:moveTo>
                  <a:lnTo>
                    <a:pt x="2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2" y="687"/>
                  </a:lnTo>
                  <a:close/>
                  <a:moveTo>
                    <a:pt x="2" y="668"/>
                  </a:moveTo>
                  <a:lnTo>
                    <a:pt x="2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2" y="668"/>
                  </a:lnTo>
                  <a:close/>
                  <a:moveTo>
                    <a:pt x="2" y="650"/>
                  </a:moveTo>
                  <a:lnTo>
                    <a:pt x="2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2" y="650"/>
                  </a:lnTo>
                  <a:close/>
                  <a:moveTo>
                    <a:pt x="2" y="632"/>
                  </a:moveTo>
                  <a:lnTo>
                    <a:pt x="2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2" y="632"/>
                  </a:lnTo>
                  <a:close/>
                  <a:moveTo>
                    <a:pt x="2" y="613"/>
                  </a:moveTo>
                  <a:lnTo>
                    <a:pt x="2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2" y="613"/>
                  </a:lnTo>
                  <a:close/>
                  <a:moveTo>
                    <a:pt x="2" y="595"/>
                  </a:moveTo>
                  <a:lnTo>
                    <a:pt x="2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2" y="595"/>
                  </a:lnTo>
                  <a:close/>
                  <a:moveTo>
                    <a:pt x="2" y="576"/>
                  </a:moveTo>
                  <a:lnTo>
                    <a:pt x="2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2" y="576"/>
                  </a:lnTo>
                  <a:close/>
                  <a:moveTo>
                    <a:pt x="2" y="558"/>
                  </a:moveTo>
                  <a:lnTo>
                    <a:pt x="2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2" y="558"/>
                  </a:lnTo>
                  <a:close/>
                  <a:moveTo>
                    <a:pt x="2" y="539"/>
                  </a:moveTo>
                  <a:lnTo>
                    <a:pt x="2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2" y="539"/>
                  </a:lnTo>
                  <a:close/>
                  <a:moveTo>
                    <a:pt x="2" y="521"/>
                  </a:moveTo>
                  <a:lnTo>
                    <a:pt x="2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2" y="521"/>
                  </a:lnTo>
                  <a:close/>
                  <a:moveTo>
                    <a:pt x="2" y="502"/>
                  </a:moveTo>
                  <a:lnTo>
                    <a:pt x="2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2" y="502"/>
                  </a:lnTo>
                  <a:close/>
                  <a:moveTo>
                    <a:pt x="2" y="484"/>
                  </a:moveTo>
                  <a:lnTo>
                    <a:pt x="2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2" y="484"/>
                  </a:lnTo>
                  <a:close/>
                  <a:moveTo>
                    <a:pt x="2" y="465"/>
                  </a:moveTo>
                  <a:lnTo>
                    <a:pt x="2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2" y="465"/>
                  </a:lnTo>
                  <a:close/>
                  <a:moveTo>
                    <a:pt x="2" y="447"/>
                  </a:moveTo>
                  <a:lnTo>
                    <a:pt x="2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2" y="447"/>
                  </a:lnTo>
                  <a:close/>
                  <a:moveTo>
                    <a:pt x="2" y="429"/>
                  </a:moveTo>
                  <a:lnTo>
                    <a:pt x="2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2" y="429"/>
                  </a:lnTo>
                  <a:close/>
                  <a:moveTo>
                    <a:pt x="2" y="410"/>
                  </a:moveTo>
                  <a:lnTo>
                    <a:pt x="2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2" y="410"/>
                  </a:lnTo>
                  <a:close/>
                  <a:moveTo>
                    <a:pt x="2" y="392"/>
                  </a:moveTo>
                  <a:lnTo>
                    <a:pt x="2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2" y="392"/>
                  </a:lnTo>
                  <a:close/>
                  <a:moveTo>
                    <a:pt x="2" y="373"/>
                  </a:moveTo>
                  <a:lnTo>
                    <a:pt x="2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2" y="373"/>
                  </a:lnTo>
                  <a:close/>
                  <a:moveTo>
                    <a:pt x="2" y="355"/>
                  </a:moveTo>
                  <a:lnTo>
                    <a:pt x="2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2" y="355"/>
                  </a:lnTo>
                  <a:close/>
                  <a:moveTo>
                    <a:pt x="2" y="336"/>
                  </a:moveTo>
                  <a:lnTo>
                    <a:pt x="2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2" y="336"/>
                  </a:lnTo>
                  <a:close/>
                  <a:moveTo>
                    <a:pt x="2" y="318"/>
                  </a:moveTo>
                  <a:lnTo>
                    <a:pt x="2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2" y="318"/>
                  </a:lnTo>
                  <a:close/>
                  <a:moveTo>
                    <a:pt x="2" y="299"/>
                  </a:moveTo>
                  <a:lnTo>
                    <a:pt x="2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2" y="299"/>
                  </a:lnTo>
                  <a:close/>
                  <a:moveTo>
                    <a:pt x="2" y="281"/>
                  </a:moveTo>
                  <a:lnTo>
                    <a:pt x="2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1"/>
                  </a:lnTo>
                  <a:close/>
                  <a:moveTo>
                    <a:pt x="2" y="263"/>
                  </a:moveTo>
                  <a:lnTo>
                    <a:pt x="2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2" y="263"/>
                  </a:lnTo>
                  <a:close/>
                  <a:moveTo>
                    <a:pt x="2" y="244"/>
                  </a:moveTo>
                  <a:lnTo>
                    <a:pt x="2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2" y="244"/>
                  </a:lnTo>
                  <a:close/>
                  <a:moveTo>
                    <a:pt x="2" y="226"/>
                  </a:moveTo>
                  <a:lnTo>
                    <a:pt x="2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2" y="226"/>
                  </a:lnTo>
                  <a:close/>
                  <a:moveTo>
                    <a:pt x="2" y="207"/>
                  </a:moveTo>
                  <a:lnTo>
                    <a:pt x="2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2" y="207"/>
                  </a:lnTo>
                  <a:close/>
                  <a:moveTo>
                    <a:pt x="2" y="189"/>
                  </a:moveTo>
                  <a:lnTo>
                    <a:pt x="2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2" y="189"/>
                  </a:lnTo>
                  <a:close/>
                  <a:moveTo>
                    <a:pt x="2" y="170"/>
                  </a:moveTo>
                  <a:lnTo>
                    <a:pt x="2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2" y="170"/>
                  </a:lnTo>
                  <a:close/>
                  <a:moveTo>
                    <a:pt x="2" y="152"/>
                  </a:moveTo>
                  <a:lnTo>
                    <a:pt x="2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2" y="152"/>
                  </a:lnTo>
                  <a:close/>
                  <a:moveTo>
                    <a:pt x="2" y="133"/>
                  </a:moveTo>
                  <a:lnTo>
                    <a:pt x="2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2" y="133"/>
                  </a:lnTo>
                  <a:close/>
                  <a:moveTo>
                    <a:pt x="2" y="115"/>
                  </a:moveTo>
                  <a:lnTo>
                    <a:pt x="2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5"/>
                  </a:lnTo>
                  <a:close/>
                  <a:moveTo>
                    <a:pt x="2" y="97"/>
                  </a:moveTo>
                  <a:lnTo>
                    <a:pt x="2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2" y="97"/>
                  </a:lnTo>
                  <a:close/>
                  <a:moveTo>
                    <a:pt x="2" y="78"/>
                  </a:moveTo>
                  <a:lnTo>
                    <a:pt x="2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78"/>
                  </a:lnTo>
                  <a:close/>
                  <a:moveTo>
                    <a:pt x="2" y="60"/>
                  </a:moveTo>
                  <a:lnTo>
                    <a:pt x="2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2" y="60"/>
                  </a:lnTo>
                  <a:close/>
                  <a:moveTo>
                    <a:pt x="2" y="41"/>
                  </a:moveTo>
                  <a:lnTo>
                    <a:pt x="2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2" y="41"/>
                  </a:lnTo>
                  <a:close/>
                  <a:moveTo>
                    <a:pt x="2" y="23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3"/>
                  </a:lnTo>
                  <a:close/>
                  <a:moveTo>
                    <a:pt x="2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" y="2440"/>
                  </a:moveTo>
                  <a:lnTo>
                    <a:pt x="2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2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Rectangle 23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Rectangle 24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25"/>
            <p:cNvSpPr>
              <a:spLocks noEditPoints="1"/>
            </p:cNvSpPr>
            <p:nvPr/>
          </p:nvSpPr>
          <p:spPr bwMode="auto">
            <a:xfrm>
              <a:off x="250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Rectangle 26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Rectangle 27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28"/>
            <p:cNvSpPr>
              <a:spLocks noEditPoints="1"/>
            </p:cNvSpPr>
            <p:nvPr/>
          </p:nvSpPr>
          <p:spPr bwMode="auto">
            <a:xfrm>
              <a:off x="256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Rectangle 29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Rectangle 30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31"/>
            <p:cNvSpPr>
              <a:spLocks noEditPoints="1"/>
            </p:cNvSpPr>
            <p:nvPr/>
          </p:nvSpPr>
          <p:spPr bwMode="auto">
            <a:xfrm>
              <a:off x="262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Rectangle 32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Rectangle 33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34"/>
            <p:cNvSpPr>
              <a:spLocks noEditPoints="1"/>
            </p:cNvSpPr>
            <p:nvPr/>
          </p:nvSpPr>
          <p:spPr bwMode="auto">
            <a:xfrm>
              <a:off x="267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Rectangle 35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Rectangle 36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37"/>
            <p:cNvSpPr>
              <a:spLocks noEditPoints="1"/>
            </p:cNvSpPr>
            <p:nvPr/>
          </p:nvSpPr>
          <p:spPr bwMode="auto">
            <a:xfrm>
              <a:off x="273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Rectangle 38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Rectangle 39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40"/>
            <p:cNvSpPr>
              <a:spLocks noEditPoints="1"/>
            </p:cNvSpPr>
            <p:nvPr/>
          </p:nvSpPr>
          <p:spPr bwMode="auto">
            <a:xfrm>
              <a:off x="279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Rectangle 41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Rectangle 42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43"/>
            <p:cNvSpPr>
              <a:spLocks noEditPoints="1"/>
            </p:cNvSpPr>
            <p:nvPr/>
          </p:nvSpPr>
          <p:spPr bwMode="auto">
            <a:xfrm>
              <a:off x="285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Rectangle 44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Rectangle 45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46"/>
            <p:cNvSpPr>
              <a:spLocks noEditPoints="1"/>
            </p:cNvSpPr>
            <p:nvPr/>
          </p:nvSpPr>
          <p:spPr bwMode="auto">
            <a:xfrm>
              <a:off x="290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Rectangle 47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Rectangle 48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49"/>
            <p:cNvSpPr>
              <a:spLocks noEditPoints="1"/>
            </p:cNvSpPr>
            <p:nvPr/>
          </p:nvSpPr>
          <p:spPr bwMode="auto">
            <a:xfrm>
              <a:off x="296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Rectangle 50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Rectangle 51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52"/>
            <p:cNvSpPr>
              <a:spLocks noEditPoints="1"/>
            </p:cNvSpPr>
            <p:nvPr/>
          </p:nvSpPr>
          <p:spPr bwMode="auto">
            <a:xfrm>
              <a:off x="302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Rectangle 53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Rectangle 54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55"/>
            <p:cNvSpPr>
              <a:spLocks noEditPoints="1"/>
            </p:cNvSpPr>
            <p:nvPr/>
          </p:nvSpPr>
          <p:spPr bwMode="auto">
            <a:xfrm>
              <a:off x="3076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Rectangle 56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Rectangle 57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58"/>
            <p:cNvSpPr>
              <a:spLocks noEditPoints="1"/>
            </p:cNvSpPr>
            <p:nvPr/>
          </p:nvSpPr>
          <p:spPr bwMode="auto">
            <a:xfrm>
              <a:off x="313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Rectangle 59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Rectangle 60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61"/>
            <p:cNvSpPr>
              <a:spLocks noEditPoints="1"/>
            </p:cNvSpPr>
            <p:nvPr/>
          </p:nvSpPr>
          <p:spPr bwMode="auto">
            <a:xfrm>
              <a:off x="319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Rectangle 62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Rectangle 63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64"/>
            <p:cNvSpPr>
              <a:spLocks noEditPoints="1"/>
            </p:cNvSpPr>
            <p:nvPr/>
          </p:nvSpPr>
          <p:spPr bwMode="auto">
            <a:xfrm>
              <a:off x="324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Rectangle 65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Rectangle 66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67"/>
            <p:cNvSpPr>
              <a:spLocks noEditPoints="1"/>
            </p:cNvSpPr>
            <p:nvPr/>
          </p:nvSpPr>
          <p:spPr bwMode="auto">
            <a:xfrm>
              <a:off x="330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Rectangle 68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Rectangle 69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70"/>
            <p:cNvSpPr>
              <a:spLocks noEditPoints="1"/>
            </p:cNvSpPr>
            <p:nvPr/>
          </p:nvSpPr>
          <p:spPr bwMode="auto">
            <a:xfrm>
              <a:off x="336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Rectangle 71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Rectangle 72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73"/>
            <p:cNvSpPr>
              <a:spLocks noEditPoints="1"/>
            </p:cNvSpPr>
            <p:nvPr/>
          </p:nvSpPr>
          <p:spPr bwMode="auto">
            <a:xfrm>
              <a:off x="341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Rectangle 74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Rectangle 75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76"/>
            <p:cNvSpPr>
              <a:spLocks noEditPoints="1"/>
            </p:cNvSpPr>
            <p:nvPr/>
          </p:nvSpPr>
          <p:spPr bwMode="auto">
            <a:xfrm>
              <a:off x="3473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Rectangle 77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Rectangle 78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79"/>
            <p:cNvSpPr>
              <a:spLocks noEditPoints="1"/>
            </p:cNvSpPr>
            <p:nvPr/>
          </p:nvSpPr>
          <p:spPr bwMode="auto">
            <a:xfrm>
              <a:off x="353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Rectangle 80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Rectangle 81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82"/>
            <p:cNvSpPr>
              <a:spLocks noEditPoints="1"/>
            </p:cNvSpPr>
            <p:nvPr/>
          </p:nvSpPr>
          <p:spPr bwMode="auto">
            <a:xfrm>
              <a:off x="358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Rectangle 83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Rectangle 84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85"/>
            <p:cNvSpPr>
              <a:spLocks noEditPoints="1"/>
            </p:cNvSpPr>
            <p:nvPr/>
          </p:nvSpPr>
          <p:spPr bwMode="auto">
            <a:xfrm>
              <a:off x="364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Rectangle 86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Rectangle 87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88"/>
            <p:cNvSpPr>
              <a:spLocks noEditPoints="1"/>
            </p:cNvSpPr>
            <p:nvPr/>
          </p:nvSpPr>
          <p:spPr bwMode="auto">
            <a:xfrm>
              <a:off x="370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Rectangle 89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Rectangle 90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91"/>
            <p:cNvSpPr>
              <a:spLocks noEditPoints="1"/>
            </p:cNvSpPr>
            <p:nvPr/>
          </p:nvSpPr>
          <p:spPr bwMode="auto">
            <a:xfrm>
              <a:off x="375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Rectangle 92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Rectangle 93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94"/>
            <p:cNvSpPr>
              <a:spLocks noEditPoints="1"/>
            </p:cNvSpPr>
            <p:nvPr/>
          </p:nvSpPr>
          <p:spPr bwMode="auto">
            <a:xfrm>
              <a:off x="381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Rectangle 95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Rectangle 96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97"/>
            <p:cNvSpPr>
              <a:spLocks noEditPoints="1"/>
            </p:cNvSpPr>
            <p:nvPr/>
          </p:nvSpPr>
          <p:spPr bwMode="auto">
            <a:xfrm>
              <a:off x="2172" y="333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Rectangle 98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Rectangle 99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00"/>
            <p:cNvSpPr>
              <a:spLocks noEditPoints="1"/>
            </p:cNvSpPr>
            <p:nvPr/>
          </p:nvSpPr>
          <p:spPr bwMode="auto">
            <a:xfrm>
              <a:off x="2172" y="3273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Rectangle 101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Rectangle 102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03"/>
            <p:cNvSpPr>
              <a:spLocks noEditPoints="1"/>
            </p:cNvSpPr>
            <p:nvPr/>
          </p:nvSpPr>
          <p:spPr bwMode="auto">
            <a:xfrm>
              <a:off x="2172" y="3217"/>
              <a:ext cx="1643" cy="2"/>
            </a:xfrm>
            <a:custGeom>
              <a:avLst/>
              <a:gdLst>
                <a:gd name="T0" fmla="*/ 1602 w 1643"/>
                <a:gd name="T1" fmla="*/ 2 h 2"/>
                <a:gd name="T2" fmla="*/ 1570 w 1643"/>
                <a:gd name="T3" fmla="*/ 0 h 2"/>
                <a:gd name="T4" fmla="*/ 1551 w 1643"/>
                <a:gd name="T5" fmla="*/ 2 h 2"/>
                <a:gd name="T6" fmla="*/ 1510 w 1643"/>
                <a:gd name="T7" fmla="*/ 0 h 2"/>
                <a:gd name="T8" fmla="*/ 1496 w 1643"/>
                <a:gd name="T9" fmla="*/ 0 h 2"/>
                <a:gd name="T10" fmla="*/ 1455 w 1643"/>
                <a:gd name="T11" fmla="*/ 2 h 2"/>
                <a:gd name="T12" fmla="*/ 1422 w 1643"/>
                <a:gd name="T13" fmla="*/ 0 h 2"/>
                <a:gd name="T14" fmla="*/ 1404 w 1643"/>
                <a:gd name="T15" fmla="*/ 2 h 2"/>
                <a:gd name="T16" fmla="*/ 1363 w 1643"/>
                <a:gd name="T17" fmla="*/ 0 h 2"/>
                <a:gd name="T18" fmla="*/ 1349 w 1643"/>
                <a:gd name="T19" fmla="*/ 0 h 2"/>
                <a:gd name="T20" fmla="*/ 1307 w 1643"/>
                <a:gd name="T21" fmla="*/ 2 h 2"/>
                <a:gd name="T22" fmla="*/ 1275 w 1643"/>
                <a:gd name="T23" fmla="*/ 0 h 2"/>
                <a:gd name="T24" fmla="*/ 1257 w 1643"/>
                <a:gd name="T25" fmla="*/ 2 h 2"/>
                <a:gd name="T26" fmla="*/ 1215 w 1643"/>
                <a:gd name="T27" fmla="*/ 0 h 2"/>
                <a:gd name="T28" fmla="*/ 1202 w 1643"/>
                <a:gd name="T29" fmla="*/ 0 h 2"/>
                <a:gd name="T30" fmla="*/ 1160 w 1643"/>
                <a:gd name="T31" fmla="*/ 2 h 2"/>
                <a:gd name="T32" fmla="*/ 1128 w 1643"/>
                <a:gd name="T33" fmla="*/ 0 h 2"/>
                <a:gd name="T34" fmla="*/ 1110 w 1643"/>
                <a:gd name="T35" fmla="*/ 2 h 2"/>
                <a:gd name="T36" fmla="*/ 1068 w 1643"/>
                <a:gd name="T37" fmla="*/ 0 h 2"/>
                <a:gd name="T38" fmla="*/ 1054 w 1643"/>
                <a:gd name="T39" fmla="*/ 0 h 2"/>
                <a:gd name="T40" fmla="*/ 1013 w 1643"/>
                <a:gd name="T41" fmla="*/ 2 h 2"/>
                <a:gd name="T42" fmla="*/ 981 w 1643"/>
                <a:gd name="T43" fmla="*/ 0 h 2"/>
                <a:gd name="T44" fmla="*/ 962 w 1643"/>
                <a:gd name="T45" fmla="*/ 2 h 2"/>
                <a:gd name="T46" fmla="*/ 921 w 1643"/>
                <a:gd name="T47" fmla="*/ 0 h 2"/>
                <a:gd name="T48" fmla="*/ 907 w 1643"/>
                <a:gd name="T49" fmla="*/ 0 h 2"/>
                <a:gd name="T50" fmla="*/ 866 w 1643"/>
                <a:gd name="T51" fmla="*/ 2 h 2"/>
                <a:gd name="T52" fmla="*/ 833 w 1643"/>
                <a:gd name="T53" fmla="*/ 0 h 2"/>
                <a:gd name="T54" fmla="*/ 815 w 1643"/>
                <a:gd name="T55" fmla="*/ 2 h 2"/>
                <a:gd name="T56" fmla="*/ 774 w 1643"/>
                <a:gd name="T57" fmla="*/ 0 h 2"/>
                <a:gd name="T58" fmla="*/ 760 w 1643"/>
                <a:gd name="T59" fmla="*/ 0 h 2"/>
                <a:gd name="T60" fmla="*/ 718 w 1643"/>
                <a:gd name="T61" fmla="*/ 2 h 2"/>
                <a:gd name="T62" fmla="*/ 686 w 1643"/>
                <a:gd name="T63" fmla="*/ 0 h 2"/>
                <a:gd name="T64" fmla="*/ 668 w 1643"/>
                <a:gd name="T65" fmla="*/ 2 h 2"/>
                <a:gd name="T66" fmla="*/ 626 w 1643"/>
                <a:gd name="T67" fmla="*/ 0 h 2"/>
                <a:gd name="T68" fmla="*/ 613 w 1643"/>
                <a:gd name="T69" fmla="*/ 0 h 2"/>
                <a:gd name="T70" fmla="*/ 571 w 1643"/>
                <a:gd name="T71" fmla="*/ 2 h 2"/>
                <a:gd name="T72" fmla="*/ 539 w 1643"/>
                <a:gd name="T73" fmla="*/ 0 h 2"/>
                <a:gd name="T74" fmla="*/ 520 w 1643"/>
                <a:gd name="T75" fmla="*/ 2 h 2"/>
                <a:gd name="T76" fmla="*/ 479 w 1643"/>
                <a:gd name="T77" fmla="*/ 0 h 2"/>
                <a:gd name="T78" fmla="*/ 465 w 1643"/>
                <a:gd name="T79" fmla="*/ 0 h 2"/>
                <a:gd name="T80" fmla="*/ 424 w 1643"/>
                <a:gd name="T81" fmla="*/ 2 h 2"/>
                <a:gd name="T82" fmla="*/ 392 w 1643"/>
                <a:gd name="T83" fmla="*/ 0 h 2"/>
                <a:gd name="T84" fmla="*/ 373 w 1643"/>
                <a:gd name="T85" fmla="*/ 2 h 2"/>
                <a:gd name="T86" fmla="*/ 332 w 1643"/>
                <a:gd name="T87" fmla="*/ 0 h 2"/>
                <a:gd name="T88" fmla="*/ 318 w 1643"/>
                <a:gd name="T89" fmla="*/ 0 h 2"/>
                <a:gd name="T90" fmla="*/ 277 w 1643"/>
                <a:gd name="T91" fmla="*/ 2 h 2"/>
                <a:gd name="T92" fmla="*/ 244 w 1643"/>
                <a:gd name="T93" fmla="*/ 0 h 2"/>
                <a:gd name="T94" fmla="*/ 226 w 1643"/>
                <a:gd name="T95" fmla="*/ 2 h 2"/>
                <a:gd name="T96" fmla="*/ 185 w 1643"/>
                <a:gd name="T97" fmla="*/ 0 h 2"/>
                <a:gd name="T98" fmla="*/ 171 w 1643"/>
                <a:gd name="T99" fmla="*/ 0 h 2"/>
                <a:gd name="T100" fmla="*/ 129 w 1643"/>
                <a:gd name="T101" fmla="*/ 2 h 2"/>
                <a:gd name="T102" fmla="*/ 97 w 1643"/>
                <a:gd name="T103" fmla="*/ 0 h 2"/>
                <a:gd name="T104" fmla="*/ 79 w 1643"/>
                <a:gd name="T105" fmla="*/ 2 h 2"/>
                <a:gd name="T106" fmla="*/ 37 w 1643"/>
                <a:gd name="T107" fmla="*/ 0 h 2"/>
                <a:gd name="T108" fmla="*/ 23 w 1643"/>
                <a:gd name="T109" fmla="*/ 0 h 2"/>
                <a:gd name="T110" fmla="*/ 1639 w 1643"/>
                <a:gd name="T1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2">
                  <a:moveTo>
                    <a:pt x="1625" y="0"/>
                  </a:moveTo>
                  <a:lnTo>
                    <a:pt x="1620" y="0"/>
                  </a:lnTo>
                  <a:lnTo>
                    <a:pt x="1620" y="2"/>
                  </a:lnTo>
                  <a:lnTo>
                    <a:pt x="1625" y="2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2"/>
                  </a:lnTo>
                  <a:lnTo>
                    <a:pt x="1607" y="2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2"/>
                  </a:lnTo>
                  <a:lnTo>
                    <a:pt x="1588" y="2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2"/>
                  </a:lnTo>
                  <a:lnTo>
                    <a:pt x="1570" y="2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2"/>
                  </a:lnTo>
                  <a:lnTo>
                    <a:pt x="1551" y="2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2"/>
                  </a:lnTo>
                  <a:lnTo>
                    <a:pt x="1533" y="2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2"/>
                  </a:lnTo>
                  <a:lnTo>
                    <a:pt x="1515" y="2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2"/>
                  </a:lnTo>
                  <a:lnTo>
                    <a:pt x="1496" y="2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2"/>
                  </a:lnTo>
                  <a:lnTo>
                    <a:pt x="1478" y="2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2"/>
                  </a:lnTo>
                  <a:lnTo>
                    <a:pt x="1459" y="2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2"/>
                  </a:lnTo>
                  <a:lnTo>
                    <a:pt x="1441" y="2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2"/>
                  </a:lnTo>
                  <a:lnTo>
                    <a:pt x="1422" y="2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2"/>
                  </a:lnTo>
                  <a:lnTo>
                    <a:pt x="1404" y="2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2"/>
                  </a:lnTo>
                  <a:lnTo>
                    <a:pt x="1386" y="2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2"/>
                  </a:lnTo>
                  <a:lnTo>
                    <a:pt x="1367" y="2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2"/>
                  </a:lnTo>
                  <a:lnTo>
                    <a:pt x="1349" y="2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2"/>
                  </a:lnTo>
                  <a:lnTo>
                    <a:pt x="1330" y="2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2"/>
                  </a:lnTo>
                  <a:lnTo>
                    <a:pt x="1312" y="2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2"/>
                  </a:lnTo>
                  <a:lnTo>
                    <a:pt x="1294" y="2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2"/>
                  </a:lnTo>
                  <a:lnTo>
                    <a:pt x="1275" y="2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2"/>
                  </a:lnTo>
                  <a:lnTo>
                    <a:pt x="1257" y="2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2"/>
                  </a:lnTo>
                  <a:lnTo>
                    <a:pt x="1238" y="2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2"/>
                  </a:lnTo>
                  <a:lnTo>
                    <a:pt x="1220" y="2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2"/>
                  </a:lnTo>
                  <a:lnTo>
                    <a:pt x="1202" y="2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2"/>
                  </a:lnTo>
                  <a:lnTo>
                    <a:pt x="1183" y="2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2"/>
                  </a:lnTo>
                  <a:lnTo>
                    <a:pt x="1165" y="2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2"/>
                  </a:lnTo>
                  <a:lnTo>
                    <a:pt x="1146" y="2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2"/>
                  </a:lnTo>
                  <a:lnTo>
                    <a:pt x="1128" y="2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2"/>
                  </a:lnTo>
                  <a:lnTo>
                    <a:pt x="1110" y="2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2"/>
                  </a:lnTo>
                  <a:lnTo>
                    <a:pt x="1091" y="2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2"/>
                  </a:lnTo>
                  <a:lnTo>
                    <a:pt x="1073" y="2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2"/>
                  </a:lnTo>
                  <a:lnTo>
                    <a:pt x="1054" y="2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2"/>
                  </a:lnTo>
                  <a:lnTo>
                    <a:pt x="1036" y="2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2"/>
                  </a:lnTo>
                  <a:lnTo>
                    <a:pt x="1017" y="2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2"/>
                  </a:lnTo>
                  <a:lnTo>
                    <a:pt x="999" y="2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2"/>
                  </a:lnTo>
                  <a:lnTo>
                    <a:pt x="981" y="2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2"/>
                  </a:lnTo>
                  <a:lnTo>
                    <a:pt x="962" y="2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2"/>
                  </a:lnTo>
                  <a:lnTo>
                    <a:pt x="944" y="2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2"/>
                  </a:lnTo>
                  <a:lnTo>
                    <a:pt x="925" y="2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2"/>
                  </a:lnTo>
                  <a:lnTo>
                    <a:pt x="907" y="2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2"/>
                  </a:lnTo>
                  <a:lnTo>
                    <a:pt x="889" y="2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2"/>
                  </a:lnTo>
                  <a:lnTo>
                    <a:pt x="870" y="2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2"/>
                  </a:lnTo>
                  <a:lnTo>
                    <a:pt x="852" y="2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2"/>
                  </a:lnTo>
                  <a:lnTo>
                    <a:pt x="833" y="2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2"/>
                  </a:lnTo>
                  <a:lnTo>
                    <a:pt x="815" y="2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2"/>
                  </a:lnTo>
                  <a:lnTo>
                    <a:pt x="797" y="2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2"/>
                  </a:lnTo>
                  <a:lnTo>
                    <a:pt x="778" y="2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2"/>
                  </a:lnTo>
                  <a:lnTo>
                    <a:pt x="760" y="2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2"/>
                  </a:lnTo>
                  <a:lnTo>
                    <a:pt x="741" y="2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2"/>
                  </a:lnTo>
                  <a:lnTo>
                    <a:pt x="723" y="2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2"/>
                  </a:lnTo>
                  <a:lnTo>
                    <a:pt x="705" y="2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2"/>
                  </a:lnTo>
                  <a:lnTo>
                    <a:pt x="686" y="2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2"/>
                  </a:lnTo>
                  <a:lnTo>
                    <a:pt x="668" y="2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2"/>
                  </a:lnTo>
                  <a:lnTo>
                    <a:pt x="649" y="2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2"/>
                  </a:lnTo>
                  <a:lnTo>
                    <a:pt x="631" y="2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2"/>
                  </a:lnTo>
                  <a:lnTo>
                    <a:pt x="613" y="2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2"/>
                  </a:lnTo>
                  <a:lnTo>
                    <a:pt x="594" y="2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2"/>
                  </a:lnTo>
                  <a:lnTo>
                    <a:pt x="576" y="2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2"/>
                  </a:lnTo>
                  <a:lnTo>
                    <a:pt x="557" y="2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2"/>
                  </a:lnTo>
                  <a:lnTo>
                    <a:pt x="539" y="2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2"/>
                  </a:lnTo>
                  <a:lnTo>
                    <a:pt x="520" y="2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2"/>
                  </a:lnTo>
                  <a:lnTo>
                    <a:pt x="502" y="2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2"/>
                  </a:lnTo>
                  <a:lnTo>
                    <a:pt x="484" y="2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2"/>
                  </a:lnTo>
                  <a:lnTo>
                    <a:pt x="465" y="2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2"/>
                  </a:lnTo>
                  <a:lnTo>
                    <a:pt x="447" y="2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2"/>
                  </a:lnTo>
                  <a:lnTo>
                    <a:pt x="428" y="2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2"/>
                  </a:lnTo>
                  <a:lnTo>
                    <a:pt x="410" y="2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2"/>
                  </a:lnTo>
                  <a:lnTo>
                    <a:pt x="392" y="2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2"/>
                  </a:lnTo>
                  <a:lnTo>
                    <a:pt x="373" y="2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2"/>
                  </a:lnTo>
                  <a:lnTo>
                    <a:pt x="355" y="2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2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2"/>
                  </a:lnTo>
                  <a:lnTo>
                    <a:pt x="318" y="2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2"/>
                  </a:lnTo>
                  <a:lnTo>
                    <a:pt x="300" y="2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2"/>
                  </a:lnTo>
                  <a:lnTo>
                    <a:pt x="263" y="2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2"/>
                  </a:lnTo>
                  <a:lnTo>
                    <a:pt x="244" y="2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2"/>
                  </a:lnTo>
                  <a:lnTo>
                    <a:pt x="226" y="2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2"/>
                  </a:lnTo>
                  <a:lnTo>
                    <a:pt x="208" y="2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2"/>
                  </a:lnTo>
                  <a:lnTo>
                    <a:pt x="189" y="2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2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2"/>
                  </a:lnTo>
                  <a:lnTo>
                    <a:pt x="115" y="2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2"/>
                  </a:lnTo>
                  <a:lnTo>
                    <a:pt x="97" y="2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42" y="2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23" y="2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2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2"/>
                  </a:lnTo>
                  <a:lnTo>
                    <a:pt x="1643" y="2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Rectangle 104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Rectangle 105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06"/>
            <p:cNvSpPr>
              <a:spLocks noEditPoints="1"/>
            </p:cNvSpPr>
            <p:nvPr/>
          </p:nvSpPr>
          <p:spPr bwMode="auto">
            <a:xfrm>
              <a:off x="2172" y="316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Rectangle 107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Rectangle 108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09"/>
            <p:cNvSpPr>
              <a:spLocks noEditPoints="1"/>
            </p:cNvSpPr>
            <p:nvPr/>
          </p:nvSpPr>
          <p:spPr bwMode="auto">
            <a:xfrm>
              <a:off x="2172" y="310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Rectangle 110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Rectangle 111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12"/>
            <p:cNvSpPr>
              <a:spLocks noEditPoints="1"/>
            </p:cNvSpPr>
            <p:nvPr/>
          </p:nvSpPr>
          <p:spPr bwMode="auto">
            <a:xfrm>
              <a:off x="2172" y="304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Rectangle 113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Rectangle 114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15"/>
            <p:cNvSpPr>
              <a:spLocks noEditPoints="1"/>
            </p:cNvSpPr>
            <p:nvPr/>
          </p:nvSpPr>
          <p:spPr bwMode="auto">
            <a:xfrm>
              <a:off x="2172" y="298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Rectangle 116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Rectangle 117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18"/>
            <p:cNvSpPr>
              <a:spLocks noEditPoints="1"/>
            </p:cNvSpPr>
            <p:nvPr/>
          </p:nvSpPr>
          <p:spPr bwMode="auto">
            <a:xfrm>
              <a:off x="2172" y="293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Rectangle 119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Rectangle 120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21"/>
            <p:cNvSpPr>
              <a:spLocks noEditPoints="1"/>
            </p:cNvSpPr>
            <p:nvPr/>
          </p:nvSpPr>
          <p:spPr bwMode="auto">
            <a:xfrm>
              <a:off x="2172" y="287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Rectangle 122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Rectangle 123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24"/>
            <p:cNvSpPr>
              <a:spLocks noEditPoints="1"/>
            </p:cNvSpPr>
            <p:nvPr/>
          </p:nvSpPr>
          <p:spPr bwMode="auto">
            <a:xfrm>
              <a:off x="2172" y="2818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Rectangle 125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Rectangle 126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27"/>
            <p:cNvSpPr>
              <a:spLocks noEditPoints="1"/>
            </p:cNvSpPr>
            <p:nvPr/>
          </p:nvSpPr>
          <p:spPr bwMode="auto">
            <a:xfrm>
              <a:off x="2172" y="276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Rectangle 128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Rectangle 129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30"/>
            <p:cNvSpPr>
              <a:spLocks noEditPoints="1"/>
            </p:cNvSpPr>
            <p:nvPr/>
          </p:nvSpPr>
          <p:spPr bwMode="auto">
            <a:xfrm>
              <a:off x="2172" y="270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Rectangle 131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Rectangle 132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33"/>
            <p:cNvSpPr>
              <a:spLocks noEditPoints="1"/>
            </p:cNvSpPr>
            <p:nvPr/>
          </p:nvSpPr>
          <p:spPr bwMode="auto">
            <a:xfrm>
              <a:off x="2172" y="264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Rectangle 134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Rectangle 135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36"/>
            <p:cNvSpPr>
              <a:spLocks noEditPoints="1"/>
            </p:cNvSpPr>
            <p:nvPr/>
          </p:nvSpPr>
          <p:spPr bwMode="auto">
            <a:xfrm>
              <a:off x="2172" y="259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Rectangle 137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Rectangle 138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39"/>
            <p:cNvSpPr>
              <a:spLocks noEditPoints="1"/>
            </p:cNvSpPr>
            <p:nvPr/>
          </p:nvSpPr>
          <p:spPr bwMode="auto">
            <a:xfrm>
              <a:off x="2172" y="253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Rectangle 140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Rectangle 141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42"/>
            <p:cNvSpPr>
              <a:spLocks noEditPoints="1"/>
            </p:cNvSpPr>
            <p:nvPr/>
          </p:nvSpPr>
          <p:spPr bwMode="auto">
            <a:xfrm>
              <a:off x="2172" y="2477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Rectangle 143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Rectangle 144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45"/>
            <p:cNvSpPr>
              <a:spLocks noEditPoints="1"/>
            </p:cNvSpPr>
            <p:nvPr/>
          </p:nvSpPr>
          <p:spPr bwMode="auto">
            <a:xfrm>
              <a:off x="2172" y="242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Rectangle 146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Rectangle 147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48"/>
            <p:cNvSpPr>
              <a:spLocks noEditPoints="1"/>
            </p:cNvSpPr>
            <p:nvPr/>
          </p:nvSpPr>
          <p:spPr bwMode="auto">
            <a:xfrm>
              <a:off x="2172" y="236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Rectangle 149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Rectangle 150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51"/>
            <p:cNvSpPr>
              <a:spLocks noEditPoints="1"/>
            </p:cNvSpPr>
            <p:nvPr/>
          </p:nvSpPr>
          <p:spPr bwMode="auto">
            <a:xfrm>
              <a:off x="2172" y="230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Rectangle 152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Rectangle 153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54"/>
            <p:cNvSpPr>
              <a:spLocks noEditPoints="1"/>
            </p:cNvSpPr>
            <p:nvPr/>
          </p:nvSpPr>
          <p:spPr bwMode="auto">
            <a:xfrm>
              <a:off x="2172" y="225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Rectangle 155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Rectangle 156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57"/>
            <p:cNvSpPr>
              <a:spLocks noEditPoints="1"/>
            </p:cNvSpPr>
            <p:nvPr/>
          </p:nvSpPr>
          <p:spPr bwMode="auto">
            <a:xfrm>
              <a:off x="2172" y="219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Rectangle 158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Rectangle 159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60"/>
            <p:cNvSpPr>
              <a:spLocks noEditPoints="1"/>
            </p:cNvSpPr>
            <p:nvPr/>
          </p:nvSpPr>
          <p:spPr bwMode="auto">
            <a:xfrm>
              <a:off x="2172" y="213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Rectangle 161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Rectangle 162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63"/>
            <p:cNvSpPr>
              <a:spLocks noEditPoints="1"/>
            </p:cNvSpPr>
            <p:nvPr/>
          </p:nvSpPr>
          <p:spPr bwMode="auto">
            <a:xfrm>
              <a:off x="2172" y="208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Rectangle 164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Rectangle 165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66"/>
            <p:cNvSpPr>
              <a:spLocks noEditPoints="1"/>
            </p:cNvSpPr>
            <p:nvPr/>
          </p:nvSpPr>
          <p:spPr bwMode="auto">
            <a:xfrm>
              <a:off x="2172" y="202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Rectangle 167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Rectangle 168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69"/>
            <p:cNvSpPr>
              <a:spLocks noEditPoints="1"/>
            </p:cNvSpPr>
            <p:nvPr/>
          </p:nvSpPr>
          <p:spPr bwMode="auto">
            <a:xfrm>
              <a:off x="2172" y="196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Rectangle 170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Rectangle 171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72"/>
            <p:cNvSpPr>
              <a:spLocks noEditPoints="1"/>
            </p:cNvSpPr>
            <p:nvPr/>
          </p:nvSpPr>
          <p:spPr bwMode="auto">
            <a:xfrm>
              <a:off x="2172" y="190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Rectangle 173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Rectangle 174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75"/>
            <p:cNvSpPr>
              <a:spLocks noEditPoints="1"/>
            </p:cNvSpPr>
            <p:nvPr/>
          </p:nvSpPr>
          <p:spPr bwMode="auto">
            <a:xfrm>
              <a:off x="2172" y="185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Rectangle 176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Rectangle 177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78"/>
            <p:cNvSpPr>
              <a:spLocks noEditPoints="1"/>
            </p:cNvSpPr>
            <p:nvPr/>
          </p:nvSpPr>
          <p:spPr bwMode="auto">
            <a:xfrm>
              <a:off x="2172" y="179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Rectangle 179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Rectangle 180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81"/>
            <p:cNvSpPr>
              <a:spLocks noEditPoints="1"/>
            </p:cNvSpPr>
            <p:nvPr/>
          </p:nvSpPr>
          <p:spPr bwMode="auto">
            <a:xfrm>
              <a:off x="2172" y="173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Rectangle 182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Rectangle 183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84"/>
            <p:cNvSpPr>
              <a:spLocks noEditPoints="1"/>
            </p:cNvSpPr>
            <p:nvPr/>
          </p:nvSpPr>
          <p:spPr bwMode="auto">
            <a:xfrm>
              <a:off x="2172" y="168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Rectangle 185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Rectangle 186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87"/>
            <p:cNvSpPr>
              <a:spLocks noEditPoints="1"/>
            </p:cNvSpPr>
            <p:nvPr/>
          </p:nvSpPr>
          <p:spPr bwMode="auto">
            <a:xfrm>
              <a:off x="2172" y="162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Rectangle 188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Rectangle 189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90"/>
            <p:cNvSpPr>
              <a:spLocks noEditPoints="1"/>
            </p:cNvSpPr>
            <p:nvPr/>
          </p:nvSpPr>
          <p:spPr bwMode="auto">
            <a:xfrm>
              <a:off x="2172" y="156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Rectangle 191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Rectangle 192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93"/>
            <p:cNvSpPr>
              <a:spLocks noEditPoints="1"/>
            </p:cNvSpPr>
            <p:nvPr/>
          </p:nvSpPr>
          <p:spPr bwMode="auto">
            <a:xfrm>
              <a:off x="2172" y="151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Rectangle 194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Rectangle 195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96"/>
            <p:cNvSpPr>
              <a:spLocks noEditPoints="1"/>
            </p:cNvSpPr>
            <p:nvPr/>
          </p:nvSpPr>
          <p:spPr bwMode="auto">
            <a:xfrm>
              <a:off x="2172" y="145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Rectangle 197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Rectangle 198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99"/>
            <p:cNvSpPr>
              <a:spLocks noEditPoints="1"/>
            </p:cNvSpPr>
            <p:nvPr/>
          </p:nvSpPr>
          <p:spPr bwMode="auto">
            <a:xfrm>
              <a:off x="2172" y="139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Rectangle 200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Rectangle 201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202"/>
            <p:cNvSpPr>
              <a:spLocks noEditPoints="1"/>
            </p:cNvSpPr>
            <p:nvPr/>
          </p:nvSpPr>
          <p:spPr bwMode="auto">
            <a:xfrm>
              <a:off x="2172" y="134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Rectangle 203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Rectangle 204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406"/>
          <p:cNvGrpSpPr>
            <a:grpSpLocks/>
          </p:cNvGrpSpPr>
          <p:nvPr/>
        </p:nvGrpSpPr>
        <p:grpSpPr bwMode="auto">
          <a:xfrm>
            <a:off x="3297237" y="1374776"/>
            <a:ext cx="2774950" cy="4105275"/>
            <a:chOff x="2077" y="866"/>
            <a:chExt cx="1748" cy="2586"/>
          </a:xfrm>
        </p:grpSpPr>
        <p:sp>
          <p:nvSpPr>
            <p:cNvPr id="1568" name="Freeform 206"/>
            <p:cNvSpPr>
              <a:spLocks noEditPoints="1"/>
            </p:cNvSpPr>
            <p:nvPr/>
          </p:nvSpPr>
          <p:spPr bwMode="auto">
            <a:xfrm>
              <a:off x="2172" y="128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Rectangle 207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Rectangle 208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209"/>
            <p:cNvSpPr>
              <a:spLocks noEditPoints="1"/>
            </p:cNvSpPr>
            <p:nvPr/>
          </p:nvSpPr>
          <p:spPr bwMode="auto">
            <a:xfrm>
              <a:off x="2172" y="122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Rectangle 210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Rectangle 211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212"/>
            <p:cNvSpPr>
              <a:spLocks noEditPoints="1"/>
            </p:cNvSpPr>
            <p:nvPr/>
          </p:nvSpPr>
          <p:spPr bwMode="auto">
            <a:xfrm>
              <a:off x="2172" y="117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Rectangle 213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Rectangle 214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215"/>
            <p:cNvSpPr>
              <a:spLocks noEditPoints="1"/>
            </p:cNvSpPr>
            <p:nvPr/>
          </p:nvSpPr>
          <p:spPr bwMode="auto">
            <a:xfrm>
              <a:off x="2172" y="111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Rectangle 216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Rectangle 217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218"/>
            <p:cNvSpPr>
              <a:spLocks noEditPoints="1"/>
            </p:cNvSpPr>
            <p:nvPr/>
          </p:nvSpPr>
          <p:spPr bwMode="auto">
            <a:xfrm>
              <a:off x="2172" y="105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Rectangle 219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Rectangle 220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221"/>
            <p:cNvSpPr>
              <a:spLocks noEditPoints="1"/>
            </p:cNvSpPr>
            <p:nvPr/>
          </p:nvSpPr>
          <p:spPr bwMode="auto">
            <a:xfrm>
              <a:off x="2172" y="99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Rectangle 222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Rectangle 223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224"/>
            <p:cNvSpPr>
              <a:spLocks noEditPoints="1"/>
            </p:cNvSpPr>
            <p:nvPr/>
          </p:nvSpPr>
          <p:spPr bwMode="auto">
            <a:xfrm>
              <a:off x="2172" y="942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Rectangle 225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Rectangle 226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227"/>
            <p:cNvSpPr>
              <a:spLocks noEditPoints="1"/>
            </p:cNvSpPr>
            <p:nvPr/>
          </p:nvSpPr>
          <p:spPr bwMode="auto">
            <a:xfrm>
              <a:off x="2172" y="88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Rectangle 228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Line 229"/>
            <p:cNvSpPr>
              <a:spLocks noChangeShapeType="1"/>
            </p:cNvSpPr>
            <p:nvPr/>
          </p:nvSpPr>
          <p:spPr bwMode="auto">
            <a:xfrm>
              <a:off x="2170" y="3332"/>
              <a:ext cx="164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Line 230"/>
            <p:cNvSpPr>
              <a:spLocks noChangeShapeType="1"/>
            </p:cNvSpPr>
            <p:nvPr/>
          </p:nvSpPr>
          <p:spPr bwMode="auto">
            <a:xfrm flipV="1">
              <a:off x="2170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Line 231"/>
            <p:cNvSpPr>
              <a:spLocks noChangeShapeType="1"/>
            </p:cNvSpPr>
            <p:nvPr/>
          </p:nvSpPr>
          <p:spPr bwMode="auto">
            <a:xfrm flipV="1">
              <a:off x="2397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Line 232"/>
            <p:cNvSpPr>
              <a:spLocks noChangeShapeType="1"/>
            </p:cNvSpPr>
            <p:nvPr/>
          </p:nvSpPr>
          <p:spPr bwMode="auto">
            <a:xfrm flipV="1">
              <a:off x="2624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Line 233"/>
            <p:cNvSpPr>
              <a:spLocks noChangeShapeType="1"/>
            </p:cNvSpPr>
            <p:nvPr/>
          </p:nvSpPr>
          <p:spPr bwMode="auto">
            <a:xfrm flipV="1">
              <a:off x="2851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Line 234"/>
            <p:cNvSpPr>
              <a:spLocks noChangeShapeType="1"/>
            </p:cNvSpPr>
            <p:nvPr/>
          </p:nvSpPr>
          <p:spPr bwMode="auto">
            <a:xfrm flipV="1">
              <a:off x="3078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Line 235"/>
            <p:cNvSpPr>
              <a:spLocks noChangeShapeType="1"/>
            </p:cNvSpPr>
            <p:nvPr/>
          </p:nvSpPr>
          <p:spPr bwMode="auto">
            <a:xfrm flipV="1">
              <a:off x="3305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Line 236"/>
            <p:cNvSpPr>
              <a:spLocks noChangeShapeType="1"/>
            </p:cNvSpPr>
            <p:nvPr/>
          </p:nvSpPr>
          <p:spPr bwMode="auto">
            <a:xfrm flipV="1">
              <a:off x="3532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Line 237"/>
            <p:cNvSpPr>
              <a:spLocks noChangeShapeType="1"/>
            </p:cNvSpPr>
            <p:nvPr/>
          </p:nvSpPr>
          <p:spPr bwMode="auto">
            <a:xfrm flipV="1">
              <a:off x="3759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Rectangle 238"/>
            <p:cNvSpPr>
              <a:spLocks noChangeArrowheads="1"/>
            </p:cNvSpPr>
            <p:nvPr/>
          </p:nvSpPr>
          <p:spPr bwMode="auto">
            <a:xfrm>
              <a:off x="215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1" name="Rectangle 239"/>
            <p:cNvSpPr>
              <a:spLocks noChangeArrowheads="1"/>
            </p:cNvSpPr>
            <p:nvPr/>
          </p:nvSpPr>
          <p:spPr bwMode="auto">
            <a:xfrm>
              <a:off x="238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2" name="Rectangle 240"/>
            <p:cNvSpPr>
              <a:spLocks noChangeArrowheads="1"/>
            </p:cNvSpPr>
            <p:nvPr/>
          </p:nvSpPr>
          <p:spPr bwMode="auto">
            <a:xfrm>
              <a:off x="2606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3" name="Rectangle 241"/>
            <p:cNvSpPr>
              <a:spLocks noChangeArrowheads="1"/>
            </p:cNvSpPr>
            <p:nvPr/>
          </p:nvSpPr>
          <p:spPr bwMode="auto">
            <a:xfrm>
              <a:off x="2832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4" name="Rectangle 242"/>
            <p:cNvSpPr>
              <a:spLocks noChangeArrowheads="1"/>
            </p:cNvSpPr>
            <p:nvPr/>
          </p:nvSpPr>
          <p:spPr bwMode="auto">
            <a:xfrm>
              <a:off x="3057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5" name="Rectangle 243"/>
            <p:cNvSpPr>
              <a:spLocks noChangeArrowheads="1"/>
            </p:cNvSpPr>
            <p:nvPr/>
          </p:nvSpPr>
          <p:spPr bwMode="auto">
            <a:xfrm>
              <a:off x="3273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6" name="Rectangle 244"/>
            <p:cNvSpPr>
              <a:spLocks noChangeArrowheads="1"/>
            </p:cNvSpPr>
            <p:nvPr/>
          </p:nvSpPr>
          <p:spPr bwMode="auto">
            <a:xfrm>
              <a:off x="3499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7" name="Rectangle 245"/>
            <p:cNvSpPr>
              <a:spLocks noChangeArrowheads="1"/>
            </p:cNvSpPr>
            <p:nvPr/>
          </p:nvSpPr>
          <p:spPr bwMode="auto">
            <a:xfrm>
              <a:off x="3724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8" name="Line 246"/>
            <p:cNvSpPr>
              <a:spLocks noChangeShapeType="1"/>
            </p:cNvSpPr>
            <p:nvPr/>
          </p:nvSpPr>
          <p:spPr bwMode="auto">
            <a:xfrm flipV="1">
              <a:off x="2170" y="887"/>
              <a:ext cx="0" cy="244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Line 247"/>
            <p:cNvSpPr>
              <a:spLocks noChangeShapeType="1"/>
            </p:cNvSpPr>
            <p:nvPr/>
          </p:nvSpPr>
          <p:spPr bwMode="auto">
            <a:xfrm>
              <a:off x="2170" y="333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Line 248"/>
            <p:cNvSpPr>
              <a:spLocks noChangeShapeType="1"/>
            </p:cNvSpPr>
            <p:nvPr/>
          </p:nvSpPr>
          <p:spPr bwMode="auto">
            <a:xfrm>
              <a:off x="2170" y="3104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Line 249"/>
            <p:cNvSpPr>
              <a:spLocks noChangeShapeType="1"/>
            </p:cNvSpPr>
            <p:nvPr/>
          </p:nvSpPr>
          <p:spPr bwMode="auto">
            <a:xfrm>
              <a:off x="2170" y="287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Line 250"/>
            <p:cNvSpPr>
              <a:spLocks noChangeShapeType="1"/>
            </p:cNvSpPr>
            <p:nvPr/>
          </p:nvSpPr>
          <p:spPr bwMode="auto">
            <a:xfrm>
              <a:off x="2170" y="265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Line 251"/>
            <p:cNvSpPr>
              <a:spLocks noChangeShapeType="1"/>
            </p:cNvSpPr>
            <p:nvPr/>
          </p:nvSpPr>
          <p:spPr bwMode="auto">
            <a:xfrm>
              <a:off x="2170" y="242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Line 252"/>
            <p:cNvSpPr>
              <a:spLocks noChangeShapeType="1"/>
            </p:cNvSpPr>
            <p:nvPr/>
          </p:nvSpPr>
          <p:spPr bwMode="auto">
            <a:xfrm>
              <a:off x="2170" y="219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Line 253"/>
            <p:cNvSpPr>
              <a:spLocks noChangeShapeType="1"/>
            </p:cNvSpPr>
            <p:nvPr/>
          </p:nvSpPr>
          <p:spPr bwMode="auto">
            <a:xfrm>
              <a:off x="2170" y="196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Line 254"/>
            <p:cNvSpPr>
              <a:spLocks noChangeShapeType="1"/>
            </p:cNvSpPr>
            <p:nvPr/>
          </p:nvSpPr>
          <p:spPr bwMode="auto">
            <a:xfrm>
              <a:off x="2170" y="174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Line 255"/>
            <p:cNvSpPr>
              <a:spLocks noChangeShapeType="1"/>
            </p:cNvSpPr>
            <p:nvPr/>
          </p:nvSpPr>
          <p:spPr bwMode="auto">
            <a:xfrm>
              <a:off x="2170" y="1513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Line 256"/>
            <p:cNvSpPr>
              <a:spLocks noChangeShapeType="1"/>
            </p:cNvSpPr>
            <p:nvPr/>
          </p:nvSpPr>
          <p:spPr bwMode="auto">
            <a:xfrm>
              <a:off x="2170" y="128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Line 257"/>
            <p:cNvSpPr>
              <a:spLocks noChangeShapeType="1"/>
            </p:cNvSpPr>
            <p:nvPr/>
          </p:nvSpPr>
          <p:spPr bwMode="auto">
            <a:xfrm>
              <a:off x="2170" y="1058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Rectangle 258"/>
            <p:cNvSpPr>
              <a:spLocks noChangeArrowheads="1"/>
            </p:cNvSpPr>
            <p:nvPr/>
          </p:nvSpPr>
          <p:spPr bwMode="auto">
            <a:xfrm>
              <a:off x="2109" y="3300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1" name="Rectangle 259"/>
            <p:cNvSpPr>
              <a:spLocks noChangeArrowheads="1"/>
            </p:cNvSpPr>
            <p:nvPr/>
          </p:nvSpPr>
          <p:spPr bwMode="auto">
            <a:xfrm>
              <a:off x="2109" y="307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2" name="Rectangle 260"/>
            <p:cNvSpPr>
              <a:spLocks noChangeArrowheads="1"/>
            </p:cNvSpPr>
            <p:nvPr/>
          </p:nvSpPr>
          <p:spPr bwMode="auto">
            <a:xfrm>
              <a:off x="2109" y="2843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3" name="Rectangle 261"/>
            <p:cNvSpPr>
              <a:spLocks noChangeArrowheads="1"/>
            </p:cNvSpPr>
            <p:nvPr/>
          </p:nvSpPr>
          <p:spPr bwMode="auto">
            <a:xfrm>
              <a:off x="2109" y="2617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4" name="Rectangle 262"/>
            <p:cNvSpPr>
              <a:spLocks noChangeArrowheads="1"/>
            </p:cNvSpPr>
            <p:nvPr/>
          </p:nvSpPr>
          <p:spPr bwMode="auto">
            <a:xfrm>
              <a:off x="2109" y="2391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5" name="Rectangle 263"/>
            <p:cNvSpPr>
              <a:spLocks noChangeArrowheads="1"/>
            </p:cNvSpPr>
            <p:nvPr/>
          </p:nvSpPr>
          <p:spPr bwMode="auto">
            <a:xfrm>
              <a:off x="2077" y="2160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6" name="Rectangle 264"/>
            <p:cNvSpPr>
              <a:spLocks noChangeArrowheads="1"/>
            </p:cNvSpPr>
            <p:nvPr/>
          </p:nvSpPr>
          <p:spPr bwMode="auto">
            <a:xfrm>
              <a:off x="2077" y="193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7" name="Rectangle 265"/>
            <p:cNvSpPr>
              <a:spLocks noChangeArrowheads="1"/>
            </p:cNvSpPr>
            <p:nvPr/>
          </p:nvSpPr>
          <p:spPr bwMode="auto">
            <a:xfrm>
              <a:off x="2077" y="1708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8" name="Rectangle 266"/>
            <p:cNvSpPr>
              <a:spLocks noChangeArrowheads="1"/>
            </p:cNvSpPr>
            <p:nvPr/>
          </p:nvSpPr>
          <p:spPr bwMode="auto">
            <a:xfrm>
              <a:off x="2077" y="148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9" name="Rectangle 267"/>
            <p:cNvSpPr>
              <a:spLocks noChangeArrowheads="1"/>
            </p:cNvSpPr>
            <p:nvPr/>
          </p:nvSpPr>
          <p:spPr bwMode="auto">
            <a:xfrm>
              <a:off x="2077" y="125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30" name="Rectangle 268"/>
            <p:cNvSpPr>
              <a:spLocks noChangeArrowheads="1"/>
            </p:cNvSpPr>
            <p:nvPr/>
          </p:nvSpPr>
          <p:spPr bwMode="auto">
            <a:xfrm>
              <a:off x="2077" y="1026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31" name="Oval 26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27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Oval 27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27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Oval 27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27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Oval 27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27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Oval 27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27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Oval 27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28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Oval 28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28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Oval 28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28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Oval 28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28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Oval 28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28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Oval 28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29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Oval 29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29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Oval 29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29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295"/>
            <p:cNvSpPr>
              <a:spLocks/>
            </p:cNvSpPr>
            <p:nvPr/>
          </p:nvSpPr>
          <p:spPr bwMode="auto">
            <a:xfrm>
              <a:off x="2965" y="944"/>
              <a:ext cx="794" cy="1478"/>
            </a:xfrm>
            <a:custGeom>
              <a:avLst/>
              <a:gdLst>
                <a:gd name="T0" fmla="*/ 0 w 794"/>
                <a:gd name="T1" fmla="*/ 1251 h 1478"/>
                <a:gd name="T2" fmla="*/ 227 w 794"/>
                <a:gd name="T3" fmla="*/ 1478 h 1478"/>
                <a:gd name="T4" fmla="*/ 227 w 794"/>
                <a:gd name="T5" fmla="*/ 1023 h 1478"/>
                <a:gd name="T6" fmla="*/ 567 w 794"/>
                <a:gd name="T7" fmla="*/ 1023 h 1478"/>
                <a:gd name="T8" fmla="*/ 227 w 794"/>
                <a:gd name="T9" fmla="*/ 1023 h 1478"/>
                <a:gd name="T10" fmla="*/ 567 w 794"/>
                <a:gd name="T11" fmla="*/ 910 h 1478"/>
                <a:gd name="T12" fmla="*/ 567 w 794"/>
                <a:gd name="T13" fmla="*/ 1137 h 1478"/>
                <a:gd name="T14" fmla="*/ 794 w 794"/>
                <a:gd name="T15" fmla="*/ 1137 h 1478"/>
                <a:gd name="T16" fmla="*/ 794 w 794"/>
                <a:gd name="T17" fmla="*/ 1137 h 1478"/>
                <a:gd name="T18" fmla="*/ 794 w 794"/>
                <a:gd name="T19" fmla="*/ 796 h 1478"/>
                <a:gd name="T20" fmla="*/ 794 w 794"/>
                <a:gd name="T21" fmla="*/ 682 h 1478"/>
                <a:gd name="T22" fmla="*/ 567 w 794"/>
                <a:gd name="T23" fmla="*/ 796 h 1478"/>
                <a:gd name="T24" fmla="*/ 794 w 794"/>
                <a:gd name="T25" fmla="*/ 910 h 1478"/>
                <a:gd name="T26" fmla="*/ 794 w 794"/>
                <a:gd name="T27" fmla="*/ 1023 h 1478"/>
                <a:gd name="T28" fmla="*/ 680 w 794"/>
                <a:gd name="T29" fmla="*/ 682 h 1478"/>
                <a:gd name="T30" fmla="*/ 794 w 794"/>
                <a:gd name="T31" fmla="*/ 569 h 1478"/>
                <a:gd name="T32" fmla="*/ 680 w 794"/>
                <a:gd name="T33" fmla="*/ 341 h 1478"/>
                <a:gd name="T34" fmla="*/ 567 w 794"/>
                <a:gd name="T35" fmla="*/ 341 h 1478"/>
                <a:gd name="T36" fmla="*/ 567 w 794"/>
                <a:gd name="T37" fmla="*/ 228 h 1478"/>
                <a:gd name="T38" fmla="*/ 680 w 794"/>
                <a:gd name="T39" fmla="*/ 341 h 1478"/>
                <a:gd name="T40" fmla="*/ 567 w 794"/>
                <a:gd name="T41" fmla="*/ 455 h 1478"/>
                <a:gd name="T42" fmla="*/ 453 w 794"/>
                <a:gd name="T43" fmla="*/ 455 h 1478"/>
                <a:gd name="T44" fmla="*/ 340 w 794"/>
                <a:gd name="T45" fmla="*/ 569 h 1478"/>
                <a:gd name="T46" fmla="*/ 227 w 794"/>
                <a:gd name="T47" fmla="*/ 341 h 1478"/>
                <a:gd name="T48" fmla="*/ 113 w 794"/>
                <a:gd name="T49" fmla="*/ 455 h 1478"/>
                <a:gd name="T50" fmla="*/ 227 w 794"/>
                <a:gd name="T51" fmla="*/ 569 h 1478"/>
                <a:gd name="T52" fmla="*/ 227 w 794"/>
                <a:gd name="T53" fmla="*/ 796 h 1478"/>
                <a:gd name="T54" fmla="*/ 113 w 794"/>
                <a:gd name="T55" fmla="*/ 569 h 1478"/>
                <a:gd name="T56" fmla="*/ 340 w 794"/>
                <a:gd name="T57" fmla="*/ 569 h 1478"/>
                <a:gd name="T58" fmla="*/ 227 w 794"/>
                <a:gd name="T59" fmla="*/ 341 h 1478"/>
                <a:gd name="T60" fmla="*/ 340 w 794"/>
                <a:gd name="T61" fmla="*/ 341 h 1478"/>
                <a:gd name="T62" fmla="*/ 340 w 794"/>
                <a:gd name="T63" fmla="*/ 228 h 1478"/>
                <a:gd name="T64" fmla="*/ 227 w 794"/>
                <a:gd name="T65" fmla="*/ 114 h 1478"/>
                <a:gd name="T66" fmla="*/ 113 w 794"/>
                <a:gd name="T67" fmla="*/ 114 h 1478"/>
                <a:gd name="T68" fmla="*/ 227 w 794"/>
                <a:gd name="T69" fmla="*/ 114 h 1478"/>
                <a:gd name="T70" fmla="*/ 113 w 794"/>
                <a:gd name="T71" fmla="*/ 228 h 1478"/>
                <a:gd name="T72" fmla="*/ 113 w 794"/>
                <a:gd name="T73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94" h="1478">
                  <a:moveTo>
                    <a:pt x="0" y="1251"/>
                  </a:moveTo>
                  <a:lnTo>
                    <a:pt x="227" y="1478"/>
                  </a:lnTo>
                  <a:lnTo>
                    <a:pt x="227" y="1023"/>
                  </a:lnTo>
                  <a:lnTo>
                    <a:pt x="567" y="1023"/>
                  </a:lnTo>
                  <a:lnTo>
                    <a:pt x="227" y="1023"/>
                  </a:lnTo>
                  <a:lnTo>
                    <a:pt x="567" y="910"/>
                  </a:lnTo>
                  <a:lnTo>
                    <a:pt x="567" y="1137"/>
                  </a:lnTo>
                  <a:lnTo>
                    <a:pt x="794" y="1137"/>
                  </a:lnTo>
                  <a:lnTo>
                    <a:pt x="794" y="1137"/>
                  </a:lnTo>
                  <a:lnTo>
                    <a:pt x="794" y="796"/>
                  </a:lnTo>
                  <a:lnTo>
                    <a:pt x="794" y="682"/>
                  </a:lnTo>
                  <a:lnTo>
                    <a:pt x="567" y="796"/>
                  </a:lnTo>
                  <a:lnTo>
                    <a:pt x="794" y="910"/>
                  </a:lnTo>
                  <a:lnTo>
                    <a:pt x="794" y="1023"/>
                  </a:lnTo>
                  <a:lnTo>
                    <a:pt x="680" y="682"/>
                  </a:lnTo>
                  <a:lnTo>
                    <a:pt x="794" y="569"/>
                  </a:lnTo>
                  <a:lnTo>
                    <a:pt x="680" y="341"/>
                  </a:lnTo>
                  <a:lnTo>
                    <a:pt x="567" y="341"/>
                  </a:lnTo>
                  <a:lnTo>
                    <a:pt x="567" y="228"/>
                  </a:lnTo>
                  <a:lnTo>
                    <a:pt x="680" y="341"/>
                  </a:lnTo>
                  <a:lnTo>
                    <a:pt x="567" y="455"/>
                  </a:lnTo>
                  <a:lnTo>
                    <a:pt x="453" y="455"/>
                  </a:lnTo>
                  <a:lnTo>
                    <a:pt x="340" y="569"/>
                  </a:lnTo>
                  <a:lnTo>
                    <a:pt x="227" y="341"/>
                  </a:lnTo>
                  <a:lnTo>
                    <a:pt x="113" y="455"/>
                  </a:lnTo>
                  <a:lnTo>
                    <a:pt x="227" y="569"/>
                  </a:lnTo>
                  <a:lnTo>
                    <a:pt x="227" y="796"/>
                  </a:lnTo>
                  <a:lnTo>
                    <a:pt x="113" y="569"/>
                  </a:lnTo>
                  <a:lnTo>
                    <a:pt x="340" y="569"/>
                  </a:lnTo>
                  <a:lnTo>
                    <a:pt x="227" y="341"/>
                  </a:lnTo>
                  <a:lnTo>
                    <a:pt x="340" y="341"/>
                  </a:lnTo>
                  <a:lnTo>
                    <a:pt x="340" y="228"/>
                  </a:lnTo>
                  <a:lnTo>
                    <a:pt x="227" y="114"/>
                  </a:lnTo>
                  <a:lnTo>
                    <a:pt x="113" y="114"/>
                  </a:lnTo>
                  <a:lnTo>
                    <a:pt x="227" y="114"/>
                  </a:lnTo>
                  <a:lnTo>
                    <a:pt x="113" y="228"/>
                  </a:lnTo>
                  <a:lnTo>
                    <a:pt x="113" y="0"/>
                  </a:lnTo>
                </a:path>
              </a:pathLst>
            </a:custGeom>
            <a:noFill/>
            <a:ln w="28575" cap="flat">
              <a:solidFill>
                <a:srgbClr val="00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Oval 29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29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Oval 298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299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Oval 300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301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Oval 302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303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Oval 304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305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Oval 306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307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Oval 308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309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Oval 310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311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Oval 312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313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Oval 314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315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Oval 316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317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Oval 318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319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Oval 320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321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Oval 322"/>
            <p:cNvSpPr>
              <a:spLocks noChangeArrowheads="1"/>
            </p:cNvSpPr>
            <p:nvPr/>
          </p:nvSpPr>
          <p:spPr bwMode="auto">
            <a:xfrm>
              <a:off x="3740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323"/>
            <p:cNvSpPr>
              <a:spLocks noEditPoints="1"/>
            </p:cNvSpPr>
            <p:nvPr/>
          </p:nvSpPr>
          <p:spPr bwMode="auto">
            <a:xfrm>
              <a:off x="373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Oval 324"/>
            <p:cNvSpPr>
              <a:spLocks noChangeArrowheads="1"/>
            </p:cNvSpPr>
            <p:nvPr/>
          </p:nvSpPr>
          <p:spPr bwMode="auto">
            <a:xfrm>
              <a:off x="3627" y="1608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325"/>
            <p:cNvSpPr>
              <a:spLocks noEditPoints="1"/>
            </p:cNvSpPr>
            <p:nvPr/>
          </p:nvSpPr>
          <p:spPr bwMode="auto">
            <a:xfrm>
              <a:off x="3617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Oval 326"/>
            <p:cNvSpPr>
              <a:spLocks noChangeArrowheads="1"/>
            </p:cNvSpPr>
            <p:nvPr/>
          </p:nvSpPr>
          <p:spPr bwMode="auto">
            <a:xfrm>
              <a:off x="3740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327"/>
            <p:cNvSpPr>
              <a:spLocks noEditPoints="1"/>
            </p:cNvSpPr>
            <p:nvPr/>
          </p:nvSpPr>
          <p:spPr bwMode="auto">
            <a:xfrm>
              <a:off x="373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Oval 328"/>
            <p:cNvSpPr>
              <a:spLocks noChangeArrowheads="1"/>
            </p:cNvSpPr>
            <p:nvPr/>
          </p:nvSpPr>
          <p:spPr bwMode="auto">
            <a:xfrm>
              <a:off x="3627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329"/>
            <p:cNvSpPr>
              <a:spLocks noEditPoints="1"/>
            </p:cNvSpPr>
            <p:nvPr/>
          </p:nvSpPr>
          <p:spPr bwMode="auto">
            <a:xfrm>
              <a:off x="3617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Oval 330"/>
            <p:cNvSpPr>
              <a:spLocks noChangeArrowheads="1"/>
            </p:cNvSpPr>
            <p:nvPr/>
          </p:nvSpPr>
          <p:spPr bwMode="auto">
            <a:xfrm>
              <a:off x="3513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331"/>
            <p:cNvSpPr>
              <a:spLocks noEditPoints="1"/>
            </p:cNvSpPr>
            <p:nvPr/>
          </p:nvSpPr>
          <p:spPr bwMode="auto">
            <a:xfrm>
              <a:off x="350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Oval 332"/>
            <p:cNvSpPr>
              <a:spLocks noChangeArrowheads="1"/>
            </p:cNvSpPr>
            <p:nvPr/>
          </p:nvSpPr>
          <p:spPr bwMode="auto">
            <a:xfrm>
              <a:off x="3513" y="115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333"/>
            <p:cNvSpPr>
              <a:spLocks noEditPoints="1"/>
            </p:cNvSpPr>
            <p:nvPr/>
          </p:nvSpPr>
          <p:spPr bwMode="auto">
            <a:xfrm>
              <a:off x="350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Oval 334"/>
            <p:cNvSpPr>
              <a:spLocks noChangeArrowheads="1"/>
            </p:cNvSpPr>
            <p:nvPr/>
          </p:nvSpPr>
          <p:spPr bwMode="auto">
            <a:xfrm>
              <a:off x="3627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335"/>
            <p:cNvSpPr>
              <a:spLocks noEditPoints="1"/>
            </p:cNvSpPr>
            <p:nvPr/>
          </p:nvSpPr>
          <p:spPr bwMode="auto">
            <a:xfrm>
              <a:off x="3617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Oval 336"/>
            <p:cNvSpPr>
              <a:spLocks noChangeArrowheads="1"/>
            </p:cNvSpPr>
            <p:nvPr/>
          </p:nvSpPr>
          <p:spPr bwMode="auto">
            <a:xfrm>
              <a:off x="3513" y="138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337"/>
            <p:cNvSpPr>
              <a:spLocks noEditPoints="1"/>
            </p:cNvSpPr>
            <p:nvPr/>
          </p:nvSpPr>
          <p:spPr bwMode="auto">
            <a:xfrm>
              <a:off x="350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Oval 338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339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Oval 340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341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Oval 342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343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Oval 344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345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Oval 346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347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Oval 348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349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Oval 350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351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Oval 352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353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Oval 354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355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Oval 356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357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Oval 358"/>
            <p:cNvSpPr>
              <a:spLocks noChangeArrowheads="1"/>
            </p:cNvSpPr>
            <p:nvPr/>
          </p:nvSpPr>
          <p:spPr bwMode="auto">
            <a:xfrm>
              <a:off x="3286" y="115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359"/>
            <p:cNvSpPr>
              <a:spLocks noEditPoints="1"/>
            </p:cNvSpPr>
            <p:nvPr/>
          </p:nvSpPr>
          <p:spPr bwMode="auto">
            <a:xfrm>
              <a:off x="327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Oval 360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361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Oval 362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363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Oval 364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365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Oval 366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367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Oval 368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369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Oval 370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371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Oval 372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373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Oval 374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375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Oval 376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377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Oval 378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379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Oval 380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381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Oval 38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38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Oval 384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385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Oval 386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387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Oval 38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38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Oval 39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39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Oval 39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39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Oval 39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39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396"/>
            <p:cNvSpPr>
              <a:spLocks/>
            </p:cNvSpPr>
            <p:nvPr/>
          </p:nvSpPr>
          <p:spPr bwMode="auto">
            <a:xfrm>
              <a:off x="2170" y="1172"/>
              <a:ext cx="1589" cy="1705"/>
            </a:xfrm>
            <a:custGeom>
              <a:avLst/>
              <a:gdLst>
                <a:gd name="T0" fmla="*/ 795 w 1589"/>
                <a:gd name="T1" fmla="*/ 1023 h 1705"/>
                <a:gd name="T2" fmla="*/ 568 w 1589"/>
                <a:gd name="T3" fmla="*/ 682 h 1705"/>
                <a:gd name="T4" fmla="*/ 227 w 1589"/>
                <a:gd name="T5" fmla="*/ 909 h 1705"/>
                <a:gd name="T6" fmla="*/ 568 w 1589"/>
                <a:gd name="T7" fmla="*/ 1250 h 1705"/>
                <a:gd name="T8" fmla="*/ 568 w 1589"/>
                <a:gd name="T9" fmla="*/ 795 h 1705"/>
                <a:gd name="T10" fmla="*/ 454 w 1589"/>
                <a:gd name="T11" fmla="*/ 454 h 1705"/>
                <a:gd name="T12" fmla="*/ 341 w 1589"/>
                <a:gd name="T13" fmla="*/ 682 h 1705"/>
                <a:gd name="T14" fmla="*/ 341 w 1589"/>
                <a:gd name="T15" fmla="*/ 454 h 1705"/>
                <a:gd name="T16" fmla="*/ 341 w 1589"/>
                <a:gd name="T17" fmla="*/ 454 h 1705"/>
                <a:gd name="T18" fmla="*/ 341 w 1589"/>
                <a:gd name="T19" fmla="*/ 909 h 1705"/>
                <a:gd name="T20" fmla="*/ 681 w 1589"/>
                <a:gd name="T21" fmla="*/ 1250 h 1705"/>
                <a:gd name="T22" fmla="*/ 227 w 1589"/>
                <a:gd name="T23" fmla="*/ 795 h 1705"/>
                <a:gd name="T24" fmla="*/ 568 w 1589"/>
                <a:gd name="T25" fmla="*/ 1137 h 1705"/>
                <a:gd name="T26" fmla="*/ 908 w 1589"/>
                <a:gd name="T27" fmla="*/ 1137 h 1705"/>
                <a:gd name="T28" fmla="*/ 681 w 1589"/>
                <a:gd name="T29" fmla="*/ 909 h 1705"/>
                <a:gd name="T30" fmla="*/ 795 w 1589"/>
                <a:gd name="T31" fmla="*/ 1137 h 1705"/>
                <a:gd name="T32" fmla="*/ 1135 w 1589"/>
                <a:gd name="T33" fmla="*/ 1364 h 1705"/>
                <a:gd name="T34" fmla="*/ 1589 w 1589"/>
                <a:gd name="T35" fmla="*/ 1364 h 1705"/>
                <a:gd name="T36" fmla="*/ 1135 w 1589"/>
                <a:gd name="T37" fmla="*/ 909 h 1705"/>
                <a:gd name="T38" fmla="*/ 1475 w 1589"/>
                <a:gd name="T39" fmla="*/ 568 h 1705"/>
                <a:gd name="T40" fmla="*/ 681 w 1589"/>
                <a:gd name="T41" fmla="*/ 568 h 1705"/>
                <a:gd name="T42" fmla="*/ 341 w 1589"/>
                <a:gd name="T43" fmla="*/ 1705 h 1705"/>
                <a:gd name="T44" fmla="*/ 454 w 1589"/>
                <a:gd name="T45" fmla="*/ 113 h 1705"/>
                <a:gd name="T46" fmla="*/ 454 w 1589"/>
                <a:gd name="T47" fmla="*/ 0 h 1705"/>
                <a:gd name="T48" fmla="*/ 568 w 1589"/>
                <a:gd name="T49" fmla="*/ 113 h 1705"/>
                <a:gd name="T50" fmla="*/ 454 w 1589"/>
                <a:gd name="T51" fmla="*/ 227 h 1705"/>
                <a:gd name="T52" fmla="*/ 341 w 1589"/>
                <a:gd name="T53" fmla="*/ 227 h 1705"/>
                <a:gd name="T54" fmla="*/ 341 w 1589"/>
                <a:gd name="T55" fmla="*/ 341 h 1705"/>
                <a:gd name="T56" fmla="*/ 114 w 1589"/>
                <a:gd name="T57" fmla="*/ 568 h 1705"/>
                <a:gd name="T58" fmla="*/ 0 w 1589"/>
                <a:gd name="T59" fmla="*/ 341 h 1705"/>
                <a:gd name="T60" fmla="*/ 227 w 1589"/>
                <a:gd name="T61" fmla="*/ 568 h 1705"/>
                <a:gd name="T62" fmla="*/ 454 w 1589"/>
                <a:gd name="T63" fmla="*/ 341 h 1705"/>
                <a:gd name="T64" fmla="*/ 227 w 1589"/>
                <a:gd name="T65" fmla="*/ 341 h 1705"/>
                <a:gd name="T66" fmla="*/ 454 w 1589"/>
                <a:gd name="T67" fmla="*/ 568 h 1705"/>
                <a:gd name="T68" fmla="*/ 227 w 1589"/>
                <a:gd name="T69" fmla="*/ 795 h 1705"/>
                <a:gd name="T70" fmla="*/ 0 w 1589"/>
                <a:gd name="T71" fmla="*/ 795 h 1705"/>
                <a:gd name="T72" fmla="*/ 341 w 1589"/>
                <a:gd name="T73" fmla="*/ 1137 h 1705"/>
                <a:gd name="T74" fmla="*/ 681 w 1589"/>
                <a:gd name="T75" fmla="*/ 1478 h 1705"/>
                <a:gd name="T76" fmla="*/ 227 w 1589"/>
                <a:gd name="T77" fmla="*/ 1478 h 1705"/>
                <a:gd name="T78" fmla="*/ 681 w 1589"/>
                <a:gd name="T79" fmla="*/ 1023 h 1705"/>
                <a:gd name="T80" fmla="*/ 1135 w 1589"/>
                <a:gd name="T81" fmla="*/ 568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89" h="1705">
                  <a:moveTo>
                    <a:pt x="795" y="1023"/>
                  </a:moveTo>
                  <a:lnTo>
                    <a:pt x="568" y="682"/>
                  </a:lnTo>
                  <a:lnTo>
                    <a:pt x="227" y="909"/>
                  </a:lnTo>
                  <a:lnTo>
                    <a:pt x="568" y="1250"/>
                  </a:lnTo>
                  <a:lnTo>
                    <a:pt x="568" y="795"/>
                  </a:lnTo>
                  <a:lnTo>
                    <a:pt x="454" y="454"/>
                  </a:lnTo>
                  <a:lnTo>
                    <a:pt x="341" y="682"/>
                  </a:lnTo>
                  <a:lnTo>
                    <a:pt x="341" y="454"/>
                  </a:lnTo>
                  <a:lnTo>
                    <a:pt x="341" y="454"/>
                  </a:lnTo>
                  <a:lnTo>
                    <a:pt x="341" y="909"/>
                  </a:lnTo>
                  <a:lnTo>
                    <a:pt x="681" y="1250"/>
                  </a:lnTo>
                  <a:lnTo>
                    <a:pt x="227" y="795"/>
                  </a:lnTo>
                  <a:lnTo>
                    <a:pt x="568" y="1137"/>
                  </a:lnTo>
                  <a:lnTo>
                    <a:pt x="908" y="1137"/>
                  </a:lnTo>
                  <a:lnTo>
                    <a:pt x="681" y="909"/>
                  </a:lnTo>
                  <a:lnTo>
                    <a:pt x="795" y="1137"/>
                  </a:lnTo>
                  <a:lnTo>
                    <a:pt x="1135" y="1364"/>
                  </a:lnTo>
                  <a:lnTo>
                    <a:pt x="1589" y="1364"/>
                  </a:lnTo>
                  <a:lnTo>
                    <a:pt x="1135" y="909"/>
                  </a:lnTo>
                  <a:lnTo>
                    <a:pt x="1475" y="568"/>
                  </a:lnTo>
                  <a:lnTo>
                    <a:pt x="681" y="568"/>
                  </a:lnTo>
                  <a:lnTo>
                    <a:pt x="341" y="1705"/>
                  </a:lnTo>
                  <a:lnTo>
                    <a:pt x="454" y="113"/>
                  </a:lnTo>
                  <a:lnTo>
                    <a:pt x="454" y="0"/>
                  </a:lnTo>
                  <a:lnTo>
                    <a:pt x="568" y="113"/>
                  </a:lnTo>
                  <a:lnTo>
                    <a:pt x="454" y="227"/>
                  </a:lnTo>
                  <a:lnTo>
                    <a:pt x="341" y="227"/>
                  </a:lnTo>
                  <a:lnTo>
                    <a:pt x="341" y="341"/>
                  </a:lnTo>
                  <a:lnTo>
                    <a:pt x="114" y="568"/>
                  </a:lnTo>
                  <a:lnTo>
                    <a:pt x="0" y="341"/>
                  </a:lnTo>
                  <a:lnTo>
                    <a:pt x="227" y="568"/>
                  </a:lnTo>
                  <a:lnTo>
                    <a:pt x="454" y="341"/>
                  </a:lnTo>
                  <a:lnTo>
                    <a:pt x="227" y="341"/>
                  </a:lnTo>
                  <a:lnTo>
                    <a:pt x="454" y="568"/>
                  </a:lnTo>
                  <a:lnTo>
                    <a:pt x="227" y="795"/>
                  </a:lnTo>
                  <a:lnTo>
                    <a:pt x="0" y="795"/>
                  </a:lnTo>
                  <a:lnTo>
                    <a:pt x="341" y="1137"/>
                  </a:lnTo>
                  <a:lnTo>
                    <a:pt x="681" y="1478"/>
                  </a:lnTo>
                  <a:lnTo>
                    <a:pt x="227" y="1478"/>
                  </a:lnTo>
                  <a:lnTo>
                    <a:pt x="681" y="1023"/>
                  </a:lnTo>
                  <a:lnTo>
                    <a:pt x="1135" y="568"/>
                  </a:lnTo>
                </a:path>
              </a:pathLst>
            </a:custGeom>
            <a:noFill/>
            <a:ln w="28575" cap="flat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Oval 39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39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Oval 399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400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Oval 401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402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Oval 403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404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Oval 405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07"/>
          <p:cNvGrpSpPr>
            <a:grpSpLocks/>
          </p:cNvGrpSpPr>
          <p:nvPr/>
        </p:nvGrpSpPr>
        <p:grpSpPr bwMode="auto">
          <a:xfrm>
            <a:off x="3402012" y="1374776"/>
            <a:ext cx="2608263" cy="3236913"/>
            <a:chOff x="2143" y="866"/>
            <a:chExt cx="1643" cy="2039"/>
          </a:xfrm>
        </p:grpSpPr>
        <p:sp>
          <p:nvSpPr>
            <p:cNvPr id="1368" name="Freeform 407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Oval 408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409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Oval 410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411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Oval 412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413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Oval 414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415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Oval 416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417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Oval 418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419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Oval 420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421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Oval 422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423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Oval 424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425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Oval 426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427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Oval 428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429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Oval 430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431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Oval 432"/>
            <p:cNvSpPr>
              <a:spLocks noChangeArrowheads="1"/>
            </p:cNvSpPr>
            <p:nvPr/>
          </p:nvSpPr>
          <p:spPr bwMode="auto">
            <a:xfrm>
              <a:off x="3740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433"/>
            <p:cNvSpPr>
              <a:spLocks noEditPoints="1"/>
            </p:cNvSpPr>
            <p:nvPr/>
          </p:nvSpPr>
          <p:spPr bwMode="auto">
            <a:xfrm>
              <a:off x="373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Oval 434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435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Oval 436"/>
            <p:cNvSpPr>
              <a:spLocks noChangeArrowheads="1"/>
            </p:cNvSpPr>
            <p:nvPr/>
          </p:nvSpPr>
          <p:spPr bwMode="auto">
            <a:xfrm>
              <a:off x="3627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437"/>
            <p:cNvSpPr>
              <a:spLocks noEditPoints="1"/>
            </p:cNvSpPr>
            <p:nvPr/>
          </p:nvSpPr>
          <p:spPr bwMode="auto">
            <a:xfrm>
              <a:off x="3617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Oval 438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439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Oval 440"/>
            <p:cNvSpPr>
              <a:spLocks noChangeArrowheads="1"/>
            </p:cNvSpPr>
            <p:nvPr/>
          </p:nvSpPr>
          <p:spPr bwMode="auto">
            <a:xfrm>
              <a:off x="2492" y="2859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441"/>
            <p:cNvSpPr>
              <a:spLocks noEditPoints="1"/>
            </p:cNvSpPr>
            <p:nvPr/>
          </p:nvSpPr>
          <p:spPr bwMode="auto">
            <a:xfrm>
              <a:off x="2483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Oval 442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443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Oval 444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445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Oval 446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447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Oval 448"/>
            <p:cNvSpPr>
              <a:spLocks noChangeArrowheads="1"/>
            </p:cNvSpPr>
            <p:nvPr/>
          </p:nvSpPr>
          <p:spPr bwMode="auto">
            <a:xfrm>
              <a:off x="2606" y="138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449"/>
            <p:cNvSpPr>
              <a:spLocks noEditPoints="1"/>
            </p:cNvSpPr>
            <p:nvPr/>
          </p:nvSpPr>
          <p:spPr bwMode="auto">
            <a:xfrm>
              <a:off x="259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Oval 450"/>
            <p:cNvSpPr>
              <a:spLocks noChangeArrowheads="1"/>
            </p:cNvSpPr>
            <p:nvPr/>
          </p:nvSpPr>
          <p:spPr bwMode="auto">
            <a:xfrm>
              <a:off x="2492" y="138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451"/>
            <p:cNvSpPr>
              <a:spLocks noEditPoints="1"/>
            </p:cNvSpPr>
            <p:nvPr/>
          </p:nvSpPr>
          <p:spPr bwMode="auto">
            <a:xfrm>
              <a:off x="2483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Oval 452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453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Oval 454"/>
            <p:cNvSpPr>
              <a:spLocks noChangeArrowheads="1"/>
            </p:cNvSpPr>
            <p:nvPr/>
          </p:nvSpPr>
          <p:spPr bwMode="auto">
            <a:xfrm>
              <a:off x="2265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455"/>
            <p:cNvSpPr>
              <a:spLocks noEditPoints="1"/>
            </p:cNvSpPr>
            <p:nvPr/>
          </p:nvSpPr>
          <p:spPr bwMode="auto">
            <a:xfrm>
              <a:off x="2256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Oval 456"/>
            <p:cNvSpPr>
              <a:spLocks noChangeArrowheads="1"/>
            </p:cNvSpPr>
            <p:nvPr/>
          </p:nvSpPr>
          <p:spPr bwMode="auto">
            <a:xfrm>
              <a:off x="2152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457"/>
            <p:cNvSpPr>
              <a:spLocks noEditPoints="1"/>
            </p:cNvSpPr>
            <p:nvPr/>
          </p:nvSpPr>
          <p:spPr bwMode="auto">
            <a:xfrm>
              <a:off x="214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Oval 458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459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Oval 460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461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Oval 462"/>
            <p:cNvSpPr>
              <a:spLocks noChangeArrowheads="1"/>
            </p:cNvSpPr>
            <p:nvPr/>
          </p:nvSpPr>
          <p:spPr bwMode="auto">
            <a:xfrm>
              <a:off x="2379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463"/>
            <p:cNvSpPr>
              <a:spLocks noEditPoints="1"/>
            </p:cNvSpPr>
            <p:nvPr/>
          </p:nvSpPr>
          <p:spPr bwMode="auto">
            <a:xfrm>
              <a:off x="237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Oval 464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465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Oval 466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467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Oval 468"/>
            <p:cNvSpPr>
              <a:spLocks noChangeArrowheads="1"/>
            </p:cNvSpPr>
            <p:nvPr/>
          </p:nvSpPr>
          <p:spPr bwMode="auto">
            <a:xfrm>
              <a:off x="215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469"/>
            <p:cNvSpPr>
              <a:spLocks noEditPoints="1"/>
            </p:cNvSpPr>
            <p:nvPr/>
          </p:nvSpPr>
          <p:spPr bwMode="auto">
            <a:xfrm>
              <a:off x="214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Oval 470"/>
            <p:cNvSpPr>
              <a:spLocks noChangeArrowheads="1"/>
            </p:cNvSpPr>
            <p:nvPr/>
          </p:nvSpPr>
          <p:spPr bwMode="auto">
            <a:xfrm>
              <a:off x="2492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471"/>
            <p:cNvSpPr>
              <a:spLocks noEditPoints="1"/>
            </p:cNvSpPr>
            <p:nvPr/>
          </p:nvSpPr>
          <p:spPr bwMode="auto">
            <a:xfrm>
              <a:off x="248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Oval 472"/>
            <p:cNvSpPr>
              <a:spLocks noChangeArrowheads="1"/>
            </p:cNvSpPr>
            <p:nvPr/>
          </p:nvSpPr>
          <p:spPr bwMode="auto">
            <a:xfrm>
              <a:off x="2833" y="2631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473"/>
            <p:cNvSpPr>
              <a:spLocks noEditPoints="1"/>
            </p:cNvSpPr>
            <p:nvPr/>
          </p:nvSpPr>
          <p:spPr bwMode="auto">
            <a:xfrm>
              <a:off x="2823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Oval 474"/>
            <p:cNvSpPr>
              <a:spLocks noChangeArrowheads="1"/>
            </p:cNvSpPr>
            <p:nvPr/>
          </p:nvSpPr>
          <p:spPr bwMode="auto">
            <a:xfrm>
              <a:off x="2379" y="2631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475"/>
            <p:cNvSpPr>
              <a:spLocks noEditPoints="1"/>
            </p:cNvSpPr>
            <p:nvPr/>
          </p:nvSpPr>
          <p:spPr bwMode="auto">
            <a:xfrm>
              <a:off x="237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Oval 476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477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Oval 478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479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Oval 480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481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Oval 482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483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Oval 484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485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Oval 486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487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Oval 488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489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Oval 490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491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Oval 49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49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Oval 494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495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Oval 496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497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Oval 49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49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Oval 50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50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Oval 50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50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Oval 50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50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506"/>
            <p:cNvSpPr>
              <a:spLocks/>
            </p:cNvSpPr>
            <p:nvPr/>
          </p:nvSpPr>
          <p:spPr bwMode="auto">
            <a:xfrm>
              <a:off x="2624" y="944"/>
              <a:ext cx="1135" cy="1706"/>
            </a:xfrm>
            <a:custGeom>
              <a:avLst/>
              <a:gdLst>
                <a:gd name="T0" fmla="*/ 681 w 1135"/>
                <a:gd name="T1" fmla="*/ 1592 h 1706"/>
                <a:gd name="T2" fmla="*/ 114 w 1135"/>
                <a:gd name="T3" fmla="*/ 1706 h 1706"/>
                <a:gd name="T4" fmla="*/ 568 w 1135"/>
                <a:gd name="T5" fmla="*/ 1251 h 1706"/>
                <a:gd name="T6" fmla="*/ 681 w 1135"/>
                <a:gd name="T7" fmla="*/ 1706 h 1706"/>
                <a:gd name="T8" fmla="*/ 908 w 1135"/>
                <a:gd name="T9" fmla="*/ 1137 h 1706"/>
                <a:gd name="T10" fmla="*/ 1135 w 1135"/>
                <a:gd name="T11" fmla="*/ 796 h 1706"/>
                <a:gd name="T12" fmla="*/ 908 w 1135"/>
                <a:gd name="T13" fmla="*/ 569 h 1706"/>
                <a:gd name="T14" fmla="*/ 1021 w 1135"/>
                <a:gd name="T15" fmla="*/ 910 h 1706"/>
                <a:gd name="T16" fmla="*/ 794 w 1135"/>
                <a:gd name="T17" fmla="*/ 682 h 1706"/>
                <a:gd name="T18" fmla="*/ 1021 w 1135"/>
                <a:gd name="T19" fmla="*/ 569 h 1706"/>
                <a:gd name="T20" fmla="*/ 908 w 1135"/>
                <a:gd name="T21" fmla="*/ 455 h 1706"/>
                <a:gd name="T22" fmla="*/ 794 w 1135"/>
                <a:gd name="T23" fmla="*/ 341 h 1706"/>
                <a:gd name="T24" fmla="*/ 681 w 1135"/>
                <a:gd name="T25" fmla="*/ 455 h 1706"/>
                <a:gd name="T26" fmla="*/ 681 w 1135"/>
                <a:gd name="T27" fmla="*/ 569 h 1706"/>
                <a:gd name="T28" fmla="*/ 568 w 1135"/>
                <a:gd name="T29" fmla="*/ 341 h 1706"/>
                <a:gd name="T30" fmla="*/ 794 w 1135"/>
                <a:gd name="T31" fmla="*/ 455 h 1706"/>
                <a:gd name="T32" fmla="*/ 681 w 1135"/>
                <a:gd name="T33" fmla="*/ 228 h 1706"/>
                <a:gd name="T34" fmla="*/ 454 w 1135"/>
                <a:gd name="T35" fmla="*/ 114 h 1706"/>
                <a:gd name="T36" fmla="*/ 454 w 1135"/>
                <a:gd name="T37" fmla="*/ 228 h 1706"/>
                <a:gd name="T38" fmla="*/ 454 w 1135"/>
                <a:gd name="T39" fmla="*/ 114 h 1706"/>
                <a:gd name="T40" fmla="*/ 341 w 1135"/>
                <a:gd name="T41" fmla="*/ 114 h 1706"/>
                <a:gd name="T42" fmla="*/ 227 w 1135"/>
                <a:gd name="T43" fmla="*/ 341 h 1706"/>
                <a:gd name="T44" fmla="*/ 114 w 1135"/>
                <a:gd name="T45" fmla="*/ 228 h 1706"/>
                <a:gd name="T46" fmla="*/ 0 w 1135"/>
                <a:gd name="T47" fmla="*/ 228 h 1706"/>
                <a:gd name="T48" fmla="*/ 114 w 1135"/>
                <a:gd name="T49" fmla="*/ 114 h 1706"/>
                <a:gd name="T50" fmla="*/ 0 w 1135"/>
                <a:gd name="T51" fmla="*/ 114 h 1706"/>
                <a:gd name="T52" fmla="*/ 114 w 1135"/>
                <a:gd name="T53" fmla="*/ 114 h 1706"/>
                <a:gd name="T54" fmla="*/ 114 w 1135"/>
                <a:gd name="T55" fmla="*/ 0 h 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35" h="1706">
                  <a:moveTo>
                    <a:pt x="681" y="1592"/>
                  </a:moveTo>
                  <a:lnTo>
                    <a:pt x="114" y="1706"/>
                  </a:lnTo>
                  <a:lnTo>
                    <a:pt x="568" y="1251"/>
                  </a:lnTo>
                  <a:lnTo>
                    <a:pt x="681" y="1706"/>
                  </a:lnTo>
                  <a:lnTo>
                    <a:pt x="908" y="1137"/>
                  </a:lnTo>
                  <a:lnTo>
                    <a:pt x="1135" y="796"/>
                  </a:lnTo>
                  <a:lnTo>
                    <a:pt x="908" y="569"/>
                  </a:lnTo>
                  <a:lnTo>
                    <a:pt x="1021" y="910"/>
                  </a:lnTo>
                  <a:lnTo>
                    <a:pt x="794" y="682"/>
                  </a:lnTo>
                  <a:lnTo>
                    <a:pt x="1021" y="569"/>
                  </a:lnTo>
                  <a:lnTo>
                    <a:pt x="908" y="455"/>
                  </a:lnTo>
                  <a:lnTo>
                    <a:pt x="794" y="341"/>
                  </a:lnTo>
                  <a:lnTo>
                    <a:pt x="681" y="455"/>
                  </a:lnTo>
                  <a:lnTo>
                    <a:pt x="681" y="569"/>
                  </a:lnTo>
                  <a:lnTo>
                    <a:pt x="568" y="341"/>
                  </a:lnTo>
                  <a:lnTo>
                    <a:pt x="794" y="455"/>
                  </a:lnTo>
                  <a:lnTo>
                    <a:pt x="681" y="228"/>
                  </a:lnTo>
                  <a:lnTo>
                    <a:pt x="454" y="114"/>
                  </a:lnTo>
                  <a:lnTo>
                    <a:pt x="454" y="228"/>
                  </a:lnTo>
                  <a:lnTo>
                    <a:pt x="454" y="114"/>
                  </a:lnTo>
                  <a:lnTo>
                    <a:pt x="341" y="114"/>
                  </a:lnTo>
                  <a:lnTo>
                    <a:pt x="227" y="341"/>
                  </a:lnTo>
                  <a:lnTo>
                    <a:pt x="114" y="228"/>
                  </a:lnTo>
                  <a:lnTo>
                    <a:pt x="0" y="228"/>
                  </a:lnTo>
                  <a:lnTo>
                    <a:pt x="114" y="114"/>
                  </a:lnTo>
                  <a:lnTo>
                    <a:pt x="0" y="114"/>
                  </a:lnTo>
                  <a:lnTo>
                    <a:pt x="114" y="114"/>
                  </a:lnTo>
                  <a:lnTo>
                    <a:pt x="114" y="0"/>
                  </a:lnTo>
                </a:path>
              </a:pathLst>
            </a:custGeom>
            <a:noFill/>
            <a:ln w="28575" cap="flat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Oval 507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508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Oval 509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510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Oval 511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512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Oval 513"/>
            <p:cNvSpPr>
              <a:spLocks noChangeArrowheads="1"/>
            </p:cNvSpPr>
            <p:nvPr/>
          </p:nvSpPr>
          <p:spPr bwMode="auto">
            <a:xfrm>
              <a:off x="3286" y="2631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514"/>
            <p:cNvSpPr>
              <a:spLocks noEditPoints="1"/>
            </p:cNvSpPr>
            <p:nvPr/>
          </p:nvSpPr>
          <p:spPr bwMode="auto">
            <a:xfrm>
              <a:off x="327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Oval 515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516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Oval 517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518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Oval 519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520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Oval 521"/>
            <p:cNvSpPr>
              <a:spLocks noChangeArrowheads="1"/>
            </p:cNvSpPr>
            <p:nvPr/>
          </p:nvSpPr>
          <p:spPr bwMode="auto">
            <a:xfrm>
              <a:off x="3627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522"/>
            <p:cNvSpPr>
              <a:spLocks noEditPoints="1"/>
            </p:cNvSpPr>
            <p:nvPr/>
          </p:nvSpPr>
          <p:spPr bwMode="auto">
            <a:xfrm>
              <a:off x="3617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Oval 523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524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Oval 525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526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Oval 527"/>
            <p:cNvSpPr>
              <a:spLocks noChangeArrowheads="1"/>
            </p:cNvSpPr>
            <p:nvPr/>
          </p:nvSpPr>
          <p:spPr bwMode="auto">
            <a:xfrm>
              <a:off x="3513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528"/>
            <p:cNvSpPr>
              <a:spLocks noEditPoints="1"/>
            </p:cNvSpPr>
            <p:nvPr/>
          </p:nvSpPr>
          <p:spPr bwMode="auto">
            <a:xfrm>
              <a:off x="350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Oval 529"/>
            <p:cNvSpPr>
              <a:spLocks noChangeArrowheads="1"/>
            </p:cNvSpPr>
            <p:nvPr/>
          </p:nvSpPr>
          <p:spPr bwMode="auto">
            <a:xfrm>
              <a:off x="3400" y="1267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530"/>
            <p:cNvSpPr>
              <a:spLocks noEditPoints="1"/>
            </p:cNvSpPr>
            <p:nvPr/>
          </p:nvSpPr>
          <p:spPr bwMode="auto">
            <a:xfrm>
              <a:off x="339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Oval 531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532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Oval 533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534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Oval 535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536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Oval 537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538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Oval 539"/>
            <p:cNvSpPr>
              <a:spLocks noChangeArrowheads="1"/>
            </p:cNvSpPr>
            <p:nvPr/>
          </p:nvSpPr>
          <p:spPr bwMode="auto">
            <a:xfrm>
              <a:off x="3286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540"/>
            <p:cNvSpPr>
              <a:spLocks noEditPoints="1"/>
            </p:cNvSpPr>
            <p:nvPr/>
          </p:nvSpPr>
          <p:spPr bwMode="auto">
            <a:xfrm>
              <a:off x="327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Oval 541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542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Oval 543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544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Oval 545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546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Oval 547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548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Oval 549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550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Oval 551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552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Oval 553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554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Oval 555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556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Oval 557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558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Oval 559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560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Oval 561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562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Oval 563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564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Oval 565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566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Oval 567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568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Oval 569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570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Oval 571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572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Oval 573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574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Oval 575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576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Oval 577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578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Oval 579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580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Oval 581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582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Oval 583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584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Oval 585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586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Oval 587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588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589"/>
            <p:cNvSpPr>
              <a:spLocks/>
            </p:cNvSpPr>
            <p:nvPr/>
          </p:nvSpPr>
          <p:spPr bwMode="auto">
            <a:xfrm>
              <a:off x="2284" y="944"/>
              <a:ext cx="794" cy="1478"/>
            </a:xfrm>
            <a:custGeom>
              <a:avLst/>
              <a:gdLst>
                <a:gd name="T0" fmla="*/ 681 w 794"/>
                <a:gd name="T1" fmla="*/ 1251 h 1478"/>
                <a:gd name="T2" fmla="*/ 454 w 794"/>
                <a:gd name="T3" fmla="*/ 1251 h 1478"/>
                <a:gd name="T4" fmla="*/ 340 w 794"/>
                <a:gd name="T5" fmla="*/ 1478 h 1478"/>
                <a:gd name="T6" fmla="*/ 113 w 794"/>
                <a:gd name="T7" fmla="*/ 1023 h 1478"/>
                <a:gd name="T8" fmla="*/ 0 w 794"/>
                <a:gd name="T9" fmla="*/ 910 h 1478"/>
                <a:gd name="T10" fmla="*/ 227 w 794"/>
                <a:gd name="T11" fmla="*/ 910 h 1478"/>
                <a:gd name="T12" fmla="*/ 567 w 794"/>
                <a:gd name="T13" fmla="*/ 796 h 1478"/>
                <a:gd name="T14" fmla="*/ 454 w 794"/>
                <a:gd name="T15" fmla="*/ 569 h 1478"/>
                <a:gd name="T16" fmla="*/ 794 w 794"/>
                <a:gd name="T17" fmla="*/ 796 h 1478"/>
                <a:gd name="T18" fmla="*/ 454 w 794"/>
                <a:gd name="T19" fmla="*/ 569 h 1478"/>
                <a:gd name="T20" fmla="*/ 454 w 794"/>
                <a:gd name="T21" fmla="*/ 341 h 1478"/>
                <a:gd name="T22" fmla="*/ 567 w 794"/>
                <a:gd name="T23" fmla="*/ 341 h 1478"/>
                <a:gd name="T24" fmla="*/ 681 w 794"/>
                <a:gd name="T25" fmla="*/ 228 h 1478"/>
                <a:gd name="T26" fmla="*/ 567 w 794"/>
                <a:gd name="T27" fmla="*/ 114 h 1478"/>
                <a:gd name="T28" fmla="*/ 681 w 794"/>
                <a:gd name="T29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4" h="1478">
                  <a:moveTo>
                    <a:pt x="681" y="1251"/>
                  </a:moveTo>
                  <a:lnTo>
                    <a:pt x="454" y="1251"/>
                  </a:lnTo>
                  <a:lnTo>
                    <a:pt x="340" y="1478"/>
                  </a:lnTo>
                  <a:lnTo>
                    <a:pt x="113" y="1023"/>
                  </a:lnTo>
                  <a:lnTo>
                    <a:pt x="0" y="910"/>
                  </a:lnTo>
                  <a:lnTo>
                    <a:pt x="227" y="910"/>
                  </a:lnTo>
                  <a:lnTo>
                    <a:pt x="567" y="796"/>
                  </a:lnTo>
                  <a:lnTo>
                    <a:pt x="454" y="569"/>
                  </a:lnTo>
                  <a:lnTo>
                    <a:pt x="794" y="796"/>
                  </a:lnTo>
                  <a:lnTo>
                    <a:pt x="454" y="569"/>
                  </a:lnTo>
                  <a:lnTo>
                    <a:pt x="454" y="341"/>
                  </a:lnTo>
                  <a:lnTo>
                    <a:pt x="567" y="341"/>
                  </a:lnTo>
                  <a:lnTo>
                    <a:pt x="681" y="228"/>
                  </a:lnTo>
                  <a:lnTo>
                    <a:pt x="567" y="114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00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Oval 59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59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Oval 592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593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Oval 594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595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Oval 596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597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Oval 598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599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Oval 600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601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Oval 602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603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Oval 604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605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Oval 606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808"/>
          <p:cNvGrpSpPr>
            <a:grpSpLocks/>
          </p:cNvGrpSpPr>
          <p:nvPr/>
        </p:nvGrpSpPr>
        <p:grpSpPr bwMode="auto">
          <a:xfrm>
            <a:off x="3581400" y="1374776"/>
            <a:ext cx="2474913" cy="3552825"/>
            <a:chOff x="2256" y="866"/>
            <a:chExt cx="1559" cy="2238"/>
          </a:xfrm>
        </p:grpSpPr>
        <p:sp>
          <p:nvSpPr>
            <p:cNvPr id="1168" name="Freeform 608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Oval 609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610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Oval 611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612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Oval 613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614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Oval 615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616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Oval 617"/>
            <p:cNvSpPr>
              <a:spLocks noChangeArrowheads="1"/>
            </p:cNvSpPr>
            <p:nvPr/>
          </p:nvSpPr>
          <p:spPr bwMode="auto">
            <a:xfrm>
              <a:off x="2833" y="1039"/>
              <a:ext cx="36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618"/>
            <p:cNvSpPr>
              <a:spLocks noEditPoints="1"/>
            </p:cNvSpPr>
            <p:nvPr/>
          </p:nvSpPr>
          <p:spPr bwMode="auto">
            <a:xfrm>
              <a:off x="2823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Oval 619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620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Oval 62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62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Oval 62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62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Oval 62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62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Oval 62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62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Oval 62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630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Oval 631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632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Oval 63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63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Oval 635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636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Oval 637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638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Oval 639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640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Oval 641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642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Oval 643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644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Oval 645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646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647"/>
            <p:cNvSpPr>
              <a:spLocks/>
            </p:cNvSpPr>
            <p:nvPr/>
          </p:nvSpPr>
          <p:spPr bwMode="auto">
            <a:xfrm>
              <a:off x="2284" y="1058"/>
              <a:ext cx="794" cy="1705"/>
            </a:xfrm>
            <a:custGeom>
              <a:avLst/>
              <a:gdLst>
                <a:gd name="T0" fmla="*/ 681 w 794"/>
                <a:gd name="T1" fmla="*/ 1137 h 1705"/>
                <a:gd name="T2" fmla="*/ 454 w 794"/>
                <a:gd name="T3" fmla="*/ 1364 h 1705"/>
                <a:gd name="T4" fmla="*/ 113 w 794"/>
                <a:gd name="T5" fmla="*/ 1705 h 1705"/>
                <a:gd name="T6" fmla="*/ 0 w 794"/>
                <a:gd name="T7" fmla="*/ 1251 h 1705"/>
                <a:gd name="T8" fmla="*/ 340 w 794"/>
                <a:gd name="T9" fmla="*/ 1023 h 1705"/>
                <a:gd name="T10" fmla="*/ 0 w 794"/>
                <a:gd name="T11" fmla="*/ 1023 h 1705"/>
                <a:gd name="T12" fmla="*/ 340 w 794"/>
                <a:gd name="T13" fmla="*/ 909 h 1705"/>
                <a:gd name="T14" fmla="*/ 340 w 794"/>
                <a:gd name="T15" fmla="*/ 1251 h 1705"/>
                <a:gd name="T16" fmla="*/ 567 w 794"/>
                <a:gd name="T17" fmla="*/ 1023 h 1705"/>
                <a:gd name="T18" fmla="*/ 794 w 794"/>
                <a:gd name="T19" fmla="*/ 909 h 1705"/>
                <a:gd name="T20" fmla="*/ 454 w 794"/>
                <a:gd name="T21" fmla="*/ 682 h 1705"/>
                <a:gd name="T22" fmla="*/ 227 w 794"/>
                <a:gd name="T23" fmla="*/ 796 h 1705"/>
                <a:gd name="T24" fmla="*/ 567 w 794"/>
                <a:gd name="T25" fmla="*/ 796 h 1705"/>
                <a:gd name="T26" fmla="*/ 340 w 794"/>
                <a:gd name="T27" fmla="*/ 796 h 1705"/>
                <a:gd name="T28" fmla="*/ 227 w 794"/>
                <a:gd name="T29" fmla="*/ 568 h 1705"/>
                <a:gd name="T30" fmla="*/ 227 w 794"/>
                <a:gd name="T31" fmla="*/ 909 h 1705"/>
                <a:gd name="T32" fmla="*/ 567 w 794"/>
                <a:gd name="T33" fmla="*/ 909 h 1705"/>
                <a:gd name="T34" fmla="*/ 340 w 794"/>
                <a:gd name="T35" fmla="*/ 1137 h 1705"/>
                <a:gd name="T36" fmla="*/ 681 w 794"/>
                <a:gd name="T37" fmla="*/ 1364 h 1705"/>
                <a:gd name="T38" fmla="*/ 567 w 794"/>
                <a:gd name="T39" fmla="*/ 796 h 1705"/>
                <a:gd name="T40" fmla="*/ 227 w 794"/>
                <a:gd name="T41" fmla="*/ 1023 h 1705"/>
                <a:gd name="T42" fmla="*/ 113 w 794"/>
                <a:gd name="T43" fmla="*/ 1364 h 1705"/>
                <a:gd name="T44" fmla="*/ 0 w 794"/>
                <a:gd name="T45" fmla="*/ 909 h 1705"/>
                <a:gd name="T46" fmla="*/ 340 w 794"/>
                <a:gd name="T47" fmla="*/ 1251 h 1705"/>
                <a:gd name="T48" fmla="*/ 113 w 794"/>
                <a:gd name="T49" fmla="*/ 796 h 1705"/>
                <a:gd name="T50" fmla="*/ 0 w 794"/>
                <a:gd name="T51" fmla="*/ 568 h 1705"/>
                <a:gd name="T52" fmla="*/ 227 w 794"/>
                <a:gd name="T53" fmla="*/ 455 h 1705"/>
                <a:gd name="T54" fmla="*/ 0 w 794"/>
                <a:gd name="T55" fmla="*/ 227 h 1705"/>
                <a:gd name="T56" fmla="*/ 0 w 794"/>
                <a:gd name="T57" fmla="*/ 455 h 1705"/>
                <a:gd name="T58" fmla="*/ 0 w 794"/>
                <a:gd name="T59" fmla="*/ 114 h 1705"/>
                <a:gd name="T60" fmla="*/ 113 w 794"/>
                <a:gd name="T61" fmla="*/ 114 h 1705"/>
                <a:gd name="T62" fmla="*/ 227 w 794"/>
                <a:gd name="T63" fmla="*/ 0 h 1705"/>
                <a:gd name="T64" fmla="*/ 340 w 794"/>
                <a:gd name="T65" fmla="*/ 0 h 1705"/>
                <a:gd name="T66" fmla="*/ 340 w 794"/>
                <a:gd name="T67" fmla="*/ 114 h 1705"/>
                <a:gd name="T68" fmla="*/ 227 w 794"/>
                <a:gd name="T69" fmla="*/ 0 h 1705"/>
                <a:gd name="T70" fmla="*/ 340 w 794"/>
                <a:gd name="T71" fmla="*/ 0 h 1705"/>
                <a:gd name="T72" fmla="*/ 454 w 794"/>
                <a:gd name="T73" fmla="*/ 114 h 1705"/>
                <a:gd name="T74" fmla="*/ 567 w 794"/>
                <a:gd name="T75" fmla="*/ 227 h 1705"/>
                <a:gd name="T76" fmla="*/ 454 w 794"/>
                <a:gd name="T77" fmla="*/ 0 h 1705"/>
                <a:gd name="T78" fmla="*/ 340 w 794"/>
                <a:gd name="T79" fmla="*/ 114 h 1705"/>
                <a:gd name="T80" fmla="*/ 454 w 794"/>
                <a:gd name="T81" fmla="*/ 114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94" h="1705">
                  <a:moveTo>
                    <a:pt x="681" y="1137"/>
                  </a:moveTo>
                  <a:lnTo>
                    <a:pt x="454" y="1364"/>
                  </a:lnTo>
                  <a:lnTo>
                    <a:pt x="113" y="1705"/>
                  </a:lnTo>
                  <a:lnTo>
                    <a:pt x="0" y="1251"/>
                  </a:lnTo>
                  <a:lnTo>
                    <a:pt x="340" y="1023"/>
                  </a:lnTo>
                  <a:lnTo>
                    <a:pt x="0" y="1023"/>
                  </a:lnTo>
                  <a:lnTo>
                    <a:pt x="340" y="909"/>
                  </a:lnTo>
                  <a:lnTo>
                    <a:pt x="340" y="1251"/>
                  </a:lnTo>
                  <a:lnTo>
                    <a:pt x="567" y="1023"/>
                  </a:lnTo>
                  <a:lnTo>
                    <a:pt x="794" y="909"/>
                  </a:lnTo>
                  <a:lnTo>
                    <a:pt x="454" y="682"/>
                  </a:lnTo>
                  <a:lnTo>
                    <a:pt x="227" y="796"/>
                  </a:lnTo>
                  <a:lnTo>
                    <a:pt x="567" y="796"/>
                  </a:lnTo>
                  <a:lnTo>
                    <a:pt x="340" y="796"/>
                  </a:lnTo>
                  <a:lnTo>
                    <a:pt x="227" y="568"/>
                  </a:lnTo>
                  <a:lnTo>
                    <a:pt x="227" y="909"/>
                  </a:lnTo>
                  <a:lnTo>
                    <a:pt x="567" y="909"/>
                  </a:lnTo>
                  <a:lnTo>
                    <a:pt x="340" y="1137"/>
                  </a:lnTo>
                  <a:lnTo>
                    <a:pt x="681" y="1364"/>
                  </a:lnTo>
                  <a:lnTo>
                    <a:pt x="567" y="796"/>
                  </a:lnTo>
                  <a:lnTo>
                    <a:pt x="227" y="1023"/>
                  </a:lnTo>
                  <a:lnTo>
                    <a:pt x="113" y="1364"/>
                  </a:lnTo>
                  <a:lnTo>
                    <a:pt x="0" y="909"/>
                  </a:lnTo>
                  <a:lnTo>
                    <a:pt x="340" y="1251"/>
                  </a:lnTo>
                  <a:lnTo>
                    <a:pt x="113" y="796"/>
                  </a:lnTo>
                  <a:lnTo>
                    <a:pt x="0" y="568"/>
                  </a:lnTo>
                  <a:lnTo>
                    <a:pt x="227" y="455"/>
                  </a:lnTo>
                  <a:lnTo>
                    <a:pt x="0" y="227"/>
                  </a:lnTo>
                  <a:lnTo>
                    <a:pt x="0" y="455"/>
                  </a:lnTo>
                  <a:lnTo>
                    <a:pt x="0" y="114"/>
                  </a:lnTo>
                  <a:lnTo>
                    <a:pt x="113" y="114"/>
                  </a:lnTo>
                  <a:lnTo>
                    <a:pt x="227" y="0"/>
                  </a:lnTo>
                  <a:lnTo>
                    <a:pt x="340" y="0"/>
                  </a:lnTo>
                  <a:lnTo>
                    <a:pt x="340" y="114"/>
                  </a:lnTo>
                  <a:lnTo>
                    <a:pt x="227" y="0"/>
                  </a:lnTo>
                  <a:lnTo>
                    <a:pt x="340" y="0"/>
                  </a:lnTo>
                  <a:lnTo>
                    <a:pt x="454" y="114"/>
                  </a:lnTo>
                  <a:lnTo>
                    <a:pt x="567" y="227"/>
                  </a:lnTo>
                  <a:lnTo>
                    <a:pt x="454" y="0"/>
                  </a:lnTo>
                  <a:lnTo>
                    <a:pt x="340" y="114"/>
                  </a:lnTo>
                  <a:lnTo>
                    <a:pt x="454" y="114"/>
                  </a:lnTo>
                </a:path>
              </a:pathLst>
            </a:custGeom>
            <a:noFill/>
            <a:ln w="28575" cap="flat">
              <a:solidFill>
                <a:srgbClr val="0066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Oval 64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64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Oval 650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651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Oval 652"/>
            <p:cNvSpPr>
              <a:spLocks noChangeArrowheads="1"/>
            </p:cNvSpPr>
            <p:nvPr/>
          </p:nvSpPr>
          <p:spPr bwMode="auto">
            <a:xfrm>
              <a:off x="2379" y="274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653"/>
            <p:cNvSpPr>
              <a:spLocks noEditPoints="1"/>
            </p:cNvSpPr>
            <p:nvPr/>
          </p:nvSpPr>
          <p:spPr bwMode="auto">
            <a:xfrm>
              <a:off x="2370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Oval 654"/>
            <p:cNvSpPr>
              <a:spLocks noChangeArrowheads="1"/>
            </p:cNvSpPr>
            <p:nvPr/>
          </p:nvSpPr>
          <p:spPr bwMode="auto">
            <a:xfrm>
              <a:off x="2265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655"/>
            <p:cNvSpPr>
              <a:spLocks noEditPoints="1"/>
            </p:cNvSpPr>
            <p:nvPr/>
          </p:nvSpPr>
          <p:spPr bwMode="auto">
            <a:xfrm>
              <a:off x="2256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Oval 656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657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Oval 658"/>
            <p:cNvSpPr>
              <a:spLocks noChangeArrowheads="1"/>
            </p:cNvSpPr>
            <p:nvPr/>
          </p:nvSpPr>
          <p:spPr bwMode="auto">
            <a:xfrm>
              <a:off x="2265" y="206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659"/>
            <p:cNvSpPr>
              <a:spLocks noEditPoints="1"/>
            </p:cNvSpPr>
            <p:nvPr/>
          </p:nvSpPr>
          <p:spPr bwMode="auto">
            <a:xfrm>
              <a:off x="2256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Oval 660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661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Oval 662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663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Oval 664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665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Oval 666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667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Oval 668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669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Oval 670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671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Oval 672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673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Oval 674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675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Oval 676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677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Oval 678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679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Oval 680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681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Oval 682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683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Oval 684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685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Oval 686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687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Oval 688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689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Oval 690"/>
            <p:cNvSpPr>
              <a:spLocks noChangeArrowheads="1"/>
            </p:cNvSpPr>
            <p:nvPr/>
          </p:nvSpPr>
          <p:spPr bwMode="auto">
            <a:xfrm>
              <a:off x="2379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691"/>
            <p:cNvSpPr>
              <a:spLocks noEditPoints="1"/>
            </p:cNvSpPr>
            <p:nvPr/>
          </p:nvSpPr>
          <p:spPr bwMode="auto">
            <a:xfrm>
              <a:off x="237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Oval 692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693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Oval 694"/>
            <p:cNvSpPr>
              <a:spLocks noChangeArrowheads="1"/>
            </p:cNvSpPr>
            <p:nvPr/>
          </p:nvSpPr>
          <p:spPr bwMode="auto">
            <a:xfrm>
              <a:off x="2606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695"/>
            <p:cNvSpPr>
              <a:spLocks noEditPoints="1"/>
            </p:cNvSpPr>
            <p:nvPr/>
          </p:nvSpPr>
          <p:spPr bwMode="auto">
            <a:xfrm>
              <a:off x="259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Oval 696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697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Oval 698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699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Oval 700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701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Oval 702"/>
            <p:cNvSpPr>
              <a:spLocks noChangeArrowheads="1"/>
            </p:cNvSpPr>
            <p:nvPr/>
          </p:nvSpPr>
          <p:spPr bwMode="auto">
            <a:xfrm>
              <a:off x="2265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703"/>
            <p:cNvSpPr>
              <a:spLocks noEditPoints="1"/>
            </p:cNvSpPr>
            <p:nvPr/>
          </p:nvSpPr>
          <p:spPr bwMode="auto">
            <a:xfrm>
              <a:off x="2256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Oval 704"/>
            <p:cNvSpPr>
              <a:spLocks noChangeArrowheads="1"/>
            </p:cNvSpPr>
            <p:nvPr/>
          </p:nvSpPr>
          <p:spPr bwMode="auto">
            <a:xfrm>
              <a:off x="2265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705"/>
            <p:cNvSpPr>
              <a:spLocks noEditPoints="1"/>
            </p:cNvSpPr>
            <p:nvPr/>
          </p:nvSpPr>
          <p:spPr bwMode="auto">
            <a:xfrm>
              <a:off x="2256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Oval 706"/>
            <p:cNvSpPr>
              <a:spLocks noChangeArrowheads="1"/>
            </p:cNvSpPr>
            <p:nvPr/>
          </p:nvSpPr>
          <p:spPr bwMode="auto">
            <a:xfrm>
              <a:off x="2265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707"/>
            <p:cNvSpPr>
              <a:spLocks noEditPoints="1"/>
            </p:cNvSpPr>
            <p:nvPr/>
          </p:nvSpPr>
          <p:spPr bwMode="auto">
            <a:xfrm>
              <a:off x="2256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Oval 708"/>
            <p:cNvSpPr>
              <a:spLocks noChangeArrowheads="1"/>
            </p:cNvSpPr>
            <p:nvPr/>
          </p:nvSpPr>
          <p:spPr bwMode="auto">
            <a:xfrm>
              <a:off x="2379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709"/>
            <p:cNvSpPr>
              <a:spLocks noEditPoints="1"/>
            </p:cNvSpPr>
            <p:nvPr/>
          </p:nvSpPr>
          <p:spPr bwMode="auto">
            <a:xfrm>
              <a:off x="237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Oval 710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711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Oval 712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713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Oval 714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715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Oval 716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717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Oval 718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719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Oval 720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721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Oval 722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723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Oval 724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725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Oval 726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727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Oval 728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729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Oval 730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731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Oval 732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733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Oval 734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735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Oval 736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737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Oval 738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739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Oval 740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741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Oval 74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74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Oval 744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745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Oval 746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747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Oval 74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74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Oval 75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75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Oval 75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75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Oval 75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75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756"/>
            <p:cNvSpPr>
              <a:spLocks/>
            </p:cNvSpPr>
            <p:nvPr/>
          </p:nvSpPr>
          <p:spPr bwMode="auto">
            <a:xfrm>
              <a:off x="2284" y="944"/>
              <a:ext cx="681" cy="1592"/>
            </a:xfrm>
            <a:custGeom>
              <a:avLst/>
              <a:gdLst>
                <a:gd name="T0" fmla="*/ 681 w 681"/>
                <a:gd name="T1" fmla="*/ 1251 h 1592"/>
                <a:gd name="T2" fmla="*/ 681 w 681"/>
                <a:gd name="T3" fmla="*/ 1592 h 1592"/>
                <a:gd name="T4" fmla="*/ 454 w 681"/>
                <a:gd name="T5" fmla="*/ 1365 h 1592"/>
                <a:gd name="T6" fmla="*/ 227 w 681"/>
                <a:gd name="T7" fmla="*/ 1023 h 1592"/>
                <a:gd name="T8" fmla="*/ 0 w 681"/>
                <a:gd name="T9" fmla="*/ 682 h 1592"/>
                <a:gd name="T10" fmla="*/ 0 w 681"/>
                <a:gd name="T11" fmla="*/ 228 h 1592"/>
                <a:gd name="T12" fmla="*/ 0 w 681"/>
                <a:gd name="T13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1" h="1592">
                  <a:moveTo>
                    <a:pt x="681" y="1251"/>
                  </a:moveTo>
                  <a:lnTo>
                    <a:pt x="681" y="1592"/>
                  </a:lnTo>
                  <a:lnTo>
                    <a:pt x="454" y="1365"/>
                  </a:lnTo>
                  <a:lnTo>
                    <a:pt x="227" y="1023"/>
                  </a:lnTo>
                  <a:lnTo>
                    <a:pt x="0" y="682"/>
                  </a:lnTo>
                  <a:lnTo>
                    <a:pt x="0" y="228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99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Oval 75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75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Oval 759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760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Oval 761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762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Oval 763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764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Oval 765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766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Oval 767"/>
            <p:cNvSpPr>
              <a:spLocks noChangeArrowheads="1"/>
            </p:cNvSpPr>
            <p:nvPr/>
          </p:nvSpPr>
          <p:spPr bwMode="auto">
            <a:xfrm>
              <a:off x="2265" y="1153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768"/>
            <p:cNvSpPr>
              <a:spLocks noEditPoints="1"/>
            </p:cNvSpPr>
            <p:nvPr/>
          </p:nvSpPr>
          <p:spPr bwMode="auto">
            <a:xfrm>
              <a:off x="2256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Oval 769"/>
            <p:cNvSpPr>
              <a:spLocks noChangeArrowheads="1"/>
            </p:cNvSpPr>
            <p:nvPr/>
          </p:nvSpPr>
          <p:spPr bwMode="auto">
            <a:xfrm>
              <a:off x="2265" y="92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770"/>
            <p:cNvSpPr>
              <a:spLocks noEditPoints="1"/>
            </p:cNvSpPr>
            <p:nvPr/>
          </p:nvSpPr>
          <p:spPr bwMode="auto">
            <a:xfrm>
              <a:off x="2256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Oval 77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77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Oval 77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77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Oval 77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77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Oval 77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77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Oval 77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780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Oval 781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782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Oval 78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78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Oval 785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786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Oval 787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788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Oval 789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790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Oval 791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792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Oval 793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794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Oval 795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796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797"/>
            <p:cNvSpPr>
              <a:spLocks/>
            </p:cNvSpPr>
            <p:nvPr/>
          </p:nvSpPr>
          <p:spPr bwMode="auto">
            <a:xfrm>
              <a:off x="2624" y="1172"/>
              <a:ext cx="1191" cy="1932"/>
            </a:xfrm>
            <a:custGeom>
              <a:avLst/>
              <a:gdLst>
                <a:gd name="T0" fmla="*/ 341 w 1191"/>
                <a:gd name="T1" fmla="*/ 1023 h 1932"/>
                <a:gd name="T2" fmla="*/ 681 w 1191"/>
                <a:gd name="T3" fmla="*/ 568 h 1932"/>
                <a:gd name="T4" fmla="*/ 908 w 1191"/>
                <a:gd name="T5" fmla="*/ 454 h 1932"/>
                <a:gd name="T6" fmla="*/ 794 w 1191"/>
                <a:gd name="T7" fmla="*/ 795 h 1932"/>
                <a:gd name="T8" fmla="*/ 1135 w 1191"/>
                <a:gd name="T9" fmla="*/ 568 h 1932"/>
                <a:gd name="T10" fmla="*/ 794 w 1191"/>
                <a:gd name="T11" fmla="*/ 795 h 1932"/>
                <a:gd name="T12" fmla="*/ 1135 w 1191"/>
                <a:gd name="T13" fmla="*/ 909 h 1932"/>
                <a:gd name="T14" fmla="*/ 1021 w 1191"/>
                <a:gd name="T15" fmla="*/ 1478 h 1932"/>
                <a:gd name="T16" fmla="*/ 681 w 1191"/>
                <a:gd name="T17" fmla="*/ 909 h 1932"/>
                <a:gd name="T18" fmla="*/ 341 w 1191"/>
                <a:gd name="T19" fmla="*/ 1137 h 1932"/>
                <a:gd name="T20" fmla="*/ 0 w 1191"/>
                <a:gd name="T21" fmla="*/ 795 h 1932"/>
                <a:gd name="T22" fmla="*/ 341 w 1191"/>
                <a:gd name="T23" fmla="*/ 1250 h 1932"/>
                <a:gd name="T24" fmla="*/ 0 w 1191"/>
                <a:gd name="T25" fmla="*/ 1932 h 1932"/>
                <a:gd name="T26" fmla="*/ 341 w 1191"/>
                <a:gd name="T27" fmla="*/ 1137 h 1932"/>
                <a:gd name="T28" fmla="*/ 681 w 1191"/>
                <a:gd name="T29" fmla="*/ 795 h 1932"/>
                <a:gd name="T30" fmla="*/ 908 w 1191"/>
                <a:gd name="T31" fmla="*/ 454 h 1932"/>
                <a:gd name="T32" fmla="*/ 1021 w 1191"/>
                <a:gd name="T33" fmla="*/ 113 h 1932"/>
                <a:gd name="T34" fmla="*/ 794 w 1191"/>
                <a:gd name="T35" fmla="*/ 0 h 1932"/>
                <a:gd name="T36" fmla="*/ 681 w 1191"/>
                <a:gd name="T37" fmla="*/ 227 h 1932"/>
                <a:gd name="T38" fmla="*/ 1191 w 1191"/>
                <a:gd name="T39" fmla="*/ 154 h 1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91" h="1932">
                  <a:moveTo>
                    <a:pt x="341" y="1023"/>
                  </a:moveTo>
                  <a:lnTo>
                    <a:pt x="681" y="568"/>
                  </a:lnTo>
                  <a:lnTo>
                    <a:pt x="908" y="454"/>
                  </a:lnTo>
                  <a:lnTo>
                    <a:pt x="794" y="795"/>
                  </a:lnTo>
                  <a:lnTo>
                    <a:pt x="1135" y="568"/>
                  </a:lnTo>
                  <a:lnTo>
                    <a:pt x="794" y="795"/>
                  </a:lnTo>
                  <a:lnTo>
                    <a:pt x="1135" y="909"/>
                  </a:lnTo>
                  <a:lnTo>
                    <a:pt x="1021" y="1478"/>
                  </a:lnTo>
                  <a:lnTo>
                    <a:pt x="681" y="909"/>
                  </a:lnTo>
                  <a:lnTo>
                    <a:pt x="341" y="1137"/>
                  </a:lnTo>
                  <a:lnTo>
                    <a:pt x="0" y="795"/>
                  </a:lnTo>
                  <a:lnTo>
                    <a:pt x="341" y="1250"/>
                  </a:lnTo>
                  <a:lnTo>
                    <a:pt x="0" y="1932"/>
                  </a:lnTo>
                  <a:lnTo>
                    <a:pt x="341" y="1137"/>
                  </a:lnTo>
                  <a:lnTo>
                    <a:pt x="681" y="795"/>
                  </a:lnTo>
                  <a:lnTo>
                    <a:pt x="908" y="454"/>
                  </a:lnTo>
                  <a:lnTo>
                    <a:pt x="1021" y="113"/>
                  </a:lnTo>
                  <a:lnTo>
                    <a:pt x="794" y="0"/>
                  </a:lnTo>
                  <a:lnTo>
                    <a:pt x="681" y="227"/>
                  </a:lnTo>
                  <a:lnTo>
                    <a:pt x="1191" y="154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798"/>
            <p:cNvSpPr>
              <a:spLocks/>
            </p:cNvSpPr>
            <p:nvPr/>
          </p:nvSpPr>
          <p:spPr bwMode="auto">
            <a:xfrm>
              <a:off x="3532" y="944"/>
              <a:ext cx="283" cy="455"/>
            </a:xfrm>
            <a:custGeom>
              <a:avLst/>
              <a:gdLst>
                <a:gd name="T0" fmla="*/ 283 w 283"/>
                <a:gd name="T1" fmla="*/ 412 h 455"/>
                <a:gd name="T2" fmla="*/ 113 w 283"/>
                <a:gd name="T3" fmla="*/ 455 h 455"/>
                <a:gd name="T4" fmla="*/ 227 w 283"/>
                <a:gd name="T5" fmla="*/ 341 h 455"/>
                <a:gd name="T6" fmla="*/ 113 w 283"/>
                <a:gd name="T7" fmla="*/ 228 h 455"/>
                <a:gd name="T8" fmla="*/ 227 w 283"/>
                <a:gd name="T9" fmla="*/ 455 h 455"/>
                <a:gd name="T10" fmla="*/ 113 w 283"/>
                <a:gd name="T11" fmla="*/ 228 h 455"/>
                <a:gd name="T12" fmla="*/ 0 w 283"/>
                <a:gd name="T13" fmla="*/ 114 h 455"/>
                <a:gd name="T14" fmla="*/ 0 w 283"/>
                <a:gd name="T1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3" h="455">
                  <a:moveTo>
                    <a:pt x="283" y="412"/>
                  </a:moveTo>
                  <a:lnTo>
                    <a:pt x="113" y="455"/>
                  </a:lnTo>
                  <a:lnTo>
                    <a:pt x="227" y="341"/>
                  </a:lnTo>
                  <a:lnTo>
                    <a:pt x="113" y="228"/>
                  </a:lnTo>
                  <a:lnTo>
                    <a:pt x="227" y="455"/>
                  </a:lnTo>
                  <a:lnTo>
                    <a:pt x="113" y="228"/>
                  </a:lnTo>
                  <a:lnTo>
                    <a:pt x="0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Oval 79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80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Oval 801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802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Oval 803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804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Oval 805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806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Oval 807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1009"/>
          <p:cNvGrpSpPr>
            <a:grpSpLocks/>
          </p:cNvGrpSpPr>
          <p:nvPr/>
        </p:nvGrpSpPr>
        <p:grpSpPr bwMode="auto">
          <a:xfrm>
            <a:off x="3590925" y="1374776"/>
            <a:ext cx="2419350" cy="3597275"/>
            <a:chOff x="2262" y="866"/>
            <a:chExt cx="1524" cy="2266"/>
          </a:xfrm>
        </p:grpSpPr>
        <p:sp>
          <p:nvSpPr>
            <p:cNvPr id="968" name="Freeform 809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Oval 810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811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Oval 812"/>
            <p:cNvSpPr>
              <a:spLocks noChangeArrowheads="1"/>
            </p:cNvSpPr>
            <p:nvPr/>
          </p:nvSpPr>
          <p:spPr bwMode="auto">
            <a:xfrm>
              <a:off x="3740" y="206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813"/>
            <p:cNvSpPr>
              <a:spLocks noEditPoints="1"/>
            </p:cNvSpPr>
            <p:nvPr/>
          </p:nvSpPr>
          <p:spPr bwMode="auto">
            <a:xfrm>
              <a:off x="373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Oval 814"/>
            <p:cNvSpPr>
              <a:spLocks noChangeArrowheads="1"/>
            </p:cNvSpPr>
            <p:nvPr/>
          </p:nvSpPr>
          <p:spPr bwMode="auto">
            <a:xfrm>
              <a:off x="3627" y="2631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815"/>
            <p:cNvSpPr>
              <a:spLocks noEditPoints="1"/>
            </p:cNvSpPr>
            <p:nvPr/>
          </p:nvSpPr>
          <p:spPr bwMode="auto">
            <a:xfrm>
              <a:off x="3617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Oval 816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817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Oval 818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819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Oval 820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821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Oval 822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823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Oval 824"/>
            <p:cNvSpPr>
              <a:spLocks noChangeArrowheads="1"/>
            </p:cNvSpPr>
            <p:nvPr/>
          </p:nvSpPr>
          <p:spPr bwMode="auto">
            <a:xfrm>
              <a:off x="2606" y="308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825"/>
            <p:cNvSpPr>
              <a:spLocks noEditPoints="1"/>
            </p:cNvSpPr>
            <p:nvPr/>
          </p:nvSpPr>
          <p:spPr bwMode="auto">
            <a:xfrm>
              <a:off x="259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Oval 826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827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Oval 828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829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Oval 830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831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Oval 832"/>
            <p:cNvSpPr>
              <a:spLocks noChangeArrowheads="1"/>
            </p:cNvSpPr>
            <p:nvPr/>
          </p:nvSpPr>
          <p:spPr bwMode="auto">
            <a:xfrm>
              <a:off x="3627" y="1267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833"/>
            <p:cNvSpPr>
              <a:spLocks noEditPoints="1"/>
            </p:cNvSpPr>
            <p:nvPr/>
          </p:nvSpPr>
          <p:spPr bwMode="auto">
            <a:xfrm>
              <a:off x="3617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Oval 834"/>
            <p:cNvSpPr>
              <a:spLocks noChangeArrowheads="1"/>
            </p:cNvSpPr>
            <p:nvPr/>
          </p:nvSpPr>
          <p:spPr bwMode="auto">
            <a:xfrm>
              <a:off x="3400" y="115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835"/>
            <p:cNvSpPr>
              <a:spLocks noEditPoints="1"/>
            </p:cNvSpPr>
            <p:nvPr/>
          </p:nvSpPr>
          <p:spPr bwMode="auto">
            <a:xfrm>
              <a:off x="339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Oval 836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837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Oval 838"/>
            <p:cNvSpPr>
              <a:spLocks noChangeArrowheads="1"/>
            </p:cNvSpPr>
            <p:nvPr/>
          </p:nvSpPr>
          <p:spPr bwMode="auto">
            <a:xfrm>
              <a:off x="3627" y="138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839"/>
            <p:cNvSpPr>
              <a:spLocks noEditPoints="1"/>
            </p:cNvSpPr>
            <p:nvPr/>
          </p:nvSpPr>
          <p:spPr bwMode="auto">
            <a:xfrm>
              <a:off x="3617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Oval 840"/>
            <p:cNvSpPr>
              <a:spLocks noChangeArrowheads="1"/>
            </p:cNvSpPr>
            <p:nvPr/>
          </p:nvSpPr>
          <p:spPr bwMode="auto">
            <a:xfrm>
              <a:off x="3740" y="1267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841"/>
            <p:cNvSpPr>
              <a:spLocks noEditPoints="1"/>
            </p:cNvSpPr>
            <p:nvPr/>
          </p:nvSpPr>
          <p:spPr bwMode="auto">
            <a:xfrm>
              <a:off x="373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Oval 842"/>
            <p:cNvSpPr>
              <a:spLocks noChangeArrowheads="1"/>
            </p:cNvSpPr>
            <p:nvPr/>
          </p:nvSpPr>
          <p:spPr bwMode="auto">
            <a:xfrm>
              <a:off x="3627" y="115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843"/>
            <p:cNvSpPr>
              <a:spLocks noEditPoints="1"/>
            </p:cNvSpPr>
            <p:nvPr/>
          </p:nvSpPr>
          <p:spPr bwMode="auto">
            <a:xfrm>
              <a:off x="3617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Oval 844"/>
            <p:cNvSpPr>
              <a:spLocks noChangeArrowheads="1"/>
            </p:cNvSpPr>
            <p:nvPr/>
          </p:nvSpPr>
          <p:spPr bwMode="auto">
            <a:xfrm>
              <a:off x="3740" y="138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845"/>
            <p:cNvSpPr>
              <a:spLocks noEditPoints="1"/>
            </p:cNvSpPr>
            <p:nvPr/>
          </p:nvSpPr>
          <p:spPr bwMode="auto">
            <a:xfrm>
              <a:off x="373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Oval 846"/>
            <p:cNvSpPr>
              <a:spLocks noChangeArrowheads="1"/>
            </p:cNvSpPr>
            <p:nvPr/>
          </p:nvSpPr>
          <p:spPr bwMode="auto">
            <a:xfrm>
              <a:off x="3627" y="115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847"/>
            <p:cNvSpPr>
              <a:spLocks noEditPoints="1"/>
            </p:cNvSpPr>
            <p:nvPr/>
          </p:nvSpPr>
          <p:spPr bwMode="auto">
            <a:xfrm>
              <a:off x="3617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Oval 848"/>
            <p:cNvSpPr>
              <a:spLocks noChangeArrowheads="1"/>
            </p:cNvSpPr>
            <p:nvPr/>
          </p:nvSpPr>
          <p:spPr bwMode="auto">
            <a:xfrm>
              <a:off x="3513" y="103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849"/>
            <p:cNvSpPr>
              <a:spLocks noEditPoints="1"/>
            </p:cNvSpPr>
            <p:nvPr/>
          </p:nvSpPr>
          <p:spPr bwMode="auto">
            <a:xfrm>
              <a:off x="350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Oval 850"/>
            <p:cNvSpPr>
              <a:spLocks noChangeArrowheads="1"/>
            </p:cNvSpPr>
            <p:nvPr/>
          </p:nvSpPr>
          <p:spPr bwMode="auto">
            <a:xfrm>
              <a:off x="3513" y="92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851"/>
            <p:cNvSpPr>
              <a:spLocks noEditPoints="1"/>
            </p:cNvSpPr>
            <p:nvPr/>
          </p:nvSpPr>
          <p:spPr bwMode="auto">
            <a:xfrm>
              <a:off x="350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Oval 852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853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Oval 854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855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Oval 856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857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Oval 858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859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Oval 860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861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Oval 862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863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Oval 86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86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Oval 866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867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Oval 868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869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Oval 870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871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Oval 872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873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Oval 874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875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Oval 876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877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878"/>
            <p:cNvSpPr>
              <a:spLocks/>
            </p:cNvSpPr>
            <p:nvPr/>
          </p:nvSpPr>
          <p:spPr bwMode="auto">
            <a:xfrm>
              <a:off x="2397" y="1172"/>
              <a:ext cx="1248" cy="1591"/>
            </a:xfrm>
            <a:custGeom>
              <a:avLst/>
              <a:gdLst>
                <a:gd name="T0" fmla="*/ 568 w 1248"/>
                <a:gd name="T1" fmla="*/ 1023 h 1591"/>
                <a:gd name="T2" fmla="*/ 908 w 1248"/>
                <a:gd name="T3" fmla="*/ 1023 h 1591"/>
                <a:gd name="T4" fmla="*/ 1248 w 1248"/>
                <a:gd name="T5" fmla="*/ 1023 h 1591"/>
                <a:gd name="T6" fmla="*/ 908 w 1248"/>
                <a:gd name="T7" fmla="*/ 1023 h 1591"/>
                <a:gd name="T8" fmla="*/ 908 w 1248"/>
                <a:gd name="T9" fmla="*/ 682 h 1591"/>
                <a:gd name="T10" fmla="*/ 681 w 1248"/>
                <a:gd name="T11" fmla="*/ 682 h 1591"/>
                <a:gd name="T12" fmla="*/ 681 w 1248"/>
                <a:gd name="T13" fmla="*/ 454 h 1591"/>
                <a:gd name="T14" fmla="*/ 681 w 1248"/>
                <a:gd name="T15" fmla="*/ 682 h 1591"/>
                <a:gd name="T16" fmla="*/ 681 w 1248"/>
                <a:gd name="T17" fmla="*/ 454 h 1591"/>
                <a:gd name="T18" fmla="*/ 681 w 1248"/>
                <a:gd name="T19" fmla="*/ 227 h 1591"/>
                <a:gd name="T20" fmla="*/ 681 w 1248"/>
                <a:gd name="T21" fmla="*/ 113 h 1591"/>
                <a:gd name="T22" fmla="*/ 795 w 1248"/>
                <a:gd name="T23" fmla="*/ 113 h 1591"/>
                <a:gd name="T24" fmla="*/ 681 w 1248"/>
                <a:gd name="T25" fmla="*/ 113 h 1591"/>
                <a:gd name="T26" fmla="*/ 795 w 1248"/>
                <a:gd name="T27" fmla="*/ 113 h 1591"/>
                <a:gd name="T28" fmla="*/ 795 w 1248"/>
                <a:gd name="T29" fmla="*/ 0 h 1591"/>
                <a:gd name="T30" fmla="*/ 908 w 1248"/>
                <a:gd name="T31" fmla="*/ 0 h 1591"/>
                <a:gd name="T32" fmla="*/ 795 w 1248"/>
                <a:gd name="T33" fmla="*/ 0 h 1591"/>
                <a:gd name="T34" fmla="*/ 795 w 1248"/>
                <a:gd name="T35" fmla="*/ 113 h 1591"/>
                <a:gd name="T36" fmla="*/ 795 w 1248"/>
                <a:gd name="T37" fmla="*/ 227 h 1591"/>
                <a:gd name="T38" fmla="*/ 795 w 1248"/>
                <a:gd name="T39" fmla="*/ 341 h 1591"/>
                <a:gd name="T40" fmla="*/ 795 w 1248"/>
                <a:gd name="T41" fmla="*/ 454 h 1591"/>
                <a:gd name="T42" fmla="*/ 1021 w 1248"/>
                <a:gd name="T43" fmla="*/ 454 h 1591"/>
                <a:gd name="T44" fmla="*/ 1021 w 1248"/>
                <a:gd name="T45" fmla="*/ 682 h 1591"/>
                <a:gd name="T46" fmla="*/ 1021 w 1248"/>
                <a:gd name="T47" fmla="*/ 909 h 1591"/>
                <a:gd name="T48" fmla="*/ 1021 w 1248"/>
                <a:gd name="T49" fmla="*/ 1250 h 1591"/>
                <a:gd name="T50" fmla="*/ 681 w 1248"/>
                <a:gd name="T51" fmla="*/ 1250 h 1591"/>
                <a:gd name="T52" fmla="*/ 681 w 1248"/>
                <a:gd name="T53" fmla="*/ 1591 h 1591"/>
                <a:gd name="T54" fmla="*/ 681 w 1248"/>
                <a:gd name="T55" fmla="*/ 1137 h 1591"/>
                <a:gd name="T56" fmla="*/ 681 w 1248"/>
                <a:gd name="T57" fmla="*/ 795 h 1591"/>
                <a:gd name="T58" fmla="*/ 681 w 1248"/>
                <a:gd name="T59" fmla="*/ 1023 h 1591"/>
                <a:gd name="T60" fmla="*/ 681 w 1248"/>
                <a:gd name="T61" fmla="*/ 682 h 1591"/>
                <a:gd name="T62" fmla="*/ 681 w 1248"/>
                <a:gd name="T63" fmla="*/ 909 h 1591"/>
                <a:gd name="T64" fmla="*/ 341 w 1248"/>
                <a:gd name="T65" fmla="*/ 909 h 1591"/>
                <a:gd name="T66" fmla="*/ 0 w 1248"/>
                <a:gd name="T67" fmla="*/ 909 h 1591"/>
                <a:gd name="T68" fmla="*/ 341 w 1248"/>
                <a:gd name="T69" fmla="*/ 909 h 1591"/>
                <a:gd name="T70" fmla="*/ 0 w 1248"/>
                <a:gd name="T71" fmla="*/ 909 h 1591"/>
                <a:gd name="T72" fmla="*/ 0 w 1248"/>
                <a:gd name="T73" fmla="*/ 1250 h 1591"/>
                <a:gd name="T74" fmla="*/ 0 w 1248"/>
                <a:gd name="T75" fmla="*/ 909 h 1591"/>
                <a:gd name="T76" fmla="*/ 0 w 1248"/>
                <a:gd name="T77" fmla="*/ 568 h 1591"/>
                <a:gd name="T78" fmla="*/ 227 w 1248"/>
                <a:gd name="T79" fmla="*/ 568 h 1591"/>
                <a:gd name="T80" fmla="*/ 227 w 1248"/>
                <a:gd name="T81" fmla="*/ 341 h 1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" h="1591">
                  <a:moveTo>
                    <a:pt x="568" y="1023"/>
                  </a:moveTo>
                  <a:lnTo>
                    <a:pt x="908" y="1023"/>
                  </a:lnTo>
                  <a:lnTo>
                    <a:pt x="1248" y="1023"/>
                  </a:lnTo>
                  <a:lnTo>
                    <a:pt x="908" y="1023"/>
                  </a:lnTo>
                  <a:lnTo>
                    <a:pt x="908" y="682"/>
                  </a:lnTo>
                  <a:lnTo>
                    <a:pt x="681" y="682"/>
                  </a:lnTo>
                  <a:lnTo>
                    <a:pt x="681" y="454"/>
                  </a:lnTo>
                  <a:lnTo>
                    <a:pt x="681" y="682"/>
                  </a:lnTo>
                  <a:lnTo>
                    <a:pt x="681" y="454"/>
                  </a:lnTo>
                  <a:lnTo>
                    <a:pt x="681" y="227"/>
                  </a:lnTo>
                  <a:lnTo>
                    <a:pt x="681" y="113"/>
                  </a:lnTo>
                  <a:lnTo>
                    <a:pt x="795" y="113"/>
                  </a:lnTo>
                  <a:lnTo>
                    <a:pt x="681" y="113"/>
                  </a:lnTo>
                  <a:lnTo>
                    <a:pt x="795" y="113"/>
                  </a:lnTo>
                  <a:lnTo>
                    <a:pt x="795" y="0"/>
                  </a:lnTo>
                  <a:lnTo>
                    <a:pt x="908" y="0"/>
                  </a:lnTo>
                  <a:lnTo>
                    <a:pt x="795" y="0"/>
                  </a:lnTo>
                  <a:lnTo>
                    <a:pt x="795" y="113"/>
                  </a:lnTo>
                  <a:lnTo>
                    <a:pt x="795" y="227"/>
                  </a:lnTo>
                  <a:lnTo>
                    <a:pt x="795" y="341"/>
                  </a:lnTo>
                  <a:lnTo>
                    <a:pt x="795" y="454"/>
                  </a:lnTo>
                  <a:lnTo>
                    <a:pt x="1021" y="454"/>
                  </a:lnTo>
                  <a:lnTo>
                    <a:pt x="1021" y="682"/>
                  </a:lnTo>
                  <a:lnTo>
                    <a:pt x="1021" y="909"/>
                  </a:lnTo>
                  <a:lnTo>
                    <a:pt x="1021" y="1250"/>
                  </a:lnTo>
                  <a:lnTo>
                    <a:pt x="681" y="1250"/>
                  </a:lnTo>
                  <a:lnTo>
                    <a:pt x="681" y="1591"/>
                  </a:lnTo>
                  <a:lnTo>
                    <a:pt x="681" y="1137"/>
                  </a:lnTo>
                  <a:lnTo>
                    <a:pt x="681" y="795"/>
                  </a:lnTo>
                  <a:lnTo>
                    <a:pt x="681" y="1023"/>
                  </a:lnTo>
                  <a:lnTo>
                    <a:pt x="681" y="682"/>
                  </a:lnTo>
                  <a:lnTo>
                    <a:pt x="681" y="909"/>
                  </a:lnTo>
                  <a:lnTo>
                    <a:pt x="341" y="909"/>
                  </a:lnTo>
                  <a:lnTo>
                    <a:pt x="0" y="909"/>
                  </a:lnTo>
                  <a:lnTo>
                    <a:pt x="341" y="909"/>
                  </a:lnTo>
                  <a:lnTo>
                    <a:pt x="0" y="909"/>
                  </a:lnTo>
                  <a:lnTo>
                    <a:pt x="0" y="1250"/>
                  </a:lnTo>
                  <a:lnTo>
                    <a:pt x="0" y="909"/>
                  </a:lnTo>
                  <a:lnTo>
                    <a:pt x="0" y="568"/>
                  </a:lnTo>
                  <a:lnTo>
                    <a:pt x="227" y="568"/>
                  </a:lnTo>
                  <a:lnTo>
                    <a:pt x="227" y="341"/>
                  </a:lnTo>
                </a:path>
              </a:pathLst>
            </a:custGeom>
            <a:noFill/>
            <a:ln w="28575" cap="flat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Oval 87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88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Oval 881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882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Oval 883"/>
            <p:cNvSpPr>
              <a:spLocks noChangeArrowheads="1"/>
            </p:cNvSpPr>
            <p:nvPr/>
          </p:nvSpPr>
          <p:spPr bwMode="auto">
            <a:xfrm>
              <a:off x="3627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884"/>
            <p:cNvSpPr>
              <a:spLocks noEditPoints="1"/>
            </p:cNvSpPr>
            <p:nvPr/>
          </p:nvSpPr>
          <p:spPr bwMode="auto">
            <a:xfrm>
              <a:off x="3617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Oval 885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886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Oval 887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888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Oval 889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890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Oval 891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892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Oval 893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94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Oval 895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96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Oval 897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98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Oval 899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900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Oval 901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902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Oval 903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04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Oval 905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06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Oval 907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08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Oval 909"/>
            <p:cNvSpPr>
              <a:spLocks noChangeArrowheads="1"/>
            </p:cNvSpPr>
            <p:nvPr/>
          </p:nvSpPr>
          <p:spPr bwMode="auto">
            <a:xfrm>
              <a:off x="3286" y="115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10"/>
            <p:cNvSpPr>
              <a:spLocks noEditPoints="1"/>
            </p:cNvSpPr>
            <p:nvPr/>
          </p:nvSpPr>
          <p:spPr bwMode="auto">
            <a:xfrm>
              <a:off x="327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Oval 911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12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Oval 913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914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Oval 915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916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Oval 917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918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Oval 919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920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Oval 921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922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Oval 923"/>
            <p:cNvSpPr>
              <a:spLocks noChangeArrowheads="1"/>
            </p:cNvSpPr>
            <p:nvPr/>
          </p:nvSpPr>
          <p:spPr bwMode="auto">
            <a:xfrm>
              <a:off x="3400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924"/>
            <p:cNvSpPr>
              <a:spLocks noEditPoints="1"/>
            </p:cNvSpPr>
            <p:nvPr/>
          </p:nvSpPr>
          <p:spPr bwMode="auto">
            <a:xfrm>
              <a:off x="339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Oval 925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926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Oval 927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928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Oval 929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930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Oval 931"/>
            <p:cNvSpPr>
              <a:spLocks noChangeArrowheads="1"/>
            </p:cNvSpPr>
            <p:nvPr/>
          </p:nvSpPr>
          <p:spPr bwMode="auto">
            <a:xfrm>
              <a:off x="3059" y="274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932"/>
            <p:cNvSpPr>
              <a:spLocks noEditPoints="1"/>
            </p:cNvSpPr>
            <p:nvPr/>
          </p:nvSpPr>
          <p:spPr bwMode="auto">
            <a:xfrm>
              <a:off x="3050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Oval 933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934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Oval 935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936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Oval 937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938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Oval 939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940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Oval 941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942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Oval 943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944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Oval 945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946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Oval 947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948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Oval 949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950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Oval 951"/>
            <p:cNvSpPr>
              <a:spLocks noChangeArrowheads="1"/>
            </p:cNvSpPr>
            <p:nvPr/>
          </p:nvSpPr>
          <p:spPr bwMode="auto">
            <a:xfrm>
              <a:off x="2379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952"/>
            <p:cNvSpPr>
              <a:spLocks noEditPoints="1"/>
            </p:cNvSpPr>
            <p:nvPr/>
          </p:nvSpPr>
          <p:spPr bwMode="auto">
            <a:xfrm>
              <a:off x="237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Oval 953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954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Oval 955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956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Oval 957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958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Oval 959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960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Oval 96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96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Oval 96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96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Oval 96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96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Oval 96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96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Oval 96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970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Oval 971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972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Oval 97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97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Oval 975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976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Oval 977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978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Oval 979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980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Oval 981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982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Oval 983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984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Oval 985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986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987"/>
            <p:cNvSpPr>
              <a:spLocks/>
            </p:cNvSpPr>
            <p:nvPr/>
          </p:nvSpPr>
          <p:spPr bwMode="auto">
            <a:xfrm>
              <a:off x="2965" y="944"/>
              <a:ext cx="794" cy="1251"/>
            </a:xfrm>
            <a:custGeom>
              <a:avLst/>
              <a:gdLst>
                <a:gd name="T0" fmla="*/ 0 w 794"/>
                <a:gd name="T1" fmla="*/ 1251 h 1251"/>
                <a:gd name="T2" fmla="*/ 113 w 794"/>
                <a:gd name="T3" fmla="*/ 796 h 1251"/>
                <a:gd name="T4" fmla="*/ 340 w 794"/>
                <a:gd name="T5" fmla="*/ 1023 h 1251"/>
                <a:gd name="T6" fmla="*/ 340 w 794"/>
                <a:gd name="T7" fmla="*/ 682 h 1251"/>
                <a:gd name="T8" fmla="*/ 453 w 794"/>
                <a:gd name="T9" fmla="*/ 455 h 1251"/>
                <a:gd name="T10" fmla="*/ 453 w 794"/>
                <a:gd name="T11" fmla="*/ 682 h 1251"/>
                <a:gd name="T12" fmla="*/ 453 w 794"/>
                <a:gd name="T13" fmla="*/ 796 h 1251"/>
                <a:gd name="T14" fmla="*/ 680 w 794"/>
                <a:gd name="T15" fmla="*/ 682 h 1251"/>
                <a:gd name="T16" fmla="*/ 567 w 794"/>
                <a:gd name="T17" fmla="*/ 455 h 1251"/>
                <a:gd name="T18" fmla="*/ 680 w 794"/>
                <a:gd name="T19" fmla="*/ 569 h 1251"/>
                <a:gd name="T20" fmla="*/ 680 w 794"/>
                <a:gd name="T21" fmla="*/ 796 h 1251"/>
                <a:gd name="T22" fmla="*/ 794 w 794"/>
                <a:gd name="T23" fmla="*/ 569 h 1251"/>
                <a:gd name="T24" fmla="*/ 453 w 794"/>
                <a:gd name="T25" fmla="*/ 796 h 1251"/>
                <a:gd name="T26" fmla="*/ 453 w 794"/>
                <a:gd name="T27" fmla="*/ 341 h 1251"/>
                <a:gd name="T28" fmla="*/ 680 w 794"/>
                <a:gd name="T29" fmla="*/ 455 h 1251"/>
                <a:gd name="T30" fmla="*/ 680 w 794"/>
                <a:gd name="T31" fmla="*/ 569 h 1251"/>
                <a:gd name="T32" fmla="*/ 794 w 794"/>
                <a:gd name="T33" fmla="*/ 341 h 1251"/>
                <a:gd name="T34" fmla="*/ 794 w 794"/>
                <a:gd name="T35" fmla="*/ 228 h 1251"/>
                <a:gd name="T36" fmla="*/ 567 w 794"/>
                <a:gd name="T37" fmla="*/ 341 h 1251"/>
                <a:gd name="T38" fmla="*/ 567 w 794"/>
                <a:gd name="T39" fmla="*/ 114 h 1251"/>
                <a:gd name="T40" fmla="*/ 453 w 794"/>
                <a:gd name="T41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1251">
                  <a:moveTo>
                    <a:pt x="0" y="1251"/>
                  </a:moveTo>
                  <a:lnTo>
                    <a:pt x="113" y="796"/>
                  </a:lnTo>
                  <a:lnTo>
                    <a:pt x="340" y="1023"/>
                  </a:lnTo>
                  <a:lnTo>
                    <a:pt x="340" y="682"/>
                  </a:lnTo>
                  <a:lnTo>
                    <a:pt x="453" y="455"/>
                  </a:lnTo>
                  <a:lnTo>
                    <a:pt x="453" y="682"/>
                  </a:lnTo>
                  <a:lnTo>
                    <a:pt x="453" y="796"/>
                  </a:lnTo>
                  <a:lnTo>
                    <a:pt x="680" y="682"/>
                  </a:lnTo>
                  <a:lnTo>
                    <a:pt x="567" y="455"/>
                  </a:lnTo>
                  <a:lnTo>
                    <a:pt x="680" y="569"/>
                  </a:lnTo>
                  <a:lnTo>
                    <a:pt x="680" y="796"/>
                  </a:lnTo>
                  <a:lnTo>
                    <a:pt x="794" y="569"/>
                  </a:lnTo>
                  <a:lnTo>
                    <a:pt x="453" y="796"/>
                  </a:lnTo>
                  <a:lnTo>
                    <a:pt x="453" y="341"/>
                  </a:lnTo>
                  <a:lnTo>
                    <a:pt x="680" y="455"/>
                  </a:lnTo>
                  <a:lnTo>
                    <a:pt x="680" y="569"/>
                  </a:lnTo>
                  <a:lnTo>
                    <a:pt x="794" y="341"/>
                  </a:lnTo>
                  <a:lnTo>
                    <a:pt x="794" y="228"/>
                  </a:lnTo>
                  <a:lnTo>
                    <a:pt x="567" y="341"/>
                  </a:lnTo>
                  <a:lnTo>
                    <a:pt x="567" y="114"/>
                  </a:lnTo>
                  <a:lnTo>
                    <a:pt x="453" y="0"/>
                  </a:lnTo>
                </a:path>
              </a:pathLst>
            </a:custGeom>
            <a:noFill/>
            <a:ln w="28575" cap="flat">
              <a:solidFill>
                <a:srgbClr val="33FF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Oval 98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98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Oval 990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991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Oval 992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993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Oval 994"/>
            <p:cNvSpPr>
              <a:spLocks noChangeArrowheads="1"/>
            </p:cNvSpPr>
            <p:nvPr/>
          </p:nvSpPr>
          <p:spPr bwMode="auto">
            <a:xfrm>
              <a:off x="3286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995"/>
            <p:cNvSpPr>
              <a:spLocks noEditPoints="1"/>
            </p:cNvSpPr>
            <p:nvPr/>
          </p:nvSpPr>
          <p:spPr bwMode="auto">
            <a:xfrm>
              <a:off x="327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Oval 996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997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Oval 998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999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Oval 1000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001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Oval 1002"/>
            <p:cNvSpPr>
              <a:spLocks noChangeArrowheads="1"/>
            </p:cNvSpPr>
            <p:nvPr/>
          </p:nvSpPr>
          <p:spPr bwMode="auto">
            <a:xfrm>
              <a:off x="3627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003"/>
            <p:cNvSpPr>
              <a:spLocks noEditPoints="1"/>
            </p:cNvSpPr>
            <p:nvPr/>
          </p:nvSpPr>
          <p:spPr bwMode="auto">
            <a:xfrm>
              <a:off x="3617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Oval 1004"/>
            <p:cNvSpPr>
              <a:spLocks noChangeArrowheads="1"/>
            </p:cNvSpPr>
            <p:nvPr/>
          </p:nvSpPr>
          <p:spPr bwMode="auto">
            <a:xfrm>
              <a:off x="3513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005"/>
            <p:cNvSpPr>
              <a:spLocks noEditPoints="1"/>
            </p:cNvSpPr>
            <p:nvPr/>
          </p:nvSpPr>
          <p:spPr bwMode="auto">
            <a:xfrm>
              <a:off x="350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Oval 1006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007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Oval 1008"/>
            <p:cNvSpPr>
              <a:spLocks noChangeArrowheads="1"/>
            </p:cNvSpPr>
            <p:nvPr/>
          </p:nvSpPr>
          <p:spPr bwMode="auto">
            <a:xfrm>
              <a:off x="3627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1210"/>
          <p:cNvGrpSpPr>
            <a:grpSpLocks/>
          </p:cNvGrpSpPr>
          <p:nvPr/>
        </p:nvGrpSpPr>
        <p:grpSpPr bwMode="auto">
          <a:xfrm>
            <a:off x="3581400" y="1374776"/>
            <a:ext cx="2428875" cy="3236913"/>
            <a:chOff x="2256" y="866"/>
            <a:chExt cx="1530" cy="2039"/>
          </a:xfrm>
        </p:grpSpPr>
        <p:sp>
          <p:nvSpPr>
            <p:cNvPr id="768" name="Freeform 1010"/>
            <p:cNvSpPr>
              <a:spLocks noEditPoints="1"/>
            </p:cNvSpPr>
            <p:nvPr/>
          </p:nvSpPr>
          <p:spPr bwMode="auto">
            <a:xfrm>
              <a:off x="3617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Oval 1011"/>
            <p:cNvSpPr>
              <a:spLocks noChangeArrowheads="1"/>
            </p:cNvSpPr>
            <p:nvPr/>
          </p:nvSpPr>
          <p:spPr bwMode="auto">
            <a:xfrm>
              <a:off x="3740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1012"/>
            <p:cNvSpPr>
              <a:spLocks noEditPoints="1"/>
            </p:cNvSpPr>
            <p:nvPr/>
          </p:nvSpPr>
          <p:spPr bwMode="auto">
            <a:xfrm>
              <a:off x="373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Oval 1013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1014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Oval 1015"/>
            <p:cNvSpPr>
              <a:spLocks noChangeArrowheads="1"/>
            </p:cNvSpPr>
            <p:nvPr/>
          </p:nvSpPr>
          <p:spPr bwMode="auto">
            <a:xfrm>
              <a:off x="3400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1016"/>
            <p:cNvSpPr>
              <a:spLocks noEditPoints="1"/>
            </p:cNvSpPr>
            <p:nvPr/>
          </p:nvSpPr>
          <p:spPr bwMode="auto">
            <a:xfrm>
              <a:off x="339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Oval 1017"/>
            <p:cNvSpPr>
              <a:spLocks noChangeArrowheads="1"/>
            </p:cNvSpPr>
            <p:nvPr/>
          </p:nvSpPr>
          <p:spPr bwMode="auto">
            <a:xfrm>
              <a:off x="3627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1018"/>
            <p:cNvSpPr>
              <a:spLocks noEditPoints="1"/>
            </p:cNvSpPr>
            <p:nvPr/>
          </p:nvSpPr>
          <p:spPr bwMode="auto">
            <a:xfrm>
              <a:off x="3617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Oval 1019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1020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Oval 1021"/>
            <p:cNvSpPr>
              <a:spLocks noChangeArrowheads="1"/>
            </p:cNvSpPr>
            <p:nvPr/>
          </p:nvSpPr>
          <p:spPr bwMode="auto">
            <a:xfrm>
              <a:off x="3740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1022"/>
            <p:cNvSpPr>
              <a:spLocks noEditPoints="1"/>
            </p:cNvSpPr>
            <p:nvPr/>
          </p:nvSpPr>
          <p:spPr bwMode="auto">
            <a:xfrm>
              <a:off x="373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Oval 1023"/>
            <p:cNvSpPr>
              <a:spLocks noChangeArrowheads="1"/>
            </p:cNvSpPr>
            <p:nvPr/>
          </p:nvSpPr>
          <p:spPr bwMode="auto">
            <a:xfrm>
              <a:off x="3740" y="115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1024"/>
            <p:cNvSpPr>
              <a:spLocks noEditPoints="1"/>
            </p:cNvSpPr>
            <p:nvPr/>
          </p:nvSpPr>
          <p:spPr bwMode="auto">
            <a:xfrm>
              <a:off x="373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Oval 1025"/>
            <p:cNvSpPr>
              <a:spLocks noChangeArrowheads="1"/>
            </p:cNvSpPr>
            <p:nvPr/>
          </p:nvSpPr>
          <p:spPr bwMode="auto">
            <a:xfrm>
              <a:off x="3513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1026"/>
            <p:cNvSpPr>
              <a:spLocks noEditPoints="1"/>
            </p:cNvSpPr>
            <p:nvPr/>
          </p:nvSpPr>
          <p:spPr bwMode="auto">
            <a:xfrm>
              <a:off x="350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Oval 1027"/>
            <p:cNvSpPr>
              <a:spLocks noChangeArrowheads="1"/>
            </p:cNvSpPr>
            <p:nvPr/>
          </p:nvSpPr>
          <p:spPr bwMode="auto">
            <a:xfrm>
              <a:off x="3513" y="103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1028"/>
            <p:cNvSpPr>
              <a:spLocks noEditPoints="1"/>
            </p:cNvSpPr>
            <p:nvPr/>
          </p:nvSpPr>
          <p:spPr bwMode="auto">
            <a:xfrm>
              <a:off x="350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Oval 1029"/>
            <p:cNvSpPr>
              <a:spLocks noChangeArrowheads="1"/>
            </p:cNvSpPr>
            <p:nvPr/>
          </p:nvSpPr>
          <p:spPr bwMode="auto">
            <a:xfrm>
              <a:off x="3400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1030"/>
            <p:cNvSpPr>
              <a:spLocks noEditPoints="1"/>
            </p:cNvSpPr>
            <p:nvPr/>
          </p:nvSpPr>
          <p:spPr bwMode="auto">
            <a:xfrm>
              <a:off x="339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Oval 1031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1032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Oval 1033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1034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Oval 1035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1036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Oval 1037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1038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Oval 1039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1040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Oval 1041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1042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Oval 104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104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Oval 1045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1046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Oval 1047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1048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Oval 1049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1050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Oval 1051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1052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Oval 1053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1054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Oval 1055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1056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1057"/>
            <p:cNvSpPr>
              <a:spLocks/>
            </p:cNvSpPr>
            <p:nvPr/>
          </p:nvSpPr>
          <p:spPr bwMode="auto">
            <a:xfrm>
              <a:off x="2284" y="1626"/>
              <a:ext cx="1248" cy="1251"/>
            </a:xfrm>
            <a:custGeom>
              <a:avLst/>
              <a:gdLst>
                <a:gd name="T0" fmla="*/ 1021 w 1248"/>
                <a:gd name="T1" fmla="*/ 910 h 1251"/>
                <a:gd name="T2" fmla="*/ 1021 w 1248"/>
                <a:gd name="T3" fmla="*/ 1137 h 1251"/>
                <a:gd name="T4" fmla="*/ 794 w 1248"/>
                <a:gd name="T5" fmla="*/ 1137 h 1251"/>
                <a:gd name="T6" fmla="*/ 1021 w 1248"/>
                <a:gd name="T7" fmla="*/ 1137 h 1251"/>
                <a:gd name="T8" fmla="*/ 1021 w 1248"/>
                <a:gd name="T9" fmla="*/ 910 h 1251"/>
                <a:gd name="T10" fmla="*/ 1021 w 1248"/>
                <a:gd name="T11" fmla="*/ 1137 h 1251"/>
                <a:gd name="T12" fmla="*/ 1248 w 1248"/>
                <a:gd name="T13" fmla="*/ 1137 h 1251"/>
                <a:gd name="T14" fmla="*/ 1248 w 1248"/>
                <a:gd name="T15" fmla="*/ 910 h 1251"/>
                <a:gd name="T16" fmla="*/ 1248 w 1248"/>
                <a:gd name="T17" fmla="*/ 683 h 1251"/>
                <a:gd name="T18" fmla="*/ 1248 w 1248"/>
                <a:gd name="T19" fmla="*/ 341 h 1251"/>
                <a:gd name="T20" fmla="*/ 908 w 1248"/>
                <a:gd name="T21" fmla="*/ 341 h 1251"/>
                <a:gd name="T22" fmla="*/ 1248 w 1248"/>
                <a:gd name="T23" fmla="*/ 341 h 1251"/>
                <a:gd name="T24" fmla="*/ 908 w 1248"/>
                <a:gd name="T25" fmla="*/ 341 h 1251"/>
                <a:gd name="T26" fmla="*/ 567 w 1248"/>
                <a:gd name="T27" fmla="*/ 341 h 1251"/>
                <a:gd name="T28" fmla="*/ 567 w 1248"/>
                <a:gd name="T29" fmla="*/ 683 h 1251"/>
                <a:gd name="T30" fmla="*/ 908 w 1248"/>
                <a:gd name="T31" fmla="*/ 683 h 1251"/>
                <a:gd name="T32" fmla="*/ 1248 w 1248"/>
                <a:gd name="T33" fmla="*/ 683 h 1251"/>
                <a:gd name="T34" fmla="*/ 908 w 1248"/>
                <a:gd name="T35" fmla="*/ 683 h 1251"/>
                <a:gd name="T36" fmla="*/ 1248 w 1248"/>
                <a:gd name="T37" fmla="*/ 683 h 1251"/>
                <a:gd name="T38" fmla="*/ 1248 w 1248"/>
                <a:gd name="T39" fmla="*/ 1024 h 1251"/>
                <a:gd name="T40" fmla="*/ 1248 w 1248"/>
                <a:gd name="T41" fmla="*/ 796 h 1251"/>
                <a:gd name="T42" fmla="*/ 1021 w 1248"/>
                <a:gd name="T43" fmla="*/ 796 h 1251"/>
                <a:gd name="T44" fmla="*/ 1021 w 1248"/>
                <a:gd name="T45" fmla="*/ 569 h 1251"/>
                <a:gd name="T46" fmla="*/ 1021 w 1248"/>
                <a:gd name="T47" fmla="*/ 910 h 1251"/>
                <a:gd name="T48" fmla="*/ 1021 w 1248"/>
                <a:gd name="T49" fmla="*/ 683 h 1251"/>
                <a:gd name="T50" fmla="*/ 1021 w 1248"/>
                <a:gd name="T51" fmla="*/ 1024 h 1251"/>
                <a:gd name="T52" fmla="*/ 1021 w 1248"/>
                <a:gd name="T53" fmla="*/ 796 h 1251"/>
                <a:gd name="T54" fmla="*/ 1021 w 1248"/>
                <a:gd name="T55" fmla="*/ 1024 h 1251"/>
                <a:gd name="T56" fmla="*/ 1021 w 1248"/>
                <a:gd name="T57" fmla="*/ 1251 h 1251"/>
                <a:gd name="T58" fmla="*/ 1021 w 1248"/>
                <a:gd name="T59" fmla="*/ 1137 h 1251"/>
                <a:gd name="T60" fmla="*/ 1021 w 1248"/>
                <a:gd name="T61" fmla="*/ 910 h 1251"/>
                <a:gd name="T62" fmla="*/ 794 w 1248"/>
                <a:gd name="T63" fmla="*/ 910 h 1251"/>
                <a:gd name="T64" fmla="*/ 1021 w 1248"/>
                <a:gd name="T65" fmla="*/ 910 h 1251"/>
                <a:gd name="T66" fmla="*/ 1021 w 1248"/>
                <a:gd name="T67" fmla="*/ 683 h 1251"/>
                <a:gd name="T68" fmla="*/ 794 w 1248"/>
                <a:gd name="T69" fmla="*/ 683 h 1251"/>
                <a:gd name="T70" fmla="*/ 794 w 1248"/>
                <a:gd name="T71" fmla="*/ 341 h 1251"/>
                <a:gd name="T72" fmla="*/ 794 w 1248"/>
                <a:gd name="T73" fmla="*/ 0 h 1251"/>
                <a:gd name="T74" fmla="*/ 340 w 1248"/>
                <a:gd name="T75" fmla="*/ 0 h 1251"/>
                <a:gd name="T76" fmla="*/ 340 w 1248"/>
                <a:gd name="T77" fmla="*/ 455 h 1251"/>
                <a:gd name="T78" fmla="*/ 340 w 1248"/>
                <a:gd name="T79" fmla="*/ 796 h 1251"/>
                <a:gd name="T80" fmla="*/ 0 w 1248"/>
                <a:gd name="T81" fmla="*/ 796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" h="1251">
                  <a:moveTo>
                    <a:pt x="1021" y="910"/>
                  </a:moveTo>
                  <a:lnTo>
                    <a:pt x="1021" y="1137"/>
                  </a:lnTo>
                  <a:lnTo>
                    <a:pt x="794" y="1137"/>
                  </a:lnTo>
                  <a:lnTo>
                    <a:pt x="1021" y="1137"/>
                  </a:lnTo>
                  <a:lnTo>
                    <a:pt x="1021" y="910"/>
                  </a:lnTo>
                  <a:lnTo>
                    <a:pt x="1021" y="1137"/>
                  </a:lnTo>
                  <a:lnTo>
                    <a:pt x="1248" y="1137"/>
                  </a:lnTo>
                  <a:lnTo>
                    <a:pt x="1248" y="910"/>
                  </a:lnTo>
                  <a:lnTo>
                    <a:pt x="1248" y="683"/>
                  </a:lnTo>
                  <a:lnTo>
                    <a:pt x="1248" y="341"/>
                  </a:lnTo>
                  <a:lnTo>
                    <a:pt x="908" y="341"/>
                  </a:lnTo>
                  <a:lnTo>
                    <a:pt x="1248" y="341"/>
                  </a:lnTo>
                  <a:lnTo>
                    <a:pt x="908" y="341"/>
                  </a:lnTo>
                  <a:lnTo>
                    <a:pt x="567" y="341"/>
                  </a:lnTo>
                  <a:lnTo>
                    <a:pt x="567" y="683"/>
                  </a:lnTo>
                  <a:lnTo>
                    <a:pt x="908" y="683"/>
                  </a:lnTo>
                  <a:lnTo>
                    <a:pt x="1248" y="683"/>
                  </a:lnTo>
                  <a:lnTo>
                    <a:pt x="908" y="683"/>
                  </a:lnTo>
                  <a:lnTo>
                    <a:pt x="1248" y="683"/>
                  </a:lnTo>
                  <a:lnTo>
                    <a:pt x="1248" y="1024"/>
                  </a:lnTo>
                  <a:lnTo>
                    <a:pt x="1248" y="796"/>
                  </a:lnTo>
                  <a:lnTo>
                    <a:pt x="1021" y="796"/>
                  </a:lnTo>
                  <a:lnTo>
                    <a:pt x="1021" y="569"/>
                  </a:lnTo>
                  <a:lnTo>
                    <a:pt x="1021" y="910"/>
                  </a:lnTo>
                  <a:lnTo>
                    <a:pt x="1021" y="683"/>
                  </a:lnTo>
                  <a:lnTo>
                    <a:pt x="1021" y="1024"/>
                  </a:lnTo>
                  <a:lnTo>
                    <a:pt x="1021" y="796"/>
                  </a:lnTo>
                  <a:lnTo>
                    <a:pt x="1021" y="1024"/>
                  </a:lnTo>
                  <a:lnTo>
                    <a:pt x="1021" y="1251"/>
                  </a:lnTo>
                  <a:lnTo>
                    <a:pt x="1021" y="1137"/>
                  </a:lnTo>
                  <a:lnTo>
                    <a:pt x="1021" y="910"/>
                  </a:lnTo>
                  <a:lnTo>
                    <a:pt x="794" y="910"/>
                  </a:lnTo>
                  <a:lnTo>
                    <a:pt x="1021" y="910"/>
                  </a:lnTo>
                  <a:lnTo>
                    <a:pt x="1021" y="683"/>
                  </a:lnTo>
                  <a:lnTo>
                    <a:pt x="794" y="683"/>
                  </a:lnTo>
                  <a:lnTo>
                    <a:pt x="794" y="341"/>
                  </a:lnTo>
                  <a:lnTo>
                    <a:pt x="794" y="0"/>
                  </a:lnTo>
                  <a:lnTo>
                    <a:pt x="340" y="0"/>
                  </a:lnTo>
                  <a:lnTo>
                    <a:pt x="340" y="455"/>
                  </a:lnTo>
                  <a:lnTo>
                    <a:pt x="340" y="796"/>
                  </a:lnTo>
                  <a:lnTo>
                    <a:pt x="0" y="796"/>
                  </a:lnTo>
                </a:path>
              </a:pathLst>
            </a:custGeom>
            <a:noFill/>
            <a:ln w="28575" cap="flat">
              <a:solidFill>
                <a:srgbClr val="66FF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Oval 1058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1059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Oval 1060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1061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Oval 1062"/>
            <p:cNvSpPr>
              <a:spLocks noChangeArrowheads="1"/>
            </p:cNvSpPr>
            <p:nvPr/>
          </p:nvSpPr>
          <p:spPr bwMode="auto">
            <a:xfrm>
              <a:off x="3059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1063"/>
            <p:cNvSpPr>
              <a:spLocks noEditPoints="1"/>
            </p:cNvSpPr>
            <p:nvPr/>
          </p:nvSpPr>
          <p:spPr bwMode="auto">
            <a:xfrm>
              <a:off x="3050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Oval 1064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1065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Oval 1066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1067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Oval 1068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1069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Oval 1070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1071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Oval 1072"/>
            <p:cNvSpPr>
              <a:spLocks noChangeArrowheads="1"/>
            </p:cNvSpPr>
            <p:nvPr/>
          </p:nvSpPr>
          <p:spPr bwMode="auto">
            <a:xfrm>
              <a:off x="3513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1073"/>
            <p:cNvSpPr>
              <a:spLocks noEditPoints="1"/>
            </p:cNvSpPr>
            <p:nvPr/>
          </p:nvSpPr>
          <p:spPr bwMode="auto">
            <a:xfrm>
              <a:off x="350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Oval 1074"/>
            <p:cNvSpPr>
              <a:spLocks noChangeArrowheads="1"/>
            </p:cNvSpPr>
            <p:nvPr/>
          </p:nvSpPr>
          <p:spPr bwMode="auto">
            <a:xfrm>
              <a:off x="3513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1075"/>
            <p:cNvSpPr>
              <a:spLocks noEditPoints="1"/>
            </p:cNvSpPr>
            <p:nvPr/>
          </p:nvSpPr>
          <p:spPr bwMode="auto">
            <a:xfrm>
              <a:off x="350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Oval 1076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1077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Oval 1078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1079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Oval 1080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1081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Oval 1082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1083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Oval 1084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1085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Oval 1086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1087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Oval 1088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1089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Oval 1090"/>
            <p:cNvSpPr>
              <a:spLocks noChangeArrowheads="1"/>
            </p:cNvSpPr>
            <p:nvPr/>
          </p:nvSpPr>
          <p:spPr bwMode="auto">
            <a:xfrm>
              <a:off x="3513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1091"/>
            <p:cNvSpPr>
              <a:spLocks noEditPoints="1"/>
            </p:cNvSpPr>
            <p:nvPr/>
          </p:nvSpPr>
          <p:spPr bwMode="auto">
            <a:xfrm>
              <a:off x="350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Oval 1092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1093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Oval 1094"/>
            <p:cNvSpPr>
              <a:spLocks noChangeArrowheads="1"/>
            </p:cNvSpPr>
            <p:nvPr/>
          </p:nvSpPr>
          <p:spPr bwMode="auto">
            <a:xfrm>
              <a:off x="3513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1095"/>
            <p:cNvSpPr>
              <a:spLocks noEditPoints="1"/>
            </p:cNvSpPr>
            <p:nvPr/>
          </p:nvSpPr>
          <p:spPr bwMode="auto">
            <a:xfrm>
              <a:off x="350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Oval 1096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1097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Oval 1098"/>
            <p:cNvSpPr>
              <a:spLocks noChangeArrowheads="1"/>
            </p:cNvSpPr>
            <p:nvPr/>
          </p:nvSpPr>
          <p:spPr bwMode="auto">
            <a:xfrm>
              <a:off x="3513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1099"/>
            <p:cNvSpPr>
              <a:spLocks noEditPoints="1"/>
            </p:cNvSpPr>
            <p:nvPr/>
          </p:nvSpPr>
          <p:spPr bwMode="auto">
            <a:xfrm>
              <a:off x="350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Oval 1100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1101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Oval 1102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1103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Oval 1104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1105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Oval 1106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1107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Oval 1108"/>
            <p:cNvSpPr>
              <a:spLocks noChangeArrowheads="1"/>
            </p:cNvSpPr>
            <p:nvPr/>
          </p:nvSpPr>
          <p:spPr bwMode="auto">
            <a:xfrm>
              <a:off x="3286" y="2631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1109"/>
            <p:cNvSpPr>
              <a:spLocks noEditPoints="1"/>
            </p:cNvSpPr>
            <p:nvPr/>
          </p:nvSpPr>
          <p:spPr bwMode="auto">
            <a:xfrm>
              <a:off x="327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Oval 1110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1111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Oval 1112"/>
            <p:cNvSpPr>
              <a:spLocks noChangeArrowheads="1"/>
            </p:cNvSpPr>
            <p:nvPr/>
          </p:nvSpPr>
          <p:spPr bwMode="auto">
            <a:xfrm>
              <a:off x="3286" y="2631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1113"/>
            <p:cNvSpPr>
              <a:spLocks noEditPoints="1"/>
            </p:cNvSpPr>
            <p:nvPr/>
          </p:nvSpPr>
          <p:spPr bwMode="auto">
            <a:xfrm>
              <a:off x="327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Oval 1114"/>
            <p:cNvSpPr>
              <a:spLocks noChangeArrowheads="1"/>
            </p:cNvSpPr>
            <p:nvPr/>
          </p:nvSpPr>
          <p:spPr bwMode="auto">
            <a:xfrm>
              <a:off x="3286" y="2859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1115"/>
            <p:cNvSpPr>
              <a:spLocks noEditPoints="1"/>
            </p:cNvSpPr>
            <p:nvPr/>
          </p:nvSpPr>
          <p:spPr bwMode="auto">
            <a:xfrm>
              <a:off x="327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Oval 1116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1117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Oval 1118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1119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Oval 1120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1121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Oval 1122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1123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Oval 1124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1125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Oval 1126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1127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Oval 1128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1129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Oval 1130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1131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Oval 1132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1133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Oval 1134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1135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Oval 1136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1137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Oval 1138"/>
            <p:cNvSpPr>
              <a:spLocks noChangeArrowheads="1"/>
            </p:cNvSpPr>
            <p:nvPr/>
          </p:nvSpPr>
          <p:spPr bwMode="auto">
            <a:xfrm>
              <a:off x="2265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1139"/>
            <p:cNvSpPr>
              <a:spLocks noEditPoints="1"/>
            </p:cNvSpPr>
            <p:nvPr/>
          </p:nvSpPr>
          <p:spPr bwMode="auto">
            <a:xfrm>
              <a:off x="2256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Oval 1140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1141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Oval 1142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1143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Oval 1144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1145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Oval 1146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1147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Oval 1148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1149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Oval 1150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1151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Oval 115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115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Oval 1154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1155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Oval 1156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1157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Oval 115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115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Oval 116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116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Oval 116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116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Oval 116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116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1166"/>
            <p:cNvSpPr>
              <a:spLocks/>
            </p:cNvSpPr>
            <p:nvPr/>
          </p:nvSpPr>
          <p:spPr bwMode="auto">
            <a:xfrm>
              <a:off x="2284" y="944"/>
              <a:ext cx="1021" cy="1592"/>
            </a:xfrm>
            <a:custGeom>
              <a:avLst/>
              <a:gdLst>
                <a:gd name="T0" fmla="*/ 1021 w 1021"/>
                <a:gd name="T1" fmla="*/ 1592 h 1592"/>
                <a:gd name="T2" fmla="*/ 908 w 1021"/>
                <a:gd name="T3" fmla="*/ 682 h 1592"/>
                <a:gd name="T4" fmla="*/ 794 w 1021"/>
                <a:gd name="T5" fmla="*/ 1023 h 1592"/>
                <a:gd name="T6" fmla="*/ 794 w 1021"/>
                <a:gd name="T7" fmla="*/ 1478 h 1592"/>
                <a:gd name="T8" fmla="*/ 227 w 1021"/>
                <a:gd name="T9" fmla="*/ 1137 h 1592"/>
                <a:gd name="T10" fmla="*/ 340 w 1021"/>
                <a:gd name="T11" fmla="*/ 1592 h 1592"/>
                <a:gd name="T12" fmla="*/ 794 w 1021"/>
                <a:gd name="T13" fmla="*/ 1251 h 1592"/>
                <a:gd name="T14" fmla="*/ 340 w 1021"/>
                <a:gd name="T15" fmla="*/ 1478 h 1592"/>
                <a:gd name="T16" fmla="*/ 0 w 1021"/>
                <a:gd name="T17" fmla="*/ 1023 h 1592"/>
                <a:gd name="T18" fmla="*/ 454 w 1021"/>
                <a:gd name="T19" fmla="*/ 796 h 1592"/>
                <a:gd name="T20" fmla="*/ 794 w 1021"/>
                <a:gd name="T21" fmla="*/ 682 h 1592"/>
                <a:gd name="T22" fmla="*/ 908 w 1021"/>
                <a:gd name="T23" fmla="*/ 455 h 1592"/>
                <a:gd name="T24" fmla="*/ 794 w 1021"/>
                <a:gd name="T25" fmla="*/ 341 h 1592"/>
                <a:gd name="T26" fmla="*/ 1021 w 1021"/>
                <a:gd name="T27" fmla="*/ 114 h 1592"/>
                <a:gd name="T28" fmla="*/ 1021 w 1021"/>
                <a:gd name="T29" fmla="*/ 341 h 1592"/>
                <a:gd name="T30" fmla="*/ 794 w 1021"/>
                <a:gd name="T31" fmla="*/ 341 h 1592"/>
                <a:gd name="T32" fmla="*/ 681 w 1021"/>
                <a:gd name="T33" fmla="*/ 341 h 1592"/>
                <a:gd name="T34" fmla="*/ 794 w 1021"/>
                <a:gd name="T35" fmla="*/ 455 h 1592"/>
                <a:gd name="T36" fmla="*/ 681 w 1021"/>
                <a:gd name="T37" fmla="*/ 341 h 1592"/>
                <a:gd name="T38" fmla="*/ 681 w 1021"/>
                <a:gd name="T39" fmla="*/ 114 h 1592"/>
                <a:gd name="T40" fmla="*/ 681 w 1021"/>
                <a:gd name="T4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592">
                  <a:moveTo>
                    <a:pt x="1021" y="1592"/>
                  </a:moveTo>
                  <a:lnTo>
                    <a:pt x="908" y="682"/>
                  </a:lnTo>
                  <a:lnTo>
                    <a:pt x="794" y="1023"/>
                  </a:lnTo>
                  <a:lnTo>
                    <a:pt x="794" y="1478"/>
                  </a:lnTo>
                  <a:lnTo>
                    <a:pt x="227" y="1137"/>
                  </a:lnTo>
                  <a:lnTo>
                    <a:pt x="340" y="1592"/>
                  </a:lnTo>
                  <a:lnTo>
                    <a:pt x="794" y="1251"/>
                  </a:lnTo>
                  <a:lnTo>
                    <a:pt x="340" y="1478"/>
                  </a:lnTo>
                  <a:lnTo>
                    <a:pt x="0" y="1023"/>
                  </a:lnTo>
                  <a:lnTo>
                    <a:pt x="454" y="796"/>
                  </a:lnTo>
                  <a:lnTo>
                    <a:pt x="794" y="682"/>
                  </a:lnTo>
                  <a:lnTo>
                    <a:pt x="908" y="455"/>
                  </a:lnTo>
                  <a:lnTo>
                    <a:pt x="794" y="341"/>
                  </a:lnTo>
                  <a:lnTo>
                    <a:pt x="1021" y="114"/>
                  </a:lnTo>
                  <a:lnTo>
                    <a:pt x="1021" y="341"/>
                  </a:lnTo>
                  <a:lnTo>
                    <a:pt x="794" y="341"/>
                  </a:lnTo>
                  <a:lnTo>
                    <a:pt x="681" y="341"/>
                  </a:lnTo>
                  <a:lnTo>
                    <a:pt x="794" y="455"/>
                  </a:lnTo>
                  <a:lnTo>
                    <a:pt x="681" y="341"/>
                  </a:lnTo>
                  <a:lnTo>
                    <a:pt x="681" y="114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99FF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Oval 1167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1168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Oval 1169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170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Oval 1171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172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Oval 1173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174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Oval 1175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1176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Oval 1177"/>
            <p:cNvSpPr>
              <a:spLocks noChangeArrowheads="1"/>
            </p:cNvSpPr>
            <p:nvPr/>
          </p:nvSpPr>
          <p:spPr bwMode="auto">
            <a:xfrm>
              <a:off x="2606" y="2518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1178"/>
            <p:cNvSpPr>
              <a:spLocks noEditPoints="1"/>
            </p:cNvSpPr>
            <p:nvPr/>
          </p:nvSpPr>
          <p:spPr bwMode="auto">
            <a:xfrm>
              <a:off x="259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Oval 1179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1180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Oval 1181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1182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Oval 1183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1184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Oval 1185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1186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Oval 1187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1188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Oval 1189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1190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Oval 1191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1192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Oval 1193"/>
            <p:cNvSpPr>
              <a:spLocks noChangeArrowheads="1"/>
            </p:cNvSpPr>
            <p:nvPr/>
          </p:nvSpPr>
          <p:spPr bwMode="auto">
            <a:xfrm>
              <a:off x="3286" y="103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1194"/>
            <p:cNvSpPr>
              <a:spLocks noEditPoints="1"/>
            </p:cNvSpPr>
            <p:nvPr/>
          </p:nvSpPr>
          <p:spPr bwMode="auto">
            <a:xfrm>
              <a:off x="327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Oval 1195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1196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Oval 1197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1198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Oval 1199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1200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Oval 1201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1202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Oval 1203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1204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Oval 1205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1206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Oval 1207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1208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Oval 120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411"/>
          <p:cNvGrpSpPr>
            <a:grpSpLocks/>
          </p:cNvGrpSpPr>
          <p:nvPr/>
        </p:nvGrpSpPr>
        <p:grpSpPr bwMode="auto">
          <a:xfrm>
            <a:off x="3590925" y="1374776"/>
            <a:ext cx="2419350" cy="2874963"/>
            <a:chOff x="2262" y="866"/>
            <a:chExt cx="1524" cy="1811"/>
          </a:xfrm>
        </p:grpSpPr>
        <p:sp>
          <p:nvSpPr>
            <p:cNvPr id="568" name="Freeform 1211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Oval 1212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213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Oval 1214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215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Oval 1216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217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Oval 1218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219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Oval 1220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221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122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22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1224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225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1226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227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Oval 1228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229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Oval 1230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1231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Oval 1232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233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Oval 1234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235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236"/>
            <p:cNvSpPr>
              <a:spLocks/>
            </p:cNvSpPr>
            <p:nvPr/>
          </p:nvSpPr>
          <p:spPr bwMode="auto">
            <a:xfrm>
              <a:off x="2624" y="944"/>
              <a:ext cx="681" cy="1592"/>
            </a:xfrm>
            <a:custGeom>
              <a:avLst/>
              <a:gdLst>
                <a:gd name="T0" fmla="*/ 681 w 681"/>
                <a:gd name="T1" fmla="*/ 1592 h 1592"/>
                <a:gd name="T2" fmla="*/ 114 w 681"/>
                <a:gd name="T3" fmla="*/ 910 h 1592"/>
                <a:gd name="T4" fmla="*/ 341 w 681"/>
                <a:gd name="T5" fmla="*/ 910 h 1592"/>
                <a:gd name="T6" fmla="*/ 454 w 681"/>
                <a:gd name="T7" fmla="*/ 1137 h 1592"/>
                <a:gd name="T8" fmla="*/ 568 w 681"/>
                <a:gd name="T9" fmla="*/ 910 h 1592"/>
                <a:gd name="T10" fmla="*/ 341 w 681"/>
                <a:gd name="T11" fmla="*/ 682 h 1592"/>
                <a:gd name="T12" fmla="*/ 227 w 681"/>
                <a:gd name="T13" fmla="*/ 796 h 1592"/>
                <a:gd name="T14" fmla="*/ 454 w 681"/>
                <a:gd name="T15" fmla="*/ 569 h 1592"/>
                <a:gd name="T16" fmla="*/ 681 w 681"/>
                <a:gd name="T17" fmla="*/ 455 h 1592"/>
                <a:gd name="T18" fmla="*/ 568 w 681"/>
                <a:gd name="T19" fmla="*/ 682 h 1592"/>
                <a:gd name="T20" fmla="*/ 341 w 681"/>
                <a:gd name="T21" fmla="*/ 682 h 1592"/>
                <a:gd name="T22" fmla="*/ 454 w 681"/>
                <a:gd name="T23" fmla="*/ 455 h 1592"/>
                <a:gd name="T24" fmla="*/ 568 w 681"/>
                <a:gd name="T25" fmla="*/ 341 h 1592"/>
                <a:gd name="T26" fmla="*/ 454 w 681"/>
                <a:gd name="T27" fmla="*/ 455 h 1592"/>
                <a:gd name="T28" fmla="*/ 341 w 681"/>
                <a:gd name="T29" fmla="*/ 341 h 1592"/>
                <a:gd name="T30" fmla="*/ 227 w 681"/>
                <a:gd name="T31" fmla="*/ 341 h 1592"/>
                <a:gd name="T32" fmla="*/ 227 w 681"/>
                <a:gd name="T33" fmla="*/ 228 h 1592"/>
                <a:gd name="T34" fmla="*/ 114 w 681"/>
                <a:gd name="T35" fmla="*/ 228 h 1592"/>
                <a:gd name="T36" fmla="*/ 0 w 681"/>
                <a:gd name="T37" fmla="*/ 228 h 1592"/>
                <a:gd name="T38" fmla="*/ 0 w 681"/>
                <a:gd name="T39" fmla="*/ 114 h 1592"/>
                <a:gd name="T40" fmla="*/ 0 w 681"/>
                <a:gd name="T4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1" h="1592">
                  <a:moveTo>
                    <a:pt x="681" y="1592"/>
                  </a:moveTo>
                  <a:lnTo>
                    <a:pt x="114" y="910"/>
                  </a:lnTo>
                  <a:lnTo>
                    <a:pt x="341" y="910"/>
                  </a:lnTo>
                  <a:lnTo>
                    <a:pt x="454" y="1137"/>
                  </a:lnTo>
                  <a:lnTo>
                    <a:pt x="568" y="910"/>
                  </a:lnTo>
                  <a:lnTo>
                    <a:pt x="341" y="682"/>
                  </a:lnTo>
                  <a:lnTo>
                    <a:pt x="227" y="796"/>
                  </a:lnTo>
                  <a:lnTo>
                    <a:pt x="454" y="569"/>
                  </a:lnTo>
                  <a:lnTo>
                    <a:pt x="681" y="455"/>
                  </a:lnTo>
                  <a:lnTo>
                    <a:pt x="568" y="682"/>
                  </a:lnTo>
                  <a:lnTo>
                    <a:pt x="341" y="682"/>
                  </a:lnTo>
                  <a:lnTo>
                    <a:pt x="454" y="455"/>
                  </a:lnTo>
                  <a:lnTo>
                    <a:pt x="568" y="341"/>
                  </a:lnTo>
                  <a:lnTo>
                    <a:pt x="454" y="455"/>
                  </a:lnTo>
                  <a:lnTo>
                    <a:pt x="341" y="341"/>
                  </a:lnTo>
                  <a:lnTo>
                    <a:pt x="227" y="341"/>
                  </a:lnTo>
                  <a:lnTo>
                    <a:pt x="227" y="228"/>
                  </a:lnTo>
                  <a:lnTo>
                    <a:pt x="114" y="228"/>
                  </a:lnTo>
                  <a:lnTo>
                    <a:pt x="0" y="228"/>
                  </a:lnTo>
                  <a:lnTo>
                    <a:pt x="0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CCFF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1237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238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1239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240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Oval 1241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242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Oval 1243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244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1245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1246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Oval 1247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1248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1249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250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1251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1252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Oval 1253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1254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Oval 1255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1256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1257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1258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Oval 1259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1260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Oval 1261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1262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Oval 1263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1264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Oval 1265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1266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Oval 1267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1268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1269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1270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Oval 1271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1272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Oval 1273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1274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Oval 1275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1276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Oval 1277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1278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Oval 1279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1280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1281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1282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Oval 1283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1284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Oval 1285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1286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Oval 1287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1288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Oval 1289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290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Oval 129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129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Oval 1293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294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Oval 1295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1296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Oval 1297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298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Oval 1299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1300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Oval 1301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130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Oval 130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30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305"/>
            <p:cNvSpPr>
              <a:spLocks/>
            </p:cNvSpPr>
            <p:nvPr/>
          </p:nvSpPr>
          <p:spPr bwMode="auto">
            <a:xfrm>
              <a:off x="2624" y="1172"/>
              <a:ext cx="1135" cy="1478"/>
            </a:xfrm>
            <a:custGeom>
              <a:avLst/>
              <a:gdLst>
                <a:gd name="T0" fmla="*/ 681 w 1135"/>
                <a:gd name="T1" fmla="*/ 1364 h 1478"/>
                <a:gd name="T2" fmla="*/ 681 w 1135"/>
                <a:gd name="T3" fmla="*/ 1250 h 1478"/>
                <a:gd name="T4" fmla="*/ 681 w 1135"/>
                <a:gd name="T5" fmla="*/ 682 h 1478"/>
                <a:gd name="T6" fmla="*/ 454 w 1135"/>
                <a:gd name="T7" fmla="*/ 909 h 1478"/>
                <a:gd name="T8" fmla="*/ 568 w 1135"/>
                <a:gd name="T9" fmla="*/ 454 h 1478"/>
                <a:gd name="T10" fmla="*/ 454 w 1135"/>
                <a:gd name="T11" fmla="*/ 682 h 1478"/>
                <a:gd name="T12" fmla="*/ 454 w 1135"/>
                <a:gd name="T13" fmla="*/ 909 h 1478"/>
                <a:gd name="T14" fmla="*/ 454 w 1135"/>
                <a:gd name="T15" fmla="*/ 568 h 1478"/>
                <a:gd name="T16" fmla="*/ 454 w 1135"/>
                <a:gd name="T17" fmla="*/ 795 h 1478"/>
                <a:gd name="T18" fmla="*/ 454 w 1135"/>
                <a:gd name="T19" fmla="*/ 341 h 1478"/>
                <a:gd name="T20" fmla="*/ 568 w 1135"/>
                <a:gd name="T21" fmla="*/ 682 h 1478"/>
                <a:gd name="T22" fmla="*/ 568 w 1135"/>
                <a:gd name="T23" fmla="*/ 909 h 1478"/>
                <a:gd name="T24" fmla="*/ 227 w 1135"/>
                <a:gd name="T25" fmla="*/ 909 h 1478"/>
                <a:gd name="T26" fmla="*/ 568 w 1135"/>
                <a:gd name="T27" fmla="*/ 1023 h 1478"/>
                <a:gd name="T28" fmla="*/ 227 w 1135"/>
                <a:gd name="T29" fmla="*/ 1137 h 1478"/>
                <a:gd name="T30" fmla="*/ 681 w 1135"/>
                <a:gd name="T31" fmla="*/ 1137 h 1478"/>
                <a:gd name="T32" fmla="*/ 454 w 1135"/>
                <a:gd name="T33" fmla="*/ 795 h 1478"/>
                <a:gd name="T34" fmla="*/ 227 w 1135"/>
                <a:gd name="T35" fmla="*/ 1137 h 1478"/>
                <a:gd name="T36" fmla="*/ 341 w 1135"/>
                <a:gd name="T37" fmla="*/ 1478 h 1478"/>
                <a:gd name="T38" fmla="*/ 794 w 1135"/>
                <a:gd name="T39" fmla="*/ 1250 h 1478"/>
                <a:gd name="T40" fmla="*/ 568 w 1135"/>
                <a:gd name="T41" fmla="*/ 795 h 1478"/>
                <a:gd name="T42" fmla="*/ 908 w 1135"/>
                <a:gd name="T43" fmla="*/ 682 h 1478"/>
                <a:gd name="T44" fmla="*/ 1135 w 1135"/>
                <a:gd name="T45" fmla="*/ 682 h 1478"/>
                <a:gd name="T46" fmla="*/ 1135 w 1135"/>
                <a:gd name="T47" fmla="*/ 682 h 1478"/>
                <a:gd name="T48" fmla="*/ 908 w 1135"/>
                <a:gd name="T49" fmla="*/ 568 h 1478"/>
                <a:gd name="T50" fmla="*/ 681 w 1135"/>
                <a:gd name="T51" fmla="*/ 568 h 1478"/>
                <a:gd name="T52" fmla="*/ 681 w 1135"/>
                <a:gd name="T53" fmla="*/ 795 h 1478"/>
                <a:gd name="T54" fmla="*/ 341 w 1135"/>
                <a:gd name="T55" fmla="*/ 682 h 1478"/>
                <a:gd name="T56" fmla="*/ 341 w 1135"/>
                <a:gd name="T57" fmla="*/ 341 h 1478"/>
                <a:gd name="T58" fmla="*/ 227 w 1135"/>
                <a:gd name="T59" fmla="*/ 113 h 1478"/>
                <a:gd name="T60" fmla="*/ 227 w 1135"/>
                <a:gd name="T61" fmla="*/ 227 h 1478"/>
                <a:gd name="T62" fmla="*/ 227 w 1135"/>
                <a:gd name="T63" fmla="*/ 341 h 1478"/>
                <a:gd name="T64" fmla="*/ 454 w 1135"/>
                <a:gd name="T65" fmla="*/ 113 h 1478"/>
                <a:gd name="T66" fmla="*/ 341 w 1135"/>
                <a:gd name="T67" fmla="*/ 113 h 1478"/>
                <a:gd name="T68" fmla="*/ 227 w 1135"/>
                <a:gd name="T69" fmla="*/ 0 h 1478"/>
                <a:gd name="T70" fmla="*/ 114 w 1135"/>
                <a:gd name="T71" fmla="*/ 113 h 1478"/>
                <a:gd name="T72" fmla="*/ 227 w 1135"/>
                <a:gd name="T73" fmla="*/ 227 h 1478"/>
                <a:gd name="T74" fmla="*/ 114 w 1135"/>
                <a:gd name="T75" fmla="*/ 113 h 1478"/>
                <a:gd name="T76" fmla="*/ 0 w 1135"/>
                <a:gd name="T77" fmla="*/ 113 h 1478"/>
                <a:gd name="T78" fmla="*/ 114 w 1135"/>
                <a:gd name="T79" fmla="*/ 113 h 1478"/>
                <a:gd name="T80" fmla="*/ 227 w 1135"/>
                <a:gd name="T81" fmla="*/ 113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5" h="1478">
                  <a:moveTo>
                    <a:pt x="681" y="1364"/>
                  </a:moveTo>
                  <a:lnTo>
                    <a:pt x="681" y="1250"/>
                  </a:lnTo>
                  <a:lnTo>
                    <a:pt x="681" y="682"/>
                  </a:lnTo>
                  <a:lnTo>
                    <a:pt x="454" y="909"/>
                  </a:lnTo>
                  <a:lnTo>
                    <a:pt x="568" y="454"/>
                  </a:lnTo>
                  <a:lnTo>
                    <a:pt x="454" y="682"/>
                  </a:lnTo>
                  <a:lnTo>
                    <a:pt x="454" y="909"/>
                  </a:lnTo>
                  <a:lnTo>
                    <a:pt x="454" y="568"/>
                  </a:lnTo>
                  <a:lnTo>
                    <a:pt x="454" y="795"/>
                  </a:lnTo>
                  <a:lnTo>
                    <a:pt x="454" y="341"/>
                  </a:lnTo>
                  <a:lnTo>
                    <a:pt x="568" y="682"/>
                  </a:lnTo>
                  <a:lnTo>
                    <a:pt x="568" y="909"/>
                  </a:lnTo>
                  <a:lnTo>
                    <a:pt x="227" y="909"/>
                  </a:lnTo>
                  <a:lnTo>
                    <a:pt x="568" y="1023"/>
                  </a:lnTo>
                  <a:lnTo>
                    <a:pt x="227" y="1137"/>
                  </a:lnTo>
                  <a:lnTo>
                    <a:pt x="681" y="1137"/>
                  </a:lnTo>
                  <a:lnTo>
                    <a:pt x="454" y="795"/>
                  </a:lnTo>
                  <a:lnTo>
                    <a:pt x="227" y="1137"/>
                  </a:lnTo>
                  <a:lnTo>
                    <a:pt x="341" y="1478"/>
                  </a:lnTo>
                  <a:lnTo>
                    <a:pt x="794" y="1250"/>
                  </a:lnTo>
                  <a:lnTo>
                    <a:pt x="568" y="795"/>
                  </a:lnTo>
                  <a:lnTo>
                    <a:pt x="908" y="682"/>
                  </a:lnTo>
                  <a:lnTo>
                    <a:pt x="1135" y="682"/>
                  </a:lnTo>
                  <a:lnTo>
                    <a:pt x="1135" y="682"/>
                  </a:lnTo>
                  <a:lnTo>
                    <a:pt x="908" y="568"/>
                  </a:lnTo>
                  <a:lnTo>
                    <a:pt x="681" y="568"/>
                  </a:lnTo>
                  <a:lnTo>
                    <a:pt x="681" y="795"/>
                  </a:lnTo>
                  <a:lnTo>
                    <a:pt x="341" y="682"/>
                  </a:lnTo>
                  <a:lnTo>
                    <a:pt x="341" y="341"/>
                  </a:lnTo>
                  <a:lnTo>
                    <a:pt x="227" y="113"/>
                  </a:lnTo>
                  <a:lnTo>
                    <a:pt x="227" y="227"/>
                  </a:lnTo>
                  <a:lnTo>
                    <a:pt x="227" y="341"/>
                  </a:lnTo>
                  <a:lnTo>
                    <a:pt x="454" y="113"/>
                  </a:lnTo>
                  <a:lnTo>
                    <a:pt x="341" y="113"/>
                  </a:lnTo>
                  <a:lnTo>
                    <a:pt x="227" y="0"/>
                  </a:lnTo>
                  <a:lnTo>
                    <a:pt x="114" y="113"/>
                  </a:lnTo>
                  <a:lnTo>
                    <a:pt x="227" y="227"/>
                  </a:lnTo>
                  <a:lnTo>
                    <a:pt x="114" y="113"/>
                  </a:lnTo>
                  <a:lnTo>
                    <a:pt x="0" y="113"/>
                  </a:lnTo>
                  <a:lnTo>
                    <a:pt x="114" y="113"/>
                  </a:lnTo>
                  <a:lnTo>
                    <a:pt x="227" y="113"/>
                  </a:lnTo>
                </a:path>
              </a:pathLst>
            </a:custGeom>
            <a:noFill/>
            <a:ln w="28575" cap="flat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Oval 1306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307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1308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309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1310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311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1312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313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Oval 1314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315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Oval 1316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1317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Oval 1318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319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Oval 1320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1321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Oval 1322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1323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Oval 1324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1325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Oval 1326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1327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Oval 1328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1329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Oval 1330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1331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Oval 1332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1333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Oval 1334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1335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Oval 1336"/>
            <p:cNvSpPr>
              <a:spLocks noChangeArrowheads="1"/>
            </p:cNvSpPr>
            <p:nvPr/>
          </p:nvSpPr>
          <p:spPr bwMode="auto">
            <a:xfrm>
              <a:off x="3286" y="2290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1337"/>
            <p:cNvSpPr>
              <a:spLocks noEditPoints="1"/>
            </p:cNvSpPr>
            <p:nvPr/>
          </p:nvSpPr>
          <p:spPr bwMode="auto">
            <a:xfrm>
              <a:off x="327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Oval 1338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1339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Oval 1340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1341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Oval 1342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1343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Oval 1344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1345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Oval 1346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1347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Oval 1348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1349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Oval 1350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1351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Oval 1352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1353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Oval 1354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1355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Oval 1356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1357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Oval 1358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1359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Oval 1360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1361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Oval 1362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1363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Oval 1364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1365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Oval 1366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1367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Oval 1368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1369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Oval 1370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1371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Oval 1372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1373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Oval 1374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1375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Oval 1376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1377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Oval 1378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1379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Oval 1380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1381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Oval 1382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1383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Oval 1384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1385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Oval 1386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1387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Oval 1388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1389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Oval 1390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1391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Oval 1392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139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Oval 139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139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Oval 139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139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Oval 139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139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Oval 140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140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Oval 140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140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Oval 140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140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Oval 140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140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Oval 140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140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Oval 141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612"/>
          <p:cNvGrpSpPr>
            <a:grpSpLocks/>
          </p:cNvGrpSpPr>
          <p:nvPr/>
        </p:nvGrpSpPr>
        <p:grpSpPr bwMode="auto">
          <a:xfrm>
            <a:off x="3402012" y="1374776"/>
            <a:ext cx="2608263" cy="3416300"/>
            <a:chOff x="2143" y="866"/>
            <a:chExt cx="1643" cy="2152"/>
          </a:xfrm>
        </p:grpSpPr>
        <p:sp>
          <p:nvSpPr>
            <p:cNvPr id="368" name="Freeform 1412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1413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1414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415"/>
            <p:cNvSpPr>
              <a:spLocks/>
            </p:cNvSpPr>
            <p:nvPr/>
          </p:nvSpPr>
          <p:spPr bwMode="auto">
            <a:xfrm>
              <a:off x="2170" y="1626"/>
              <a:ext cx="1362" cy="1251"/>
            </a:xfrm>
            <a:custGeom>
              <a:avLst/>
              <a:gdLst>
                <a:gd name="T0" fmla="*/ 1135 w 1362"/>
                <a:gd name="T1" fmla="*/ 910 h 1251"/>
                <a:gd name="T2" fmla="*/ 1135 w 1362"/>
                <a:gd name="T3" fmla="*/ 228 h 1251"/>
                <a:gd name="T4" fmla="*/ 908 w 1362"/>
                <a:gd name="T5" fmla="*/ 228 h 1251"/>
                <a:gd name="T6" fmla="*/ 1022 w 1362"/>
                <a:gd name="T7" fmla="*/ 0 h 1251"/>
                <a:gd name="T8" fmla="*/ 795 w 1362"/>
                <a:gd name="T9" fmla="*/ 228 h 1251"/>
                <a:gd name="T10" fmla="*/ 568 w 1362"/>
                <a:gd name="T11" fmla="*/ 114 h 1251"/>
                <a:gd name="T12" fmla="*/ 795 w 1362"/>
                <a:gd name="T13" fmla="*/ 114 h 1251"/>
                <a:gd name="T14" fmla="*/ 681 w 1362"/>
                <a:gd name="T15" fmla="*/ 341 h 1251"/>
                <a:gd name="T16" fmla="*/ 454 w 1362"/>
                <a:gd name="T17" fmla="*/ 455 h 1251"/>
                <a:gd name="T18" fmla="*/ 227 w 1362"/>
                <a:gd name="T19" fmla="*/ 341 h 1251"/>
                <a:gd name="T20" fmla="*/ 454 w 1362"/>
                <a:gd name="T21" fmla="*/ 228 h 1251"/>
                <a:gd name="T22" fmla="*/ 227 w 1362"/>
                <a:gd name="T23" fmla="*/ 228 h 1251"/>
                <a:gd name="T24" fmla="*/ 0 w 1362"/>
                <a:gd name="T25" fmla="*/ 114 h 1251"/>
                <a:gd name="T26" fmla="*/ 0 w 1362"/>
                <a:gd name="T27" fmla="*/ 114 h 1251"/>
                <a:gd name="T28" fmla="*/ 0 w 1362"/>
                <a:gd name="T29" fmla="*/ 341 h 1251"/>
                <a:gd name="T30" fmla="*/ 227 w 1362"/>
                <a:gd name="T31" fmla="*/ 341 h 1251"/>
                <a:gd name="T32" fmla="*/ 0 w 1362"/>
                <a:gd name="T33" fmla="*/ 683 h 1251"/>
                <a:gd name="T34" fmla="*/ 114 w 1362"/>
                <a:gd name="T35" fmla="*/ 341 h 1251"/>
                <a:gd name="T36" fmla="*/ 227 w 1362"/>
                <a:gd name="T37" fmla="*/ 114 h 1251"/>
                <a:gd name="T38" fmla="*/ 227 w 1362"/>
                <a:gd name="T39" fmla="*/ 341 h 1251"/>
                <a:gd name="T40" fmla="*/ 0 w 1362"/>
                <a:gd name="T41" fmla="*/ 228 h 1251"/>
                <a:gd name="T42" fmla="*/ 227 w 1362"/>
                <a:gd name="T43" fmla="*/ 228 h 1251"/>
                <a:gd name="T44" fmla="*/ 0 w 1362"/>
                <a:gd name="T45" fmla="*/ 228 h 1251"/>
                <a:gd name="T46" fmla="*/ 0 w 1362"/>
                <a:gd name="T47" fmla="*/ 341 h 1251"/>
                <a:gd name="T48" fmla="*/ 0 w 1362"/>
                <a:gd name="T49" fmla="*/ 455 h 1251"/>
                <a:gd name="T50" fmla="*/ 0 w 1362"/>
                <a:gd name="T51" fmla="*/ 455 h 1251"/>
                <a:gd name="T52" fmla="*/ 114 w 1362"/>
                <a:gd name="T53" fmla="*/ 228 h 1251"/>
                <a:gd name="T54" fmla="*/ 114 w 1362"/>
                <a:gd name="T55" fmla="*/ 0 h 1251"/>
                <a:gd name="T56" fmla="*/ 114 w 1362"/>
                <a:gd name="T57" fmla="*/ 228 h 1251"/>
                <a:gd name="T58" fmla="*/ 0 w 1362"/>
                <a:gd name="T59" fmla="*/ 228 h 1251"/>
                <a:gd name="T60" fmla="*/ 0 w 1362"/>
                <a:gd name="T61" fmla="*/ 228 h 1251"/>
                <a:gd name="T62" fmla="*/ 114 w 1362"/>
                <a:gd name="T63" fmla="*/ 569 h 1251"/>
                <a:gd name="T64" fmla="*/ 454 w 1362"/>
                <a:gd name="T65" fmla="*/ 569 h 1251"/>
                <a:gd name="T66" fmla="*/ 454 w 1362"/>
                <a:gd name="T67" fmla="*/ 228 h 1251"/>
                <a:gd name="T68" fmla="*/ 227 w 1362"/>
                <a:gd name="T69" fmla="*/ 228 h 1251"/>
                <a:gd name="T70" fmla="*/ 454 w 1362"/>
                <a:gd name="T71" fmla="*/ 114 h 1251"/>
                <a:gd name="T72" fmla="*/ 681 w 1362"/>
                <a:gd name="T73" fmla="*/ 0 h 1251"/>
                <a:gd name="T74" fmla="*/ 795 w 1362"/>
                <a:gd name="T75" fmla="*/ 228 h 1251"/>
                <a:gd name="T76" fmla="*/ 908 w 1362"/>
                <a:gd name="T77" fmla="*/ 455 h 1251"/>
                <a:gd name="T78" fmla="*/ 1135 w 1362"/>
                <a:gd name="T79" fmla="*/ 796 h 1251"/>
                <a:gd name="T80" fmla="*/ 1362 w 1362"/>
                <a:gd name="T81" fmla="*/ 125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2" h="1251">
                  <a:moveTo>
                    <a:pt x="1135" y="910"/>
                  </a:moveTo>
                  <a:lnTo>
                    <a:pt x="1135" y="228"/>
                  </a:lnTo>
                  <a:lnTo>
                    <a:pt x="908" y="228"/>
                  </a:lnTo>
                  <a:lnTo>
                    <a:pt x="1022" y="0"/>
                  </a:lnTo>
                  <a:lnTo>
                    <a:pt x="795" y="228"/>
                  </a:lnTo>
                  <a:lnTo>
                    <a:pt x="568" y="114"/>
                  </a:lnTo>
                  <a:lnTo>
                    <a:pt x="795" y="114"/>
                  </a:lnTo>
                  <a:lnTo>
                    <a:pt x="681" y="341"/>
                  </a:lnTo>
                  <a:lnTo>
                    <a:pt x="454" y="455"/>
                  </a:lnTo>
                  <a:lnTo>
                    <a:pt x="227" y="341"/>
                  </a:lnTo>
                  <a:lnTo>
                    <a:pt x="454" y="228"/>
                  </a:lnTo>
                  <a:lnTo>
                    <a:pt x="227" y="228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341"/>
                  </a:lnTo>
                  <a:lnTo>
                    <a:pt x="227" y="341"/>
                  </a:lnTo>
                  <a:lnTo>
                    <a:pt x="0" y="683"/>
                  </a:lnTo>
                  <a:lnTo>
                    <a:pt x="114" y="341"/>
                  </a:lnTo>
                  <a:lnTo>
                    <a:pt x="227" y="114"/>
                  </a:lnTo>
                  <a:lnTo>
                    <a:pt x="227" y="341"/>
                  </a:lnTo>
                  <a:lnTo>
                    <a:pt x="0" y="228"/>
                  </a:lnTo>
                  <a:lnTo>
                    <a:pt x="227" y="228"/>
                  </a:lnTo>
                  <a:lnTo>
                    <a:pt x="0" y="228"/>
                  </a:lnTo>
                  <a:lnTo>
                    <a:pt x="0" y="34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114" y="228"/>
                  </a:lnTo>
                  <a:lnTo>
                    <a:pt x="114" y="0"/>
                  </a:lnTo>
                  <a:lnTo>
                    <a:pt x="114" y="228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114" y="569"/>
                  </a:lnTo>
                  <a:lnTo>
                    <a:pt x="454" y="569"/>
                  </a:lnTo>
                  <a:lnTo>
                    <a:pt x="454" y="228"/>
                  </a:lnTo>
                  <a:lnTo>
                    <a:pt x="227" y="228"/>
                  </a:lnTo>
                  <a:lnTo>
                    <a:pt x="454" y="114"/>
                  </a:lnTo>
                  <a:lnTo>
                    <a:pt x="681" y="0"/>
                  </a:lnTo>
                  <a:lnTo>
                    <a:pt x="795" y="228"/>
                  </a:lnTo>
                  <a:lnTo>
                    <a:pt x="908" y="455"/>
                  </a:lnTo>
                  <a:lnTo>
                    <a:pt x="1135" y="796"/>
                  </a:lnTo>
                  <a:lnTo>
                    <a:pt x="1362" y="1251"/>
                  </a:lnTo>
                </a:path>
              </a:pathLst>
            </a:custGeom>
            <a:noFill/>
            <a:ln w="28575" cap="flat">
              <a:solidFill>
                <a:srgbClr val="FF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Oval 1416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417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Oval 1418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419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Oval 1420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421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Oval 1422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423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Oval 1424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425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Oval 1426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427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Oval 1428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429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Oval 1430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431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Oval 1432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433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Oval 1434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435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Oval 1436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437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Oval 1438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439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Oval 1440"/>
            <p:cNvSpPr>
              <a:spLocks noChangeArrowheads="1"/>
            </p:cNvSpPr>
            <p:nvPr/>
          </p:nvSpPr>
          <p:spPr bwMode="auto">
            <a:xfrm>
              <a:off x="2152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441"/>
            <p:cNvSpPr>
              <a:spLocks noEditPoints="1"/>
            </p:cNvSpPr>
            <p:nvPr/>
          </p:nvSpPr>
          <p:spPr bwMode="auto">
            <a:xfrm>
              <a:off x="214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Oval 1442"/>
            <p:cNvSpPr>
              <a:spLocks noChangeArrowheads="1"/>
            </p:cNvSpPr>
            <p:nvPr/>
          </p:nvSpPr>
          <p:spPr bwMode="auto">
            <a:xfrm>
              <a:off x="2152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443"/>
            <p:cNvSpPr>
              <a:spLocks noEditPoints="1"/>
            </p:cNvSpPr>
            <p:nvPr/>
          </p:nvSpPr>
          <p:spPr bwMode="auto">
            <a:xfrm>
              <a:off x="214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Oval 1444"/>
            <p:cNvSpPr>
              <a:spLocks noChangeArrowheads="1"/>
            </p:cNvSpPr>
            <p:nvPr/>
          </p:nvSpPr>
          <p:spPr bwMode="auto">
            <a:xfrm>
              <a:off x="2152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445"/>
            <p:cNvSpPr>
              <a:spLocks noEditPoints="1"/>
            </p:cNvSpPr>
            <p:nvPr/>
          </p:nvSpPr>
          <p:spPr bwMode="auto">
            <a:xfrm>
              <a:off x="214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Oval 1446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447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Oval 1448"/>
            <p:cNvSpPr>
              <a:spLocks noChangeArrowheads="1"/>
            </p:cNvSpPr>
            <p:nvPr/>
          </p:nvSpPr>
          <p:spPr bwMode="auto">
            <a:xfrm>
              <a:off x="2152" y="2290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449"/>
            <p:cNvSpPr>
              <a:spLocks noEditPoints="1"/>
            </p:cNvSpPr>
            <p:nvPr/>
          </p:nvSpPr>
          <p:spPr bwMode="auto">
            <a:xfrm>
              <a:off x="214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Oval 1450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451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Oval 1452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453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Oval 1454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455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Oval 1456"/>
            <p:cNvSpPr>
              <a:spLocks noChangeArrowheads="1"/>
            </p:cNvSpPr>
            <p:nvPr/>
          </p:nvSpPr>
          <p:spPr bwMode="auto">
            <a:xfrm>
              <a:off x="2152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57"/>
            <p:cNvSpPr>
              <a:spLocks noEditPoints="1"/>
            </p:cNvSpPr>
            <p:nvPr/>
          </p:nvSpPr>
          <p:spPr bwMode="auto">
            <a:xfrm>
              <a:off x="214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Oval 1458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59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1460"/>
            <p:cNvSpPr>
              <a:spLocks noChangeArrowheads="1"/>
            </p:cNvSpPr>
            <p:nvPr/>
          </p:nvSpPr>
          <p:spPr bwMode="auto">
            <a:xfrm>
              <a:off x="2152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61"/>
            <p:cNvSpPr>
              <a:spLocks noEditPoints="1"/>
            </p:cNvSpPr>
            <p:nvPr/>
          </p:nvSpPr>
          <p:spPr bwMode="auto">
            <a:xfrm>
              <a:off x="214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1462"/>
            <p:cNvSpPr>
              <a:spLocks noChangeArrowheads="1"/>
            </p:cNvSpPr>
            <p:nvPr/>
          </p:nvSpPr>
          <p:spPr bwMode="auto">
            <a:xfrm>
              <a:off x="2152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63"/>
            <p:cNvSpPr>
              <a:spLocks noEditPoints="1"/>
            </p:cNvSpPr>
            <p:nvPr/>
          </p:nvSpPr>
          <p:spPr bwMode="auto">
            <a:xfrm>
              <a:off x="214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1464"/>
            <p:cNvSpPr>
              <a:spLocks noChangeArrowheads="1"/>
            </p:cNvSpPr>
            <p:nvPr/>
          </p:nvSpPr>
          <p:spPr bwMode="auto">
            <a:xfrm>
              <a:off x="2152" y="206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465"/>
            <p:cNvSpPr>
              <a:spLocks noEditPoints="1"/>
            </p:cNvSpPr>
            <p:nvPr/>
          </p:nvSpPr>
          <p:spPr bwMode="auto">
            <a:xfrm>
              <a:off x="214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1466"/>
            <p:cNvSpPr>
              <a:spLocks noChangeArrowheads="1"/>
            </p:cNvSpPr>
            <p:nvPr/>
          </p:nvSpPr>
          <p:spPr bwMode="auto">
            <a:xfrm>
              <a:off x="2152" y="206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467"/>
            <p:cNvSpPr>
              <a:spLocks noEditPoints="1"/>
            </p:cNvSpPr>
            <p:nvPr/>
          </p:nvSpPr>
          <p:spPr bwMode="auto">
            <a:xfrm>
              <a:off x="214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1468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469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1470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471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1472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473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1474"/>
            <p:cNvSpPr>
              <a:spLocks noChangeArrowheads="1"/>
            </p:cNvSpPr>
            <p:nvPr/>
          </p:nvSpPr>
          <p:spPr bwMode="auto">
            <a:xfrm>
              <a:off x="2152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475"/>
            <p:cNvSpPr>
              <a:spLocks noEditPoints="1"/>
            </p:cNvSpPr>
            <p:nvPr/>
          </p:nvSpPr>
          <p:spPr bwMode="auto">
            <a:xfrm>
              <a:off x="214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1476"/>
            <p:cNvSpPr>
              <a:spLocks noChangeArrowheads="1"/>
            </p:cNvSpPr>
            <p:nvPr/>
          </p:nvSpPr>
          <p:spPr bwMode="auto">
            <a:xfrm>
              <a:off x="2152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477"/>
            <p:cNvSpPr>
              <a:spLocks noEditPoints="1"/>
            </p:cNvSpPr>
            <p:nvPr/>
          </p:nvSpPr>
          <p:spPr bwMode="auto">
            <a:xfrm>
              <a:off x="214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1478"/>
            <p:cNvSpPr>
              <a:spLocks noChangeArrowheads="1"/>
            </p:cNvSpPr>
            <p:nvPr/>
          </p:nvSpPr>
          <p:spPr bwMode="auto">
            <a:xfrm>
              <a:off x="2265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479"/>
            <p:cNvSpPr>
              <a:spLocks noEditPoints="1"/>
            </p:cNvSpPr>
            <p:nvPr/>
          </p:nvSpPr>
          <p:spPr bwMode="auto">
            <a:xfrm>
              <a:off x="2256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1480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481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1482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483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Oval 1484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485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1486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487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1488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489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Oval 1490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491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Oval 1492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493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1494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495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1496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497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Oval 1498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499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1500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501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1502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50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150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50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150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50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150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50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151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51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Oval 151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51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Oval 151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51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151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151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151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151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152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1521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1522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1523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1524"/>
            <p:cNvSpPr>
              <a:spLocks/>
            </p:cNvSpPr>
            <p:nvPr/>
          </p:nvSpPr>
          <p:spPr bwMode="auto">
            <a:xfrm>
              <a:off x="2624" y="1172"/>
              <a:ext cx="1135" cy="1819"/>
            </a:xfrm>
            <a:custGeom>
              <a:avLst/>
              <a:gdLst>
                <a:gd name="T0" fmla="*/ 681 w 1135"/>
                <a:gd name="T1" fmla="*/ 1364 h 1819"/>
                <a:gd name="T2" fmla="*/ 908 w 1135"/>
                <a:gd name="T3" fmla="*/ 568 h 1819"/>
                <a:gd name="T4" fmla="*/ 1021 w 1135"/>
                <a:gd name="T5" fmla="*/ 341 h 1819"/>
                <a:gd name="T6" fmla="*/ 1021 w 1135"/>
                <a:gd name="T7" fmla="*/ 227 h 1819"/>
                <a:gd name="T8" fmla="*/ 908 w 1135"/>
                <a:gd name="T9" fmla="*/ 341 h 1819"/>
                <a:gd name="T10" fmla="*/ 681 w 1135"/>
                <a:gd name="T11" fmla="*/ 568 h 1819"/>
                <a:gd name="T12" fmla="*/ 681 w 1135"/>
                <a:gd name="T13" fmla="*/ 795 h 1819"/>
                <a:gd name="T14" fmla="*/ 1021 w 1135"/>
                <a:gd name="T15" fmla="*/ 795 h 1819"/>
                <a:gd name="T16" fmla="*/ 681 w 1135"/>
                <a:gd name="T17" fmla="*/ 795 h 1819"/>
                <a:gd name="T18" fmla="*/ 341 w 1135"/>
                <a:gd name="T19" fmla="*/ 1137 h 1819"/>
                <a:gd name="T20" fmla="*/ 681 w 1135"/>
                <a:gd name="T21" fmla="*/ 1364 h 1819"/>
                <a:gd name="T22" fmla="*/ 227 w 1135"/>
                <a:gd name="T23" fmla="*/ 1819 h 1819"/>
                <a:gd name="T24" fmla="*/ 0 w 1135"/>
                <a:gd name="T25" fmla="*/ 1250 h 1819"/>
                <a:gd name="T26" fmla="*/ 227 w 1135"/>
                <a:gd name="T27" fmla="*/ 795 h 1819"/>
                <a:gd name="T28" fmla="*/ 114 w 1135"/>
                <a:gd name="T29" fmla="*/ 1137 h 1819"/>
                <a:gd name="T30" fmla="*/ 227 w 1135"/>
                <a:gd name="T31" fmla="*/ 1364 h 1819"/>
                <a:gd name="T32" fmla="*/ 227 w 1135"/>
                <a:gd name="T33" fmla="*/ 909 h 1819"/>
                <a:gd name="T34" fmla="*/ 114 w 1135"/>
                <a:gd name="T35" fmla="*/ 1137 h 1819"/>
                <a:gd name="T36" fmla="*/ 454 w 1135"/>
                <a:gd name="T37" fmla="*/ 1137 h 1819"/>
                <a:gd name="T38" fmla="*/ 794 w 1135"/>
                <a:gd name="T39" fmla="*/ 1137 h 1819"/>
                <a:gd name="T40" fmla="*/ 1135 w 1135"/>
                <a:gd name="T41" fmla="*/ 1137 h 1819"/>
                <a:gd name="T42" fmla="*/ 908 w 1135"/>
                <a:gd name="T43" fmla="*/ 795 h 1819"/>
                <a:gd name="T44" fmla="*/ 568 w 1135"/>
                <a:gd name="T45" fmla="*/ 1137 h 1819"/>
                <a:gd name="T46" fmla="*/ 908 w 1135"/>
                <a:gd name="T47" fmla="*/ 1478 h 1819"/>
                <a:gd name="T48" fmla="*/ 908 w 1135"/>
                <a:gd name="T49" fmla="*/ 1023 h 1819"/>
                <a:gd name="T50" fmla="*/ 454 w 1135"/>
                <a:gd name="T51" fmla="*/ 1364 h 1819"/>
                <a:gd name="T52" fmla="*/ 0 w 1135"/>
                <a:gd name="T53" fmla="*/ 1819 h 1819"/>
                <a:gd name="T54" fmla="*/ 227 w 1135"/>
                <a:gd name="T55" fmla="*/ 1250 h 1819"/>
                <a:gd name="T56" fmla="*/ 227 w 1135"/>
                <a:gd name="T57" fmla="*/ 1705 h 1819"/>
                <a:gd name="T58" fmla="*/ 227 w 1135"/>
                <a:gd name="T59" fmla="*/ 1137 h 1819"/>
                <a:gd name="T60" fmla="*/ 0 w 1135"/>
                <a:gd name="T61" fmla="*/ 795 h 1819"/>
                <a:gd name="T62" fmla="*/ 227 w 1135"/>
                <a:gd name="T63" fmla="*/ 1023 h 1819"/>
                <a:gd name="T64" fmla="*/ 568 w 1135"/>
                <a:gd name="T65" fmla="*/ 1023 h 1819"/>
                <a:gd name="T66" fmla="*/ 794 w 1135"/>
                <a:gd name="T67" fmla="*/ 1364 h 1819"/>
                <a:gd name="T68" fmla="*/ 568 w 1135"/>
                <a:gd name="T69" fmla="*/ 909 h 1819"/>
                <a:gd name="T70" fmla="*/ 568 w 1135"/>
                <a:gd name="T71" fmla="*/ 568 h 1819"/>
                <a:gd name="T72" fmla="*/ 568 w 1135"/>
                <a:gd name="T73" fmla="*/ 341 h 1819"/>
                <a:gd name="T74" fmla="*/ 568 w 1135"/>
                <a:gd name="T75" fmla="*/ 113 h 1819"/>
                <a:gd name="T76" fmla="*/ 454 w 1135"/>
                <a:gd name="T77" fmla="*/ 227 h 1819"/>
                <a:gd name="T78" fmla="*/ 568 w 1135"/>
                <a:gd name="T79" fmla="*/ 113 h 1819"/>
                <a:gd name="T80" fmla="*/ 681 w 1135"/>
                <a:gd name="T81" fmla="*/ 0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5" h="1819">
                  <a:moveTo>
                    <a:pt x="681" y="1364"/>
                  </a:moveTo>
                  <a:lnTo>
                    <a:pt x="908" y="568"/>
                  </a:lnTo>
                  <a:lnTo>
                    <a:pt x="1021" y="341"/>
                  </a:lnTo>
                  <a:lnTo>
                    <a:pt x="1021" y="227"/>
                  </a:lnTo>
                  <a:lnTo>
                    <a:pt x="908" y="341"/>
                  </a:lnTo>
                  <a:lnTo>
                    <a:pt x="681" y="568"/>
                  </a:lnTo>
                  <a:lnTo>
                    <a:pt x="681" y="795"/>
                  </a:lnTo>
                  <a:lnTo>
                    <a:pt x="1021" y="795"/>
                  </a:lnTo>
                  <a:lnTo>
                    <a:pt x="681" y="795"/>
                  </a:lnTo>
                  <a:lnTo>
                    <a:pt x="341" y="1137"/>
                  </a:lnTo>
                  <a:lnTo>
                    <a:pt x="681" y="1364"/>
                  </a:lnTo>
                  <a:lnTo>
                    <a:pt x="227" y="1819"/>
                  </a:lnTo>
                  <a:lnTo>
                    <a:pt x="0" y="1250"/>
                  </a:lnTo>
                  <a:lnTo>
                    <a:pt x="227" y="795"/>
                  </a:lnTo>
                  <a:lnTo>
                    <a:pt x="114" y="1137"/>
                  </a:lnTo>
                  <a:lnTo>
                    <a:pt x="227" y="1364"/>
                  </a:lnTo>
                  <a:lnTo>
                    <a:pt x="227" y="909"/>
                  </a:lnTo>
                  <a:lnTo>
                    <a:pt x="114" y="1137"/>
                  </a:lnTo>
                  <a:lnTo>
                    <a:pt x="454" y="1137"/>
                  </a:lnTo>
                  <a:lnTo>
                    <a:pt x="794" y="1137"/>
                  </a:lnTo>
                  <a:lnTo>
                    <a:pt x="1135" y="1137"/>
                  </a:lnTo>
                  <a:lnTo>
                    <a:pt x="908" y="795"/>
                  </a:lnTo>
                  <a:lnTo>
                    <a:pt x="568" y="1137"/>
                  </a:lnTo>
                  <a:lnTo>
                    <a:pt x="908" y="1478"/>
                  </a:lnTo>
                  <a:lnTo>
                    <a:pt x="908" y="1023"/>
                  </a:lnTo>
                  <a:lnTo>
                    <a:pt x="454" y="1364"/>
                  </a:lnTo>
                  <a:lnTo>
                    <a:pt x="0" y="1819"/>
                  </a:lnTo>
                  <a:lnTo>
                    <a:pt x="227" y="1250"/>
                  </a:lnTo>
                  <a:lnTo>
                    <a:pt x="227" y="1705"/>
                  </a:lnTo>
                  <a:lnTo>
                    <a:pt x="227" y="1137"/>
                  </a:lnTo>
                  <a:lnTo>
                    <a:pt x="0" y="795"/>
                  </a:lnTo>
                  <a:lnTo>
                    <a:pt x="227" y="1023"/>
                  </a:lnTo>
                  <a:lnTo>
                    <a:pt x="568" y="1023"/>
                  </a:lnTo>
                  <a:lnTo>
                    <a:pt x="794" y="1364"/>
                  </a:lnTo>
                  <a:lnTo>
                    <a:pt x="568" y="909"/>
                  </a:lnTo>
                  <a:lnTo>
                    <a:pt x="568" y="568"/>
                  </a:lnTo>
                  <a:lnTo>
                    <a:pt x="568" y="341"/>
                  </a:lnTo>
                  <a:lnTo>
                    <a:pt x="568" y="113"/>
                  </a:lnTo>
                  <a:lnTo>
                    <a:pt x="454" y="227"/>
                  </a:lnTo>
                  <a:lnTo>
                    <a:pt x="568" y="113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1525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1526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1527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1528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1529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1530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1531"/>
            <p:cNvSpPr>
              <a:spLocks noChangeArrowheads="1"/>
            </p:cNvSpPr>
            <p:nvPr/>
          </p:nvSpPr>
          <p:spPr bwMode="auto">
            <a:xfrm>
              <a:off x="3627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1532"/>
            <p:cNvSpPr>
              <a:spLocks noEditPoints="1"/>
            </p:cNvSpPr>
            <p:nvPr/>
          </p:nvSpPr>
          <p:spPr bwMode="auto">
            <a:xfrm>
              <a:off x="3617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1533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1534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1535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1536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1537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1538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1539"/>
            <p:cNvSpPr>
              <a:spLocks noChangeArrowheads="1"/>
            </p:cNvSpPr>
            <p:nvPr/>
          </p:nvSpPr>
          <p:spPr bwMode="auto">
            <a:xfrm>
              <a:off x="3627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1540"/>
            <p:cNvSpPr>
              <a:spLocks noEditPoints="1"/>
            </p:cNvSpPr>
            <p:nvPr/>
          </p:nvSpPr>
          <p:spPr bwMode="auto">
            <a:xfrm>
              <a:off x="3617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1541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1542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1543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1544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1545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1546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1547"/>
            <p:cNvSpPr>
              <a:spLocks noChangeArrowheads="1"/>
            </p:cNvSpPr>
            <p:nvPr/>
          </p:nvSpPr>
          <p:spPr bwMode="auto">
            <a:xfrm>
              <a:off x="2833" y="2972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1548"/>
            <p:cNvSpPr>
              <a:spLocks noEditPoints="1"/>
            </p:cNvSpPr>
            <p:nvPr/>
          </p:nvSpPr>
          <p:spPr bwMode="auto">
            <a:xfrm>
              <a:off x="2823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1549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1550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1551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1552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1553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1554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1555"/>
            <p:cNvSpPr>
              <a:spLocks noChangeArrowheads="1"/>
            </p:cNvSpPr>
            <p:nvPr/>
          </p:nvSpPr>
          <p:spPr bwMode="auto">
            <a:xfrm>
              <a:off x="2833" y="2518"/>
              <a:ext cx="36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1556"/>
            <p:cNvSpPr>
              <a:spLocks noEditPoints="1"/>
            </p:cNvSpPr>
            <p:nvPr/>
          </p:nvSpPr>
          <p:spPr bwMode="auto">
            <a:xfrm>
              <a:off x="2823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1557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1558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1559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1560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Oval 1561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1562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1563"/>
            <p:cNvSpPr>
              <a:spLocks noChangeArrowheads="1"/>
            </p:cNvSpPr>
            <p:nvPr/>
          </p:nvSpPr>
          <p:spPr bwMode="auto">
            <a:xfrm>
              <a:off x="3400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1564"/>
            <p:cNvSpPr>
              <a:spLocks noEditPoints="1"/>
            </p:cNvSpPr>
            <p:nvPr/>
          </p:nvSpPr>
          <p:spPr bwMode="auto">
            <a:xfrm>
              <a:off x="339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Oval 1565"/>
            <p:cNvSpPr>
              <a:spLocks noChangeArrowheads="1"/>
            </p:cNvSpPr>
            <p:nvPr/>
          </p:nvSpPr>
          <p:spPr bwMode="auto">
            <a:xfrm>
              <a:off x="3740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1566"/>
            <p:cNvSpPr>
              <a:spLocks noEditPoints="1"/>
            </p:cNvSpPr>
            <p:nvPr/>
          </p:nvSpPr>
          <p:spPr bwMode="auto">
            <a:xfrm>
              <a:off x="373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Oval 1567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1568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Oval 1569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1570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1571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1572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Oval 1573"/>
            <p:cNvSpPr>
              <a:spLocks noChangeArrowheads="1"/>
            </p:cNvSpPr>
            <p:nvPr/>
          </p:nvSpPr>
          <p:spPr bwMode="auto">
            <a:xfrm>
              <a:off x="3513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1574"/>
            <p:cNvSpPr>
              <a:spLocks noEditPoints="1"/>
            </p:cNvSpPr>
            <p:nvPr/>
          </p:nvSpPr>
          <p:spPr bwMode="auto">
            <a:xfrm>
              <a:off x="350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Oval 1575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1576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Oval 1577"/>
            <p:cNvSpPr>
              <a:spLocks noChangeArrowheads="1"/>
            </p:cNvSpPr>
            <p:nvPr/>
          </p:nvSpPr>
          <p:spPr bwMode="auto">
            <a:xfrm>
              <a:off x="2606" y="2972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1578"/>
            <p:cNvSpPr>
              <a:spLocks noEditPoints="1"/>
            </p:cNvSpPr>
            <p:nvPr/>
          </p:nvSpPr>
          <p:spPr bwMode="auto">
            <a:xfrm>
              <a:off x="259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1579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1580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1581"/>
            <p:cNvSpPr>
              <a:spLocks noChangeArrowheads="1"/>
            </p:cNvSpPr>
            <p:nvPr/>
          </p:nvSpPr>
          <p:spPr bwMode="auto">
            <a:xfrm>
              <a:off x="2833" y="2859"/>
              <a:ext cx="36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582"/>
            <p:cNvSpPr>
              <a:spLocks noEditPoints="1"/>
            </p:cNvSpPr>
            <p:nvPr/>
          </p:nvSpPr>
          <p:spPr bwMode="auto">
            <a:xfrm>
              <a:off x="2823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1583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584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Oval 1585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1586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Oval 1587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588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Oval 1589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1590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Oval 1591"/>
            <p:cNvSpPr>
              <a:spLocks noChangeArrowheads="1"/>
            </p:cNvSpPr>
            <p:nvPr/>
          </p:nvSpPr>
          <p:spPr bwMode="auto">
            <a:xfrm>
              <a:off x="3400" y="2518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1592"/>
            <p:cNvSpPr>
              <a:spLocks noEditPoints="1"/>
            </p:cNvSpPr>
            <p:nvPr/>
          </p:nvSpPr>
          <p:spPr bwMode="auto">
            <a:xfrm>
              <a:off x="3391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Oval 1593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1594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Oval 1595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1596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Oval 1597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1598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Oval 1599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1600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Oval 1601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602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Oval 1603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604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1605"/>
            <p:cNvSpPr>
              <a:spLocks noChangeArrowheads="1"/>
            </p:cNvSpPr>
            <p:nvPr/>
          </p:nvSpPr>
          <p:spPr bwMode="auto">
            <a:xfrm>
              <a:off x="3286" y="115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606"/>
            <p:cNvSpPr>
              <a:spLocks noEditPoints="1"/>
            </p:cNvSpPr>
            <p:nvPr/>
          </p:nvSpPr>
          <p:spPr bwMode="auto">
            <a:xfrm>
              <a:off x="327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Oval 1607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1608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Oval 1609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1610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1611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813"/>
          <p:cNvGrpSpPr>
            <a:grpSpLocks/>
          </p:cNvGrpSpPr>
          <p:nvPr/>
        </p:nvGrpSpPr>
        <p:grpSpPr bwMode="auto">
          <a:xfrm>
            <a:off x="3581400" y="1374776"/>
            <a:ext cx="2419350" cy="2874963"/>
            <a:chOff x="2256" y="866"/>
            <a:chExt cx="1524" cy="1811"/>
          </a:xfrm>
        </p:grpSpPr>
        <p:sp>
          <p:nvSpPr>
            <p:cNvPr id="168" name="Freeform 1613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Oval 1614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15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Oval 1616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17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Oval 1618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19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Oval 162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62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Oval 1622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623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1624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25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Oval 1626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27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Oval 1628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629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Oval 1630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631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Oval 1632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633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634"/>
            <p:cNvSpPr>
              <a:spLocks/>
            </p:cNvSpPr>
            <p:nvPr/>
          </p:nvSpPr>
          <p:spPr bwMode="auto">
            <a:xfrm>
              <a:off x="2284" y="1172"/>
              <a:ext cx="1134" cy="1478"/>
            </a:xfrm>
            <a:custGeom>
              <a:avLst/>
              <a:gdLst>
                <a:gd name="T0" fmla="*/ 1021 w 1134"/>
                <a:gd name="T1" fmla="*/ 1364 h 1478"/>
                <a:gd name="T2" fmla="*/ 1021 w 1134"/>
                <a:gd name="T3" fmla="*/ 1023 h 1478"/>
                <a:gd name="T4" fmla="*/ 681 w 1134"/>
                <a:gd name="T5" fmla="*/ 1023 h 1478"/>
                <a:gd name="T6" fmla="*/ 681 w 1134"/>
                <a:gd name="T7" fmla="*/ 682 h 1478"/>
                <a:gd name="T8" fmla="*/ 908 w 1134"/>
                <a:gd name="T9" fmla="*/ 682 h 1478"/>
                <a:gd name="T10" fmla="*/ 908 w 1134"/>
                <a:gd name="T11" fmla="*/ 454 h 1478"/>
                <a:gd name="T12" fmla="*/ 908 w 1134"/>
                <a:gd name="T13" fmla="*/ 682 h 1478"/>
                <a:gd name="T14" fmla="*/ 681 w 1134"/>
                <a:gd name="T15" fmla="*/ 682 h 1478"/>
                <a:gd name="T16" fmla="*/ 681 w 1134"/>
                <a:gd name="T17" fmla="*/ 909 h 1478"/>
                <a:gd name="T18" fmla="*/ 1021 w 1134"/>
                <a:gd name="T19" fmla="*/ 909 h 1478"/>
                <a:gd name="T20" fmla="*/ 681 w 1134"/>
                <a:gd name="T21" fmla="*/ 909 h 1478"/>
                <a:gd name="T22" fmla="*/ 681 w 1134"/>
                <a:gd name="T23" fmla="*/ 1250 h 1478"/>
                <a:gd name="T24" fmla="*/ 1134 w 1134"/>
                <a:gd name="T25" fmla="*/ 1250 h 1478"/>
                <a:gd name="T26" fmla="*/ 681 w 1134"/>
                <a:gd name="T27" fmla="*/ 1250 h 1478"/>
                <a:gd name="T28" fmla="*/ 681 w 1134"/>
                <a:gd name="T29" fmla="*/ 795 h 1478"/>
                <a:gd name="T30" fmla="*/ 340 w 1134"/>
                <a:gd name="T31" fmla="*/ 795 h 1478"/>
                <a:gd name="T32" fmla="*/ 340 w 1134"/>
                <a:gd name="T33" fmla="*/ 454 h 1478"/>
                <a:gd name="T34" fmla="*/ 567 w 1134"/>
                <a:gd name="T35" fmla="*/ 454 h 1478"/>
                <a:gd name="T36" fmla="*/ 567 w 1134"/>
                <a:gd name="T37" fmla="*/ 682 h 1478"/>
                <a:gd name="T38" fmla="*/ 340 w 1134"/>
                <a:gd name="T39" fmla="*/ 682 h 1478"/>
                <a:gd name="T40" fmla="*/ 340 w 1134"/>
                <a:gd name="T41" fmla="*/ 909 h 1478"/>
                <a:gd name="T42" fmla="*/ 0 w 1134"/>
                <a:gd name="T43" fmla="*/ 909 h 1478"/>
                <a:gd name="T44" fmla="*/ 340 w 1134"/>
                <a:gd name="T45" fmla="*/ 909 h 1478"/>
                <a:gd name="T46" fmla="*/ 340 w 1134"/>
                <a:gd name="T47" fmla="*/ 1250 h 1478"/>
                <a:gd name="T48" fmla="*/ 794 w 1134"/>
                <a:gd name="T49" fmla="*/ 1250 h 1478"/>
                <a:gd name="T50" fmla="*/ 794 w 1134"/>
                <a:gd name="T51" fmla="*/ 795 h 1478"/>
                <a:gd name="T52" fmla="*/ 454 w 1134"/>
                <a:gd name="T53" fmla="*/ 795 h 1478"/>
                <a:gd name="T54" fmla="*/ 454 w 1134"/>
                <a:gd name="T55" fmla="*/ 1137 h 1478"/>
                <a:gd name="T56" fmla="*/ 794 w 1134"/>
                <a:gd name="T57" fmla="*/ 1137 h 1478"/>
                <a:gd name="T58" fmla="*/ 454 w 1134"/>
                <a:gd name="T59" fmla="*/ 1137 h 1478"/>
                <a:gd name="T60" fmla="*/ 454 w 1134"/>
                <a:gd name="T61" fmla="*/ 1478 h 1478"/>
                <a:gd name="T62" fmla="*/ 454 w 1134"/>
                <a:gd name="T63" fmla="*/ 1137 h 1478"/>
                <a:gd name="T64" fmla="*/ 454 w 1134"/>
                <a:gd name="T65" fmla="*/ 795 h 1478"/>
                <a:gd name="T66" fmla="*/ 454 w 1134"/>
                <a:gd name="T67" fmla="*/ 454 h 1478"/>
                <a:gd name="T68" fmla="*/ 227 w 1134"/>
                <a:gd name="T69" fmla="*/ 454 h 1478"/>
                <a:gd name="T70" fmla="*/ 227 w 1134"/>
                <a:gd name="T71" fmla="*/ 227 h 1478"/>
                <a:gd name="T72" fmla="*/ 340 w 1134"/>
                <a:gd name="T73" fmla="*/ 227 h 1478"/>
                <a:gd name="T74" fmla="*/ 340 w 1134"/>
                <a:gd name="T75" fmla="*/ 113 h 1478"/>
                <a:gd name="T76" fmla="*/ 454 w 1134"/>
                <a:gd name="T77" fmla="*/ 113 h 1478"/>
                <a:gd name="T78" fmla="*/ 567 w 1134"/>
                <a:gd name="T79" fmla="*/ 113 h 1478"/>
                <a:gd name="T80" fmla="*/ 567 w 1134"/>
                <a:gd name="T81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4" h="1478">
                  <a:moveTo>
                    <a:pt x="1021" y="1364"/>
                  </a:moveTo>
                  <a:lnTo>
                    <a:pt x="1021" y="1023"/>
                  </a:lnTo>
                  <a:lnTo>
                    <a:pt x="681" y="1023"/>
                  </a:lnTo>
                  <a:lnTo>
                    <a:pt x="681" y="682"/>
                  </a:lnTo>
                  <a:lnTo>
                    <a:pt x="908" y="682"/>
                  </a:lnTo>
                  <a:lnTo>
                    <a:pt x="908" y="454"/>
                  </a:lnTo>
                  <a:lnTo>
                    <a:pt x="908" y="682"/>
                  </a:lnTo>
                  <a:lnTo>
                    <a:pt x="681" y="682"/>
                  </a:lnTo>
                  <a:lnTo>
                    <a:pt x="681" y="909"/>
                  </a:lnTo>
                  <a:lnTo>
                    <a:pt x="1021" y="909"/>
                  </a:lnTo>
                  <a:lnTo>
                    <a:pt x="681" y="909"/>
                  </a:lnTo>
                  <a:lnTo>
                    <a:pt x="681" y="1250"/>
                  </a:lnTo>
                  <a:lnTo>
                    <a:pt x="1134" y="1250"/>
                  </a:lnTo>
                  <a:lnTo>
                    <a:pt x="681" y="1250"/>
                  </a:lnTo>
                  <a:lnTo>
                    <a:pt x="681" y="795"/>
                  </a:lnTo>
                  <a:lnTo>
                    <a:pt x="340" y="795"/>
                  </a:lnTo>
                  <a:lnTo>
                    <a:pt x="340" y="454"/>
                  </a:lnTo>
                  <a:lnTo>
                    <a:pt x="567" y="454"/>
                  </a:lnTo>
                  <a:lnTo>
                    <a:pt x="567" y="682"/>
                  </a:lnTo>
                  <a:lnTo>
                    <a:pt x="340" y="682"/>
                  </a:lnTo>
                  <a:lnTo>
                    <a:pt x="340" y="909"/>
                  </a:lnTo>
                  <a:lnTo>
                    <a:pt x="0" y="909"/>
                  </a:lnTo>
                  <a:lnTo>
                    <a:pt x="340" y="909"/>
                  </a:lnTo>
                  <a:lnTo>
                    <a:pt x="340" y="1250"/>
                  </a:lnTo>
                  <a:lnTo>
                    <a:pt x="794" y="1250"/>
                  </a:lnTo>
                  <a:lnTo>
                    <a:pt x="794" y="795"/>
                  </a:lnTo>
                  <a:lnTo>
                    <a:pt x="454" y="795"/>
                  </a:lnTo>
                  <a:lnTo>
                    <a:pt x="454" y="1137"/>
                  </a:lnTo>
                  <a:lnTo>
                    <a:pt x="794" y="1137"/>
                  </a:lnTo>
                  <a:lnTo>
                    <a:pt x="454" y="1137"/>
                  </a:lnTo>
                  <a:lnTo>
                    <a:pt x="454" y="1478"/>
                  </a:lnTo>
                  <a:lnTo>
                    <a:pt x="454" y="1137"/>
                  </a:lnTo>
                  <a:lnTo>
                    <a:pt x="454" y="795"/>
                  </a:lnTo>
                  <a:lnTo>
                    <a:pt x="454" y="454"/>
                  </a:lnTo>
                  <a:lnTo>
                    <a:pt x="227" y="454"/>
                  </a:lnTo>
                  <a:lnTo>
                    <a:pt x="227" y="227"/>
                  </a:lnTo>
                  <a:lnTo>
                    <a:pt x="340" y="227"/>
                  </a:lnTo>
                  <a:lnTo>
                    <a:pt x="340" y="113"/>
                  </a:lnTo>
                  <a:lnTo>
                    <a:pt x="454" y="113"/>
                  </a:lnTo>
                  <a:lnTo>
                    <a:pt x="567" y="113"/>
                  </a:lnTo>
                  <a:lnTo>
                    <a:pt x="567" y="0"/>
                  </a:lnTo>
                </a:path>
              </a:pathLst>
            </a:custGeom>
            <a:noFill/>
            <a:ln w="28575" cap="flat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1635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636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Oval 1637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638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Oval 163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64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Oval 1641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642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Oval 1643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644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Oval 1645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646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Oval 1647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648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Oval 1649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650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Oval 1651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652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Oval 1653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654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Oval 1655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656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Oval 1657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658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Oval 1659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660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Oval 1661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662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Oval 1663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664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Oval 1665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666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Oval 1667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668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1669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670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Oval 1671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672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Oval 1673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674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1675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676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Oval 1677"/>
            <p:cNvSpPr>
              <a:spLocks noChangeArrowheads="1"/>
            </p:cNvSpPr>
            <p:nvPr/>
          </p:nvSpPr>
          <p:spPr bwMode="auto">
            <a:xfrm>
              <a:off x="2265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678"/>
            <p:cNvSpPr>
              <a:spLocks noEditPoints="1"/>
            </p:cNvSpPr>
            <p:nvPr/>
          </p:nvSpPr>
          <p:spPr bwMode="auto">
            <a:xfrm>
              <a:off x="2256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Oval 1679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680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Oval 1681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682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Oval 1683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684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Oval 1685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686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Oval 1687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688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Oval 1689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690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Oval 1691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692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Oval 1693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694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Oval 1695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696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Oval 1697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698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Oval 1699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700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Oval 1701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702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Oval 1703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704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Oval 1705"/>
            <p:cNvSpPr>
              <a:spLocks noChangeArrowheads="1"/>
            </p:cNvSpPr>
            <p:nvPr/>
          </p:nvSpPr>
          <p:spPr bwMode="auto">
            <a:xfrm>
              <a:off x="2492" y="138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706"/>
            <p:cNvSpPr>
              <a:spLocks noEditPoints="1"/>
            </p:cNvSpPr>
            <p:nvPr/>
          </p:nvSpPr>
          <p:spPr bwMode="auto">
            <a:xfrm>
              <a:off x="2483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Oval 1707"/>
            <p:cNvSpPr>
              <a:spLocks noChangeArrowheads="1"/>
            </p:cNvSpPr>
            <p:nvPr/>
          </p:nvSpPr>
          <p:spPr bwMode="auto">
            <a:xfrm>
              <a:off x="2606" y="1380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708"/>
            <p:cNvSpPr>
              <a:spLocks noEditPoints="1"/>
            </p:cNvSpPr>
            <p:nvPr/>
          </p:nvSpPr>
          <p:spPr bwMode="auto">
            <a:xfrm>
              <a:off x="259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Oval 1709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710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Oval 1711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712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Oval 1713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714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Oval 1715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716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Oval 1717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718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Oval 1719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720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Oval 1721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722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1723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724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Oval 1725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726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Oval 1727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728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Oval 172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73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Oval 1731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732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Oval 1733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734"/>
            <p:cNvSpPr>
              <a:spLocks noEditPoints="1"/>
            </p:cNvSpPr>
            <p:nvPr/>
          </p:nvSpPr>
          <p:spPr bwMode="auto">
            <a:xfrm>
              <a:off x="317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1735"/>
            <p:cNvSpPr>
              <a:spLocks noChangeArrowheads="1"/>
            </p:cNvSpPr>
            <p:nvPr/>
          </p:nvSpPr>
          <p:spPr bwMode="auto">
            <a:xfrm>
              <a:off x="3285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736"/>
            <p:cNvSpPr>
              <a:spLocks noEditPoints="1"/>
            </p:cNvSpPr>
            <p:nvPr/>
          </p:nvSpPr>
          <p:spPr bwMode="auto">
            <a:xfrm>
              <a:off x="3283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1737"/>
            <p:cNvSpPr>
              <a:spLocks noChangeArrowheads="1"/>
            </p:cNvSpPr>
            <p:nvPr/>
          </p:nvSpPr>
          <p:spPr bwMode="auto">
            <a:xfrm>
              <a:off x="3398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738"/>
            <p:cNvSpPr>
              <a:spLocks noEditPoints="1"/>
            </p:cNvSpPr>
            <p:nvPr/>
          </p:nvSpPr>
          <p:spPr bwMode="auto">
            <a:xfrm>
              <a:off x="3397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1739"/>
            <p:cNvSpPr>
              <a:spLocks noChangeArrowheads="1"/>
            </p:cNvSpPr>
            <p:nvPr/>
          </p:nvSpPr>
          <p:spPr bwMode="auto">
            <a:xfrm>
              <a:off x="3512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740"/>
            <p:cNvSpPr>
              <a:spLocks noEditPoints="1"/>
            </p:cNvSpPr>
            <p:nvPr/>
          </p:nvSpPr>
          <p:spPr bwMode="auto">
            <a:xfrm>
              <a:off x="3510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1741"/>
            <p:cNvSpPr>
              <a:spLocks noChangeArrowheads="1"/>
            </p:cNvSpPr>
            <p:nvPr/>
          </p:nvSpPr>
          <p:spPr bwMode="auto">
            <a:xfrm>
              <a:off x="3625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742"/>
            <p:cNvSpPr>
              <a:spLocks noEditPoints="1"/>
            </p:cNvSpPr>
            <p:nvPr/>
          </p:nvSpPr>
          <p:spPr bwMode="auto">
            <a:xfrm>
              <a:off x="3624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743"/>
            <p:cNvSpPr>
              <a:spLocks/>
            </p:cNvSpPr>
            <p:nvPr/>
          </p:nvSpPr>
          <p:spPr bwMode="auto">
            <a:xfrm>
              <a:off x="2738" y="944"/>
              <a:ext cx="794" cy="1592"/>
            </a:xfrm>
            <a:custGeom>
              <a:avLst/>
              <a:gdLst>
                <a:gd name="T0" fmla="*/ 567 w 794"/>
                <a:gd name="T1" fmla="*/ 1592 h 1592"/>
                <a:gd name="T2" fmla="*/ 794 w 794"/>
                <a:gd name="T3" fmla="*/ 910 h 1592"/>
                <a:gd name="T4" fmla="*/ 454 w 794"/>
                <a:gd name="T5" fmla="*/ 1251 h 1592"/>
                <a:gd name="T6" fmla="*/ 0 w 794"/>
                <a:gd name="T7" fmla="*/ 1023 h 1592"/>
                <a:gd name="T8" fmla="*/ 567 w 794"/>
                <a:gd name="T9" fmla="*/ 682 h 1592"/>
                <a:gd name="T10" fmla="*/ 567 w 794"/>
                <a:gd name="T11" fmla="*/ 341 h 1592"/>
                <a:gd name="T12" fmla="*/ 680 w 794"/>
                <a:gd name="T13" fmla="*/ 455 h 1592"/>
                <a:gd name="T14" fmla="*/ 567 w 794"/>
                <a:gd name="T15" fmla="*/ 341 h 1592"/>
                <a:gd name="T16" fmla="*/ 680 w 794"/>
                <a:gd name="T17" fmla="*/ 569 h 1592"/>
                <a:gd name="T18" fmla="*/ 567 w 794"/>
                <a:gd name="T19" fmla="*/ 228 h 1592"/>
                <a:gd name="T20" fmla="*/ 454 w 794"/>
                <a:gd name="T21" fmla="*/ 455 h 1592"/>
                <a:gd name="T22" fmla="*/ 794 w 794"/>
                <a:gd name="T23" fmla="*/ 228 h 1592"/>
                <a:gd name="T24" fmla="*/ 567 w 794"/>
                <a:gd name="T25" fmla="*/ 455 h 1592"/>
                <a:gd name="T26" fmla="*/ 454 w 794"/>
                <a:gd name="T27" fmla="*/ 569 h 1592"/>
                <a:gd name="T28" fmla="*/ 227 w 794"/>
                <a:gd name="T29" fmla="*/ 455 h 1592"/>
                <a:gd name="T30" fmla="*/ 227 w 794"/>
                <a:gd name="T31" fmla="*/ 341 h 1592"/>
                <a:gd name="T32" fmla="*/ 113 w 794"/>
                <a:gd name="T33" fmla="*/ 569 h 1592"/>
                <a:gd name="T34" fmla="*/ 340 w 794"/>
                <a:gd name="T35" fmla="*/ 341 h 1592"/>
                <a:gd name="T36" fmla="*/ 227 w 794"/>
                <a:gd name="T37" fmla="*/ 569 h 1592"/>
                <a:gd name="T38" fmla="*/ 454 w 794"/>
                <a:gd name="T39" fmla="*/ 341 h 1592"/>
                <a:gd name="T40" fmla="*/ 113 w 794"/>
                <a:gd name="T41" fmla="*/ 455 h 1592"/>
                <a:gd name="T42" fmla="*/ 113 w 794"/>
                <a:gd name="T43" fmla="*/ 569 h 1592"/>
                <a:gd name="T44" fmla="*/ 340 w 794"/>
                <a:gd name="T45" fmla="*/ 228 h 1592"/>
                <a:gd name="T46" fmla="*/ 227 w 794"/>
                <a:gd name="T47" fmla="*/ 455 h 1592"/>
                <a:gd name="T48" fmla="*/ 340 w 794"/>
                <a:gd name="T49" fmla="*/ 114 h 1592"/>
                <a:gd name="T50" fmla="*/ 340 w 794"/>
                <a:gd name="T51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94" h="1592">
                  <a:moveTo>
                    <a:pt x="567" y="1592"/>
                  </a:moveTo>
                  <a:lnTo>
                    <a:pt x="794" y="910"/>
                  </a:lnTo>
                  <a:lnTo>
                    <a:pt x="454" y="1251"/>
                  </a:lnTo>
                  <a:lnTo>
                    <a:pt x="0" y="1023"/>
                  </a:lnTo>
                  <a:lnTo>
                    <a:pt x="567" y="682"/>
                  </a:lnTo>
                  <a:lnTo>
                    <a:pt x="567" y="341"/>
                  </a:lnTo>
                  <a:lnTo>
                    <a:pt x="680" y="455"/>
                  </a:lnTo>
                  <a:lnTo>
                    <a:pt x="567" y="341"/>
                  </a:lnTo>
                  <a:lnTo>
                    <a:pt x="680" y="569"/>
                  </a:lnTo>
                  <a:lnTo>
                    <a:pt x="567" y="228"/>
                  </a:lnTo>
                  <a:lnTo>
                    <a:pt x="454" y="455"/>
                  </a:lnTo>
                  <a:lnTo>
                    <a:pt x="794" y="228"/>
                  </a:lnTo>
                  <a:lnTo>
                    <a:pt x="567" y="455"/>
                  </a:lnTo>
                  <a:lnTo>
                    <a:pt x="454" y="569"/>
                  </a:lnTo>
                  <a:lnTo>
                    <a:pt x="227" y="455"/>
                  </a:lnTo>
                  <a:lnTo>
                    <a:pt x="227" y="341"/>
                  </a:lnTo>
                  <a:lnTo>
                    <a:pt x="113" y="569"/>
                  </a:lnTo>
                  <a:lnTo>
                    <a:pt x="340" y="341"/>
                  </a:lnTo>
                  <a:lnTo>
                    <a:pt x="227" y="569"/>
                  </a:lnTo>
                  <a:lnTo>
                    <a:pt x="454" y="341"/>
                  </a:lnTo>
                  <a:lnTo>
                    <a:pt x="113" y="455"/>
                  </a:lnTo>
                  <a:lnTo>
                    <a:pt x="113" y="569"/>
                  </a:lnTo>
                  <a:lnTo>
                    <a:pt x="340" y="228"/>
                  </a:lnTo>
                  <a:lnTo>
                    <a:pt x="227" y="455"/>
                  </a:lnTo>
                  <a:lnTo>
                    <a:pt x="340" y="114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1744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745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1746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747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Oval 1748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749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Oval 1750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751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Oval 1752"/>
            <p:cNvSpPr>
              <a:spLocks noChangeArrowheads="1"/>
            </p:cNvSpPr>
            <p:nvPr/>
          </p:nvSpPr>
          <p:spPr bwMode="auto">
            <a:xfrm>
              <a:off x="3286" y="1608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753"/>
            <p:cNvSpPr>
              <a:spLocks noEditPoints="1"/>
            </p:cNvSpPr>
            <p:nvPr/>
          </p:nvSpPr>
          <p:spPr bwMode="auto">
            <a:xfrm>
              <a:off x="327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Oval 1754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755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Oval 1756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757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Oval 1758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759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Oval 1760"/>
            <p:cNvSpPr>
              <a:spLocks noChangeArrowheads="1"/>
            </p:cNvSpPr>
            <p:nvPr/>
          </p:nvSpPr>
          <p:spPr bwMode="auto">
            <a:xfrm>
              <a:off x="3400" y="149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761"/>
            <p:cNvSpPr>
              <a:spLocks noEditPoints="1"/>
            </p:cNvSpPr>
            <p:nvPr/>
          </p:nvSpPr>
          <p:spPr bwMode="auto">
            <a:xfrm>
              <a:off x="339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Oval 1762"/>
            <p:cNvSpPr>
              <a:spLocks noChangeArrowheads="1"/>
            </p:cNvSpPr>
            <p:nvPr/>
          </p:nvSpPr>
          <p:spPr bwMode="auto">
            <a:xfrm>
              <a:off x="3286" y="115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763"/>
            <p:cNvSpPr>
              <a:spLocks noEditPoints="1"/>
            </p:cNvSpPr>
            <p:nvPr/>
          </p:nvSpPr>
          <p:spPr bwMode="auto">
            <a:xfrm>
              <a:off x="327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Oval 1764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765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Oval 1766"/>
            <p:cNvSpPr>
              <a:spLocks noChangeArrowheads="1"/>
            </p:cNvSpPr>
            <p:nvPr/>
          </p:nvSpPr>
          <p:spPr bwMode="auto">
            <a:xfrm>
              <a:off x="3513" y="115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767"/>
            <p:cNvSpPr>
              <a:spLocks noEditPoints="1"/>
            </p:cNvSpPr>
            <p:nvPr/>
          </p:nvSpPr>
          <p:spPr bwMode="auto">
            <a:xfrm>
              <a:off x="350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Oval 1768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769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Oval 1770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771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Oval 1772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773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Oval 1774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775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Oval 1776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777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1778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779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Oval 1780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781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Oval 1782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1783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Oval 1784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785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Oval 1786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787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Oval 1788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789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Oval 1790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791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Oval 1792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793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1794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1795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Oval 1796"/>
            <p:cNvSpPr>
              <a:spLocks noChangeArrowheads="1"/>
            </p:cNvSpPr>
            <p:nvPr/>
          </p:nvSpPr>
          <p:spPr bwMode="auto">
            <a:xfrm>
              <a:off x="226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797"/>
            <p:cNvSpPr>
              <a:spLocks noEditPoints="1"/>
            </p:cNvSpPr>
            <p:nvPr/>
          </p:nvSpPr>
          <p:spPr bwMode="auto">
            <a:xfrm>
              <a:off x="2262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Oval 1798"/>
            <p:cNvSpPr>
              <a:spLocks noChangeArrowheads="1"/>
            </p:cNvSpPr>
            <p:nvPr/>
          </p:nvSpPr>
          <p:spPr bwMode="auto">
            <a:xfrm>
              <a:off x="2377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799"/>
            <p:cNvSpPr>
              <a:spLocks noEditPoints="1"/>
            </p:cNvSpPr>
            <p:nvPr/>
          </p:nvSpPr>
          <p:spPr bwMode="auto">
            <a:xfrm>
              <a:off x="2376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Oval 1800"/>
            <p:cNvSpPr>
              <a:spLocks noChangeArrowheads="1"/>
            </p:cNvSpPr>
            <p:nvPr/>
          </p:nvSpPr>
          <p:spPr bwMode="auto">
            <a:xfrm>
              <a:off x="249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801"/>
            <p:cNvSpPr>
              <a:spLocks noEditPoints="1"/>
            </p:cNvSpPr>
            <p:nvPr/>
          </p:nvSpPr>
          <p:spPr bwMode="auto">
            <a:xfrm>
              <a:off x="2489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Oval 1802"/>
            <p:cNvSpPr>
              <a:spLocks noChangeArrowheads="1"/>
            </p:cNvSpPr>
            <p:nvPr/>
          </p:nvSpPr>
          <p:spPr bwMode="auto">
            <a:xfrm>
              <a:off x="2604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1803"/>
            <p:cNvSpPr>
              <a:spLocks noEditPoints="1"/>
            </p:cNvSpPr>
            <p:nvPr/>
          </p:nvSpPr>
          <p:spPr bwMode="auto">
            <a:xfrm>
              <a:off x="260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Oval 1804"/>
            <p:cNvSpPr>
              <a:spLocks noChangeArrowheads="1"/>
            </p:cNvSpPr>
            <p:nvPr/>
          </p:nvSpPr>
          <p:spPr bwMode="auto">
            <a:xfrm>
              <a:off x="271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1805"/>
            <p:cNvSpPr>
              <a:spLocks noEditPoints="1"/>
            </p:cNvSpPr>
            <p:nvPr/>
          </p:nvSpPr>
          <p:spPr bwMode="auto">
            <a:xfrm>
              <a:off x="271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Oval 1806"/>
            <p:cNvSpPr>
              <a:spLocks noChangeArrowheads="1"/>
            </p:cNvSpPr>
            <p:nvPr/>
          </p:nvSpPr>
          <p:spPr bwMode="auto">
            <a:xfrm>
              <a:off x="2831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1807"/>
            <p:cNvSpPr>
              <a:spLocks noEditPoints="1"/>
            </p:cNvSpPr>
            <p:nvPr/>
          </p:nvSpPr>
          <p:spPr bwMode="auto">
            <a:xfrm>
              <a:off x="2830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0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7" y="533"/>
                    <a:pt x="10" y="416"/>
                    <a:pt x="10" y="272"/>
                  </a:cubicBezTo>
                  <a:cubicBezTo>
                    <a:pt x="10" y="127"/>
                    <a:pt x="127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1" y="0"/>
                    <a:pt x="0" y="121"/>
                    <a:pt x="0" y="272"/>
                  </a:cubicBezTo>
                  <a:cubicBezTo>
                    <a:pt x="0" y="422"/>
                    <a:pt x="121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Oval 180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180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1810"/>
            <p:cNvSpPr>
              <a:spLocks noChangeArrowheads="1"/>
            </p:cNvSpPr>
            <p:nvPr/>
          </p:nvSpPr>
          <p:spPr bwMode="auto">
            <a:xfrm>
              <a:off x="3058" y="867"/>
              <a:ext cx="153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1811"/>
            <p:cNvSpPr>
              <a:spLocks noEditPoints="1"/>
            </p:cNvSpPr>
            <p:nvPr/>
          </p:nvSpPr>
          <p:spPr bwMode="auto">
            <a:xfrm>
              <a:off x="3056" y="866"/>
              <a:ext cx="157" cy="157"/>
            </a:xfrm>
            <a:custGeom>
              <a:avLst/>
              <a:gdLst>
                <a:gd name="T0" fmla="*/ 272 w 544"/>
                <a:gd name="T1" fmla="*/ 10 h 544"/>
                <a:gd name="T2" fmla="*/ 534 w 544"/>
                <a:gd name="T3" fmla="*/ 272 h 544"/>
                <a:gd name="T4" fmla="*/ 534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7" y="10"/>
                    <a:pt x="534" y="127"/>
                    <a:pt x="534" y="272"/>
                  </a:cubicBezTo>
                  <a:lnTo>
                    <a:pt x="534" y="272"/>
                  </a:lnTo>
                  <a:cubicBezTo>
                    <a:pt x="534" y="416"/>
                    <a:pt x="417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3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3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Oval 1812"/>
            <p:cNvSpPr>
              <a:spLocks noChangeArrowheads="1"/>
            </p:cNvSpPr>
            <p:nvPr/>
          </p:nvSpPr>
          <p:spPr bwMode="auto">
            <a:xfrm>
              <a:off x="3171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Freeform 1814"/>
          <p:cNvSpPr>
            <a:spLocks noEditPoints="1"/>
          </p:cNvSpPr>
          <p:nvPr/>
        </p:nvSpPr>
        <p:spPr bwMode="auto">
          <a:xfrm>
            <a:off x="503237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Oval 1815"/>
          <p:cNvSpPr>
            <a:spLocks noChangeArrowheads="1"/>
          </p:cNvSpPr>
          <p:nvPr/>
        </p:nvSpPr>
        <p:spPr bwMode="auto">
          <a:xfrm>
            <a:off x="5214938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816"/>
          <p:cNvSpPr>
            <a:spLocks noEditPoints="1"/>
          </p:cNvSpPr>
          <p:nvPr/>
        </p:nvSpPr>
        <p:spPr bwMode="auto">
          <a:xfrm>
            <a:off x="5211763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Oval 1817"/>
          <p:cNvSpPr>
            <a:spLocks noChangeArrowheads="1"/>
          </p:cNvSpPr>
          <p:nvPr/>
        </p:nvSpPr>
        <p:spPr bwMode="auto">
          <a:xfrm>
            <a:off x="5394325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818"/>
          <p:cNvSpPr>
            <a:spLocks noEditPoints="1"/>
          </p:cNvSpPr>
          <p:nvPr/>
        </p:nvSpPr>
        <p:spPr bwMode="auto">
          <a:xfrm>
            <a:off x="5392738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Oval 1819"/>
          <p:cNvSpPr>
            <a:spLocks noChangeArrowheads="1"/>
          </p:cNvSpPr>
          <p:nvPr/>
        </p:nvSpPr>
        <p:spPr bwMode="auto">
          <a:xfrm>
            <a:off x="55753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820"/>
          <p:cNvSpPr>
            <a:spLocks noEditPoints="1"/>
          </p:cNvSpPr>
          <p:nvPr/>
        </p:nvSpPr>
        <p:spPr bwMode="auto">
          <a:xfrm>
            <a:off x="55721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Oval 1821"/>
          <p:cNvSpPr>
            <a:spLocks noChangeArrowheads="1"/>
          </p:cNvSpPr>
          <p:nvPr/>
        </p:nvSpPr>
        <p:spPr bwMode="auto">
          <a:xfrm>
            <a:off x="5754688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22"/>
          <p:cNvSpPr>
            <a:spLocks noEditPoints="1"/>
          </p:cNvSpPr>
          <p:nvPr/>
        </p:nvSpPr>
        <p:spPr bwMode="auto">
          <a:xfrm>
            <a:off x="57531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823"/>
          <p:cNvSpPr>
            <a:spLocks/>
          </p:cNvSpPr>
          <p:nvPr/>
        </p:nvSpPr>
        <p:spPr bwMode="auto">
          <a:xfrm>
            <a:off x="3625850" y="1498601"/>
            <a:ext cx="1620838" cy="2527300"/>
          </a:xfrm>
          <a:custGeom>
            <a:avLst/>
            <a:gdLst>
              <a:gd name="T0" fmla="*/ 1021 w 1021"/>
              <a:gd name="T1" fmla="*/ 1592 h 1592"/>
              <a:gd name="T2" fmla="*/ 681 w 1021"/>
              <a:gd name="T3" fmla="*/ 910 h 1592"/>
              <a:gd name="T4" fmla="*/ 454 w 1021"/>
              <a:gd name="T5" fmla="*/ 910 h 1592"/>
              <a:gd name="T6" fmla="*/ 227 w 1021"/>
              <a:gd name="T7" fmla="*/ 682 h 1592"/>
              <a:gd name="T8" fmla="*/ 0 w 1021"/>
              <a:gd name="T9" fmla="*/ 682 h 1592"/>
              <a:gd name="T10" fmla="*/ 227 w 1021"/>
              <a:gd name="T11" fmla="*/ 910 h 1592"/>
              <a:gd name="T12" fmla="*/ 454 w 1021"/>
              <a:gd name="T13" fmla="*/ 682 h 1592"/>
              <a:gd name="T14" fmla="*/ 454 w 1021"/>
              <a:gd name="T15" fmla="*/ 455 h 1592"/>
              <a:gd name="T16" fmla="*/ 567 w 1021"/>
              <a:gd name="T17" fmla="*/ 455 h 1592"/>
              <a:gd name="T18" fmla="*/ 681 w 1021"/>
              <a:gd name="T19" fmla="*/ 341 h 1592"/>
              <a:gd name="T20" fmla="*/ 681 w 1021"/>
              <a:gd name="T21" fmla="*/ 228 h 1592"/>
              <a:gd name="T22" fmla="*/ 794 w 1021"/>
              <a:gd name="T23" fmla="*/ 114 h 1592"/>
              <a:gd name="T24" fmla="*/ 794 w 1021"/>
              <a:gd name="T25" fmla="*/ 0 h 1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21" h="1592">
                <a:moveTo>
                  <a:pt x="1021" y="1592"/>
                </a:moveTo>
                <a:lnTo>
                  <a:pt x="681" y="910"/>
                </a:lnTo>
                <a:lnTo>
                  <a:pt x="454" y="910"/>
                </a:lnTo>
                <a:lnTo>
                  <a:pt x="227" y="682"/>
                </a:lnTo>
                <a:lnTo>
                  <a:pt x="0" y="682"/>
                </a:lnTo>
                <a:lnTo>
                  <a:pt x="227" y="910"/>
                </a:lnTo>
                <a:lnTo>
                  <a:pt x="454" y="682"/>
                </a:lnTo>
                <a:lnTo>
                  <a:pt x="454" y="455"/>
                </a:lnTo>
                <a:lnTo>
                  <a:pt x="567" y="455"/>
                </a:lnTo>
                <a:lnTo>
                  <a:pt x="681" y="341"/>
                </a:lnTo>
                <a:lnTo>
                  <a:pt x="681" y="228"/>
                </a:lnTo>
                <a:lnTo>
                  <a:pt x="794" y="114"/>
                </a:lnTo>
                <a:lnTo>
                  <a:pt x="794" y="0"/>
                </a:lnTo>
              </a:path>
            </a:pathLst>
          </a:custGeom>
          <a:noFill/>
          <a:ln w="28575" cap="flat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1824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1825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Oval 1826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1827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Oval 1828"/>
          <p:cNvSpPr>
            <a:spLocks noChangeArrowheads="1"/>
          </p:cNvSpPr>
          <p:nvPr/>
        </p:nvSpPr>
        <p:spPr bwMode="auto">
          <a:xfrm>
            <a:off x="4316412" y="29130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1829"/>
          <p:cNvSpPr>
            <a:spLocks noEditPoints="1"/>
          </p:cNvSpPr>
          <p:nvPr/>
        </p:nvSpPr>
        <p:spPr bwMode="auto">
          <a:xfrm>
            <a:off x="4302125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Oval 1830"/>
          <p:cNvSpPr>
            <a:spLocks noChangeArrowheads="1"/>
          </p:cNvSpPr>
          <p:nvPr/>
        </p:nvSpPr>
        <p:spPr bwMode="auto">
          <a:xfrm>
            <a:off x="3956050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1831"/>
          <p:cNvSpPr>
            <a:spLocks noEditPoints="1"/>
          </p:cNvSpPr>
          <p:nvPr/>
        </p:nvSpPr>
        <p:spPr bwMode="auto">
          <a:xfrm>
            <a:off x="3941762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Oval 1832"/>
          <p:cNvSpPr>
            <a:spLocks noChangeArrowheads="1"/>
          </p:cNvSpPr>
          <p:nvPr/>
        </p:nvSpPr>
        <p:spPr bwMode="auto">
          <a:xfrm>
            <a:off x="3595687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1833"/>
          <p:cNvSpPr>
            <a:spLocks noEditPoints="1"/>
          </p:cNvSpPr>
          <p:nvPr/>
        </p:nvSpPr>
        <p:spPr bwMode="auto">
          <a:xfrm>
            <a:off x="3581400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Oval 1834"/>
          <p:cNvSpPr>
            <a:spLocks noChangeArrowheads="1"/>
          </p:cNvSpPr>
          <p:nvPr/>
        </p:nvSpPr>
        <p:spPr bwMode="auto">
          <a:xfrm>
            <a:off x="3956050" y="29130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1835"/>
          <p:cNvSpPr>
            <a:spLocks noEditPoints="1"/>
          </p:cNvSpPr>
          <p:nvPr/>
        </p:nvSpPr>
        <p:spPr bwMode="auto">
          <a:xfrm>
            <a:off x="3941762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Oval 1836"/>
          <p:cNvSpPr>
            <a:spLocks noChangeArrowheads="1"/>
          </p:cNvSpPr>
          <p:nvPr/>
        </p:nvSpPr>
        <p:spPr bwMode="auto">
          <a:xfrm>
            <a:off x="4316412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1837"/>
          <p:cNvSpPr>
            <a:spLocks noEditPoints="1"/>
          </p:cNvSpPr>
          <p:nvPr/>
        </p:nvSpPr>
        <p:spPr bwMode="auto">
          <a:xfrm>
            <a:off x="4302125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Oval 1838"/>
          <p:cNvSpPr>
            <a:spLocks noChangeArrowheads="1"/>
          </p:cNvSpPr>
          <p:nvPr/>
        </p:nvSpPr>
        <p:spPr bwMode="auto">
          <a:xfrm>
            <a:off x="4316412" y="219075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1839"/>
          <p:cNvSpPr>
            <a:spLocks noEditPoints="1"/>
          </p:cNvSpPr>
          <p:nvPr/>
        </p:nvSpPr>
        <p:spPr bwMode="auto">
          <a:xfrm>
            <a:off x="4302125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Oval 1840"/>
          <p:cNvSpPr>
            <a:spLocks noChangeArrowheads="1"/>
          </p:cNvSpPr>
          <p:nvPr/>
        </p:nvSpPr>
        <p:spPr bwMode="auto">
          <a:xfrm>
            <a:off x="4497387" y="2190751"/>
            <a:ext cx="57150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1841"/>
          <p:cNvSpPr>
            <a:spLocks noEditPoints="1"/>
          </p:cNvSpPr>
          <p:nvPr/>
        </p:nvSpPr>
        <p:spPr bwMode="auto">
          <a:xfrm>
            <a:off x="4481512" y="217646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Oval 1842"/>
          <p:cNvSpPr>
            <a:spLocks noChangeArrowheads="1"/>
          </p:cNvSpPr>
          <p:nvPr/>
        </p:nvSpPr>
        <p:spPr bwMode="auto">
          <a:xfrm>
            <a:off x="467677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1843"/>
          <p:cNvSpPr>
            <a:spLocks noEditPoints="1"/>
          </p:cNvSpPr>
          <p:nvPr/>
        </p:nvSpPr>
        <p:spPr bwMode="auto">
          <a:xfrm>
            <a:off x="466248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Oval 1844"/>
          <p:cNvSpPr>
            <a:spLocks noChangeArrowheads="1"/>
          </p:cNvSpPr>
          <p:nvPr/>
        </p:nvSpPr>
        <p:spPr bwMode="auto">
          <a:xfrm>
            <a:off x="4676775" y="183038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1845"/>
          <p:cNvSpPr>
            <a:spLocks noEditPoints="1"/>
          </p:cNvSpPr>
          <p:nvPr/>
        </p:nvSpPr>
        <p:spPr bwMode="auto">
          <a:xfrm>
            <a:off x="466248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Oval 1846"/>
          <p:cNvSpPr>
            <a:spLocks noChangeArrowheads="1"/>
          </p:cNvSpPr>
          <p:nvPr/>
        </p:nvSpPr>
        <p:spPr bwMode="auto">
          <a:xfrm>
            <a:off x="4856163" y="164941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1847"/>
          <p:cNvSpPr>
            <a:spLocks noEditPoints="1"/>
          </p:cNvSpPr>
          <p:nvPr/>
        </p:nvSpPr>
        <p:spPr bwMode="auto">
          <a:xfrm>
            <a:off x="4841875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Oval 1848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1849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Oval 1850"/>
          <p:cNvSpPr>
            <a:spLocks noChangeArrowheads="1"/>
          </p:cNvSpPr>
          <p:nvPr/>
        </p:nvSpPr>
        <p:spPr bwMode="auto">
          <a:xfrm>
            <a:off x="35941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1851"/>
          <p:cNvSpPr>
            <a:spLocks noEditPoints="1"/>
          </p:cNvSpPr>
          <p:nvPr/>
        </p:nvSpPr>
        <p:spPr bwMode="auto">
          <a:xfrm>
            <a:off x="35909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Oval 1852"/>
          <p:cNvSpPr>
            <a:spLocks noChangeArrowheads="1"/>
          </p:cNvSpPr>
          <p:nvPr/>
        </p:nvSpPr>
        <p:spPr bwMode="auto">
          <a:xfrm>
            <a:off x="3773487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1853"/>
          <p:cNvSpPr>
            <a:spLocks noEditPoints="1"/>
          </p:cNvSpPr>
          <p:nvPr/>
        </p:nvSpPr>
        <p:spPr bwMode="auto">
          <a:xfrm>
            <a:off x="37719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Oval 1854"/>
          <p:cNvSpPr>
            <a:spLocks noChangeArrowheads="1"/>
          </p:cNvSpPr>
          <p:nvPr/>
        </p:nvSpPr>
        <p:spPr bwMode="auto">
          <a:xfrm>
            <a:off x="395446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1855"/>
          <p:cNvSpPr>
            <a:spLocks noEditPoints="1"/>
          </p:cNvSpPr>
          <p:nvPr/>
        </p:nvSpPr>
        <p:spPr bwMode="auto">
          <a:xfrm>
            <a:off x="3951287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Oval 1856"/>
          <p:cNvSpPr>
            <a:spLocks noChangeArrowheads="1"/>
          </p:cNvSpPr>
          <p:nvPr/>
        </p:nvSpPr>
        <p:spPr bwMode="auto">
          <a:xfrm>
            <a:off x="413385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1857"/>
          <p:cNvSpPr>
            <a:spLocks noEditPoints="1"/>
          </p:cNvSpPr>
          <p:nvPr/>
        </p:nvSpPr>
        <p:spPr bwMode="auto">
          <a:xfrm>
            <a:off x="4132262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Oval 1858"/>
          <p:cNvSpPr>
            <a:spLocks noChangeArrowheads="1"/>
          </p:cNvSpPr>
          <p:nvPr/>
        </p:nvSpPr>
        <p:spPr bwMode="auto">
          <a:xfrm>
            <a:off x="431482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1859"/>
          <p:cNvSpPr>
            <a:spLocks noEditPoints="1"/>
          </p:cNvSpPr>
          <p:nvPr/>
        </p:nvSpPr>
        <p:spPr bwMode="auto">
          <a:xfrm>
            <a:off x="431165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Oval 1860"/>
          <p:cNvSpPr>
            <a:spLocks noChangeArrowheads="1"/>
          </p:cNvSpPr>
          <p:nvPr/>
        </p:nvSpPr>
        <p:spPr bwMode="auto">
          <a:xfrm>
            <a:off x="449421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1861"/>
          <p:cNvSpPr>
            <a:spLocks noEditPoints="1"/>
          </p:cNvSpPr>
          <p:nvPr/>
        </p:nvSpPr>
        <p:spPr bwMode="auto">
          <a:xfrm>
            <a:off x="449262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Oval 1862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1863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Oval 1864"/>
          <p:cNvSpPr>
            <a:spLocks noChangeArrowheads="1"/>
          </p:cNvSpPr>
          <p:nvPr/>
        </p:nvSpPr>
        <p:spPr bwMode="auto">
          <a:xfrm>
            <a:off x="485457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1865"/>
          <p:cNvSpPr>
            <a:spLocks noEditPoints="1"/>
          </p:cNvSpPr>
          <p:nvPr/>
        </p:nvSpPr>
        <p:spPr bwMode="auto">
          <a:xfrm>
            <a:off x="485140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Oval 1866"/>
          <p:cNvSpPr>
            <a:spLocks noChangeArrowheads="1"/>
          </p:cNvSpPr>
          <p:nvPr/>
        </p:nvSpPr>
        <p:spPr bwMode="auto">
          <a:xfrm>
            <a:off x="5033963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1867"/>
          <p:cNvSpPr>
            <a:spLocks noEditPoints="1"/>
          </p:cNvSpPr>
          <p:nvPr/>
        </p:nvSpPr>
        <p:spPr bwMode="auto">
          <a:xfrm>
            <a:off x="503237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Oval 1868"/>
          <p:cNvSpPr>
            <a:spLocks noChangeArrowheads="1"/>
          </p:cNvSpPr>
          <p:nvPr/>
        </p:nvSpPr>
        <p:spPr bwMode="auto">
          <a:xfrm>
            <a:off x="5214938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1869"/>
          <p:cNvSpPr>
            <a:spLocks noEditPoints="1"/>
          </p:cNvSpPr>
          <p:nvPr/>
        </p:nvSpPr>
        <p:spPr bwMode="auto">
          <a:xfrm>
            <a:off x="5211763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Oval 1870"/>
          <p:cNvSpPr>
            <a:spLocks noChangeArrowheads="1"/>
          </p:cNvSpPr>
          <p:nvPr/>
        </p:nvSpPr>
        <p:spPr bwMode="auto">
          <a:xfrm>
            <a:off x="5394325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1871"/>
          <p:cNvSpPr>
            <a:spLocks noEditPoints="1"/>
          </p:cNvSpPr>
          <p:nvPr/>
        </p:nvSpPr>
        <p:spPr bwMode="auto">
          <a:xfrm>
            <a:off x="5392738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Oval 1872"/>
          <p:cNvSpPr>
            <a:spLocks noChangeArrowheads="1"/>
          </p:cNvSpPr>
          <p:nvPr/>
        </p:nvSpPr>
        <p:spPr bwMode="auto">
          <a:xfrm>
            <a:off x="55753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1873"/>
          <p:cNvSpPr>
            <a:spLocks noEditPoints="1"/>
          </p:cNvSpPr>
          <p:nvPr/>
        </p:nvSpPr>
        <p:spPr bwMode="auto">
          <a:xfrm>
            <a:off x="55721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Oval 1874"/>
          <p:cNvSpPr>
            <a:spLocks noChangeArrowheads="1"/>
          </p:cNvSpPr>
          <p:nvPr/>
        </p:nvSpPr>
        <p:spPr bwMode="auto">
          <a:xfrm>
            <a:off x="5754688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1875"/>
          <p:cNvSpPr>
            <a:spLocks noEditPoints="1"/>
          </p:cNvSpPr>
          <p:nvPr/>
        </p:nvSpPr>
        <p:spPr bwMode="auto">
          <a:xfrm>
            <a:off x="57531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1876"/>
          <p:cNvSpPr>
            <a:spLocks/>
          </p:cNvSpPr>
          <p:nvPr/>
        </p:nvSpPr>
        <p:spPr bwMode="auto">
          <a:xfrm>
            <a:off x="3986212" y="1498601"/>
            <a:ext cx="1260475" cy="2527300"/>
          </a:xfrm>
          <a:custGeom>
            <a:avLst/>
            <a:gdLst>
              <a:gd name="T0" fmla="*/ 794 w 794"/>
              <a:gd name="T1" fmla="*/ 1592 h 1592"/>
              <a:gd name="T2" fmla="*/ 113 w 794"/>
              <a:gd name="T3" fmla="*/ 796 h 1592"/>
              <a:gd name="T4" fmla="*/ 0 w 794"/>
              <a:gd name="T5" fmla="*/ 1137 h 1592"/>
              <a:gd name="T6" fmla="*/ 113 w 794"/>
              <a:gd name="T7" fmla="*/ 682 h 1592"/>
              <a:gd name="T8" fmla="*/ 454 w 794"/>
              <a:gd name="T9" fmla="*/ 910 h 1592"/>
              <a:gd name="T10" fmla="*/ 567 w 794"/>
              <a:gd name="T11" fmla="*/ 569 h 1592"/>
              <a:gd name="T12" fmla="*/ 454 w 794"/>
              <a:gd name="T13" fmla="*/ 455 h 1592"/>
              <a:gd name="T14" fmla="*/ 681 w 794"/>
              <a:gd name="T15" fmla="*/ 341 h 1592"/>
              <a:gd name="T16" fmla="*/ 794 w 794"/>
              <a:gd name="T17" fmla="*/ 455 h 1592"/>
              <a:gd name="T18" fmla="*/ 681 w 794"/>
              <a:gd name="T19" fmla="*/ 569 h 1592"/>
              <a:gd name="T20" fmla="*/ 454 w 794"/>
              <a:gd name="T21" fmla="*/ 682 h 1592"/>
              <a:gd name="T22" fmla="*/ 794 w 794"/>
              <a:gd name="T23" fmla="*/ 682 h 1592"/>
              <a:gd name="T24" fmla="*/ 454 w 794"/>
              <a:gd name="T25" fmla="*/ 455 h 1592"/>
              <a:gd name="T26" fmla="*/ 454 w 794"/>
              <a:gd name="T27" fmla="*/ 341 h 1592"/>
              <a:gd name="T28" fmla="*/ 567 w 794"/>
              <a:gd name="T29" fmla="*/ 228 h 1592"/>
              <a:gd name="T30" fmla="*/ 340 w 794"/>
              <a:gd name="T31" fmla="*/ 114 h 1592"/>
              <a:gd name="T32" fmla="*/ 227 w 794"/>
              <a:gd name="T33" fmla="*/ 0 h 1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94" h="1592">
                <a:moveTo>
                  <a:pt x="794" y="1592"/>
                </a:moveTo>
                <a:lnTo>
                  <a:pt x="113" y="796"/>
                </a:lnTo>
                <a:lnTo>
                  <a:pt x="0" y="1137"/>
                </a:lnTo>
                <a:lnTo>
                  <a:pt x="113" y="682"/>
                </a:lnTo>
                <a:lnTo>
                  <a:pt x="454" y="910"/>
                </a:lnTo>
                <a:lnTo>
                  <a:pt x="567" y="569"/>
                </a:lnTo>
                <a:lnTo>
                  <a:pt x="454" y="455"/>
                </a:lnTo>
                <a:lnTo>
                  <a:pt x="681" y="341"/>
                </a:lnTo>
                <a:lnTo>
                  <a:pt x="794" y="455"/>
                </a:lnTo>
                <a:lnTo>
                  <a:pt x="681" y="569"/>
                </a:lnTo>
                <a:lnTo>
                  <a:pt x="454" y="682"/>
                </a:lnTo>
                <a:lnTo>
                  <a:pt x="794" y="682"/>
                </a:lnTo>
                <a:lnTo>
                  <a:pt x="454" y="455"/>
                </a:lnTo>
                <a:lnTo>
                  <a:pt x="454" y="341"/>
                </a:lnTo>
                <a:lnTo>
                  <a:pt x="567" y="228"/>
                </a:lnTo>
                <a:lnTo>
                  <a:pt x="340" y="114"/>
                </a:lnTo>
                <a:lnTo>
                  <a:pt x="227" y="0"/>
                </a:lnTo>
              </a:path>
            </a:pathLst>
          </a:custGeom>
          <a:noFill/>
          <a:ln w="28575" cap="flat">
            <a:solidFill>
              <a:srgbClr val="CC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Oval 1877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1878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Oval 1879"/>
          <p:cNvSpPr>
            <a:spLocks noChangeArrowheads="1"/>
          </p:cNvSpPr>
          <p:nvPr/>
        </p:nvSpPr>
        <p:spPr bwMode="auto">
          <a:xfrm>
            <a:off x="4137025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1880"/>
          <p:cNvSpPr>
            <a:spLocks noEditPoints="1"/>
          </p:cNvSpPr>
          <p:nvPr/>
        </p:nvSpPr>
        <p:spPr bwMode="auto">
          <a:xfrm>
            <a:off x="4122737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Oval 1881"/>
          <p:cNvSpPr>
            <a:spLocks noChangeArrowheads="1"/>
          </p:cNvSpPr>
          <p:nvPr/>
        </p:nvSpPr>
        <p:spPr bwMode="auto">
          <a:xfrm>
            <a:off x="3956050" y="327501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1882"/>
          <p:cNvSpPr>
            <a:spLocks noEditPoints="1"/>
          </p:cNvSpPr>
          <p:nvPr/>
        </p:nvSpPr>
        <p:spPr bwMode="auto">
          <a:xfrm>
            <a:off x="3941762" y="325913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Oval 1883"/>
          <p:cNvSpPr>
            <a:spLocks noChangeArrowheads="1"/>
          </p:cNvSpPr>
          <p:nvPr/>
        </p:nvSpPr>
        <p:spPr bwMode="auto">
          <a:xfrm>
            <a:off x="4137025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1884"/>
          <p:cNvSpPr>
            <a:spLocks noEditPoints="1"/>
          </p:cNvSpPr>
          <p:nvPr/>
        </p:nvSpPr>
        <p:spPr bwMode="auto">
          <a:xfrm>
            <a:off x="4122737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Oval 1885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1886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Oval 1887"/>
          <p:cNvSpPr>
            <a:spLocks noChangeArrowheads="1"/>
          </p:cNvSpPr>
          <p:nvPr/>
        </p:nvSpPr>
        <p:spPr bwMode="auto">
          <a:xfrm>
            <a:off x="4856163" y="23717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1888"/>
          <p:cNvSpPr>
            <a:spLocks noEditPoints="1"/>
          </p:cNvSpPr>
          <p:nvPr/>
        </p:nvSpPr>
        <p:spPr bwMode="auto">
          <a:xfrm>
            <a:off x="4841875" y="235743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Oval 1889"/>
          <p:cNvSpPr>
            <a:spLocks noChangeArrowheads="1"/>
          </p:cNvSpPr>
          <p:nvPr/>
        </p:nvSpPr>
        <p:spPr bwMode="auto">
          <a:xfrm>
            <a:off x="4676775" y="21907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1890"/>
          <p:cNvSpPr>
            <a:spLocks noEditPoints="1"/>
          </p:cNvSpPr>
          <p:nvPr/>
        </p:nvSpPr>
        <p:spPr bwMode="auto">
          <a:xfrm>
            <a:off x="4662488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Oval 1891"/>
          <p:cNvSpPr>
            <a:spLocks noChangeArrowheads="1"/>
          </p:cNvSpPr>
          <p:nvPr/>
        </p:nvSpPr>
        <p:spPr bwMode="auto">
          <a:xfrm>
            <a:off x="5037138" y="20113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1892"/>
          <p:cNvSpPr>
            <a:spLocks noEditPoints="1"/>
          </p:cNvSpPr>
          <p:nvPr/>
        </p:nvSpPr>
        <p:spPr bwMode="auto">
          <a:xfrm>
            <a:off x="5022850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Oval 1893"/>
          <p:cNvSpPr>
            <a:spLocks noChangeArrowheads="1"/>
          </p:cNvSpPr>
          <p:nvPr/>
        </p:nvSpPr>
        <p:spPr bwMode="auto">
          <a:xfrm>
            <a:off x="5216525" y="21907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1894"/>
          <p:cNvSpPr>
            <a:spLocks noEditPoints="1"/>
          </p:cNvSpPr>
          <p:nvPr/>
        </p:nvSpPr>
        <p:spPr bwMode="auto">
          <a:xfrm>
            <a:off x="5202238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Oval 1895"/>
          <p:cNvSpPr>
            <a:spLocks noChangeArrowheads="1"/>
          </p:cNvSpPr>
          <p:nvPr/>
        </p:nvSpPr>
        <p:spPr bwMode="auto">
          <a:xfrm>
            <a:off x="5037138" y="23717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1896"/>
          <p:cNvSpPr>
            <a:spLocks noEditPoints="1"/>
          </p:cNvSpPr>
          <p:nvPr/>
        </p:nvSpPr>
        <p:spPr bwMode="auto">
          <a:xfrm>
            <a:off x="5022850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Oval 1897"/>
          <p:cNvSpPr>
            <a:spLocks noChangeArrowheads="1"/>
          </p:cNvSpPr>
          <p:nvPr/>
        </p:nvSpPr>
        <p:spPr bwMode="auto">
          <a:xfrm>
            <a:off x="4676775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898"/>
          <p:cNvSpPr>
            <a:spLocks noEditPoints="1"/>
          </p:cNvSpPr>
          <p:nvPr/>
        </p:nvSpPr>
        <p:spPr bwMode="auto">
          <a:xfrm>
            <a:off x="4662488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Oval 1899"/>
          <p:cNvSpPr>
            <a:spLocks noChangeArrowheads="1"/>
          </p:cNvSpPr>
          <p:nvPr/>
        </p:nvSpPr>
        <p:spPr bwMode="auto">
          <a:xfrm>
            <a:off x="5216525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900"/>
          <p:cNvSpPr>
            <a:spLocks noEditPoints="1"/>
          </p:cNvSpPr>
          <p:nvPr/>
        </p:nvSpPr>
        <p:spPr bwMode="auto">
          <a:xfrm>
            <a:off x="5202238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Oval 1901"/>
          <p:cNvSpPr>
            <a:spLocks noChangeArrowheads="1"/>
          </p:cNvSpPr>
          <p:nvPr/>
        </p:nvSpPr>
        <p:spPr bwMode="auto">
          <a:xfrm>
            <a:off x="4676775" y="21907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902"/>
          <p:cNvSpPr>
            <a:spLocks noEditPoints="1"/>
          </p:cNvSpPr>
          <p:nvPr/>
        </p:nvSpPr>
        <p:spPr bwMode="auto">
          <a:xfrm>
            <a:off x="4662488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Oval 1903"/>
          <p:cNvSpPr>
            <a:spLocks noChangeArrowheads="1"/>
          </p:cNvSpPr>
          <p:nvPr/>
        </p:nvSpPr>
        <p:spPr bwMode="auto">
          <a:xfrm>
            <a:off x="4676775" y="20113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904"/>
          <p:cNvSpPr>
            <a:spLocks noEditPoints="1"/>
          </p:cNvSpPr>
          <p:nvPr/>
        </p:nvSpPr>
        <p:spPr bwMode="auto">
          <a:xfrm>
            <a:off x="466248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905"/>
          <p:cNvSpPr>
            <a:spLocks noChangeArrowheads="1"/>
          </p:cNvSpPr>
          <p:nvPr/>
        </p:nvSpPr>
        <p:spPr bwMode="auto">
          <a:xfrm>
            <a:off x="4856163" y="18303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906"/>
          <p:cNvSpPr>
            <a:spLocks noEditPoints="1"/>
          </p:cNvSpPr>
          <p:nvPr/>
        </p:nvSpPr>
        <p:spPr bwMode="auto">
          <a:xfrm>
            <a:off x="4841875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1907"/>
          <p:cNvSpPr>
            <a:spLocks noChangeArrowheads="1"/>
          </p:cNvSpPr>
          <p:nvPr/>
        </p:nvSpPr>
        <p:spPr bwMode="auto">
          <a:xfrm>
            <a:off x="4497387" y="1649413"/>
            <a:ext cx="57150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908"/>
          <p:cNvSpPr>
            <a:spLocks noEditPoints="1"/>
          </p:cNvSpPr>
          <p:nvPr/>
        </p:nvSpPr>
        <p:spPr bwMode="auto">
          <a:xfrm>
            <a:off x="4481512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1909"/>
          <p:cNvSpPr>
            <a:spLocks noChangeArrowheads="1"/>
          </p:cNvSpPr>
          <p:nvPr/>
        </p:nvSpPr>
        <p:spPr bwMode="auto">
          <a:xfrm>
            <a:off x="4316412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910"/>
          <p:cNvSpPr>
            <a:spLocks noEditPoints="1"/>
          </p:cNvSpPr>
          <p:nvPr/>
        </p:nvSpPr>
        <p:spPr bwMode="auto">
          <a:xfrm>
            <a:off x="4302125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1911"/>
          <p:cNvSpPr>
            <a:spLocks noChangeArrowheads="1"/>
          </p:cNvSpPr>
          <p:nvPr/>
        </p:nvSpPr>
        <p:spPr bwMode="auto">
          <a:xfrm>
            <a:off x="35941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912"/>
          <p:cNvSpPr>
            <a:spLocks noEditPoints="1"/>
          </p:cNvSpPr>
          <p:nvPr/>
        </p:nvSpPr>
        <p:spPr bwMode="auto">
          <a:xfrm>
            <a:off x="35909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1913"/>
          <p:cNvSpPr>
            <a:spLocks noChangeArrowheads="1"/>
          </p:cNvSpPr>
          <p:nvPr/>
        </p:nvSpPr>
        <p:spPr bwMode="auto">
          <a:xfrm>
            <a:off x="3773487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914"/>
          <p:cNvSpPr>
            <a:spLocks noEditPoints="1"/>
          </p:cNvSpPr>
          <p:nvPr/>
        </p:nvSpPr>
        <p:spPr bwMode="auto">
          <a:xfrm>
            <a:off x="37719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1915"/>
          <p:cNvSpPr>
            <a:spLocks noChangeArrowheads="1"/>
          </p:cNvSpPr>
          <p:nvPr/>
        </p:nvSpPr>
        <p:spPr bwMode="auto">
          <a:xfrm>
            <a:off x="395446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916"/>
          <p:cNvSpPr>
            <a:spLocks noEditPoints="1"/>
          </p:cNvSpPr>
          <p:nvPr/>
        </p:nvSpPr>
        <p:spPr bwMode="auto">
          <a:xfrm>
            <a:off x="3951287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1917"/>
          <p:cNvSpPr>
            <a:spLocks noChangeArrowheads="1"/>
          </p:cNvSpPr>
          <p:nvPr/>
        </p:nvSpPr>
        <p:spPr bwMode="auto">
          <a:xfrm>
            <a:off x="413385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918"/>
          <p:cNvSpPr>
            <a:spLocks noEditPoints="1"/>
          </p:cNvSpPr>
          <p:nvPr/>
        </p:nvSpPr>
        <p:spPr bwMode="auto">
          <a:xfrm>
            <a:off x="4132262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1919"/>
          <p:cNvSpPr>
            <a:spLocks noChangeArrowheads="1"/>
          </p:cNvSpPr>
          <p:nvPr/>
        </p:nvSpPr>
        <p:spPr bwMode="auto">
          <a:xfrm>
            <a:off x="431482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920"/>
          <p:cNvSpPr>
            <a:spLocks noEditPoints="1"/>
          </p:cNvSpPr>
          <p:nvPr/>
        </p:nvSpPr>
        <p:spPr bwMode="auto">
          <a:xfrm>
            <a:off x="431165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1921"/>
          <p:cNvSpPr>
            <a:spLocks noChangeArrowheads="1"/>
          </p:cNvSpPr>
          <p:nvPr/>
        </p:nvSpPr>
        <p:spPr bwMode="auto">
          <a:xfrm>
            <a:off x="4494212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922"/>
          <p:cNvSpPr>
            <a:spLocks noEditPoints="1"/>
          </p:cNvSpPr>
          <p:nvPr/>
        </p:nvSpPr>
        <p:spPr bwMode="auto">
          <a:xfrm>
            <a:off x="449262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1923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924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Oval 1925"/>
          <p:cNvSpPr>
            <a:spLocks noChangeArrowheads="1"/>
          </p:cNvSpPr>
          <p:nvPr/>
        </p:nvSpPr>
        <p:spPr bwMode="auto">
          <a:xfrm>
            <a:off x="4854575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926"/>
          <p:cNvSpPr>
            <a:spLocks noEditPoints="1"/>
          </p:cNvSpPr>
          <p:nvPr/>
        </p:nvSpPr>
        <p:spPr bwMode="auto">
          <a:xfrm>
            <a:off x="4851400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Oval 1927"/>
          <p:cNvSpPr>
            <a:spLocks noChangeArrowheads="1"/>
          </p:cNvSpPr>
          <p:nvPr/>
        </p:nvSpPr>
        <p:spPr bwMode="auto">
          <a:xfrm>
            <a:off x="5033963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928"/>
          <p:cNvSpPr>
            <a:spLocks noEditPoints="1"/>
          </p:cNvSpPr>
          <p:nvPr/>
        </p:nvSpPr>
        <p:spPr bwMode="auto">
          <a:xfrm>
            <a:off x="5032375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Oval 1929"/>
          <p:cNvSpPr>
            <a:spLocks noChangeArrowheads="1"/>
          </p:cNvSpPr>
          <p:nvPr/>
        </p:nvSpPr>
        <p:spPr bwMode="auto">
          <a:xfrm>
            <a:off x="5214938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930"/>
          <p:cNvSpPr>
            <a:spLocks noEditPoints="1"/>
          </p:cNvSpPr>
          <p:nvPr/>
        </p:nvSpPr>
        <p:spPr bwMode="auto">
          <a:xfrm>
            <a:off x="5211763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4 w 544"/>
              <a:gd name="T3" fmla="*/ 272 h 544"/>
              <a:gd name="T4" fmla="*/ 534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7" y="10"/>
                  <a:pt x="534" y="127"/>
                  <a:pt x="534" y="272"/>
                </a:cubicBezTo>
                <a:lnTo>
                  <a:pt x="534" y="272"/>
                </a:lnTo>
                <a:cubicBezTo>
                  <a:pt x="534" y="416"/>
                  <a:pt x="417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3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3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Oval 1931"/>
          <p:cNvSpPr>
            <a:spLocks noChangeArrowheads="1"/>
          </p:cNvSpPr>
          <p:nvPr/>
        </p:nvSpPr>
        <p:spPr bwMode="auto">
          <a:xfrm>
            <a:off x="5394325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932"/>
          <p:cNvSpPr>
            <a:spLocks noEditPoints="1"/>
          </p:cNvSpPr>
          <p:nvPr/>
        </p:nvSpPr>
        <p:spPr bwMode="auto">
          <a:xfrm>
            <a:off x="5392738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Oval 1933"/>
          <p:cNvSpPr>
            <a:spLocks noChangeArrowheads="1"/>
          </p:cNvSpPr>
          <p:nvPr/>
        </p:nvSpPr>
        <p:spPr bwMode="auto">
          <a:xfrm>
            <a:off x="5575300" y="1376363"/>
            <a:ext cx="242888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934"/>
          <p:cNvSpPr>
            <a:spLocks noEditPoints="1"/>
          </p:cNvSpPr>
          <p:nvPr/>
        </p:nvSpPr>
        <p:spPr bwMode="auto">
          <a:xfrm>
            <a:off x="5572125" y="1374776"/>
            <a:ext cx="249238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Oval 1935"/>
          <p:cNvSpPr>
            <a:spLocks noChangeArrowheads="1"/>
          </p:cNvSpPr>
          <p:nvPr/>
        </p:nvSpPr>
        <p:spPr bwMode="auto">
          <a:xfrm>
            <a:off x="5754688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936"/>
          <p:cNvSpPr>
            <a:spLocks noEditPoints="1"/>
          </p:cNvSpPr>
          <p:nvPr/>
        </p:nvSpPr>
        <p:spPr bwMode="auto">
          <a:xfrm>
            <a:off x="5753100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0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7" y="533"/>
                  <a:pt x="10" y="416"/>
                  <a:pt x="10" y="272"/>
                </a:cubicBezTo>
                <a:cubicBezTo>
                  <a:pt x="10" y="127"/>
                  <a:pt x="127" y="10"/>
                  <a:pt x="272" y="10"/>
                </a:cubicBezTo>
                <a:close/>
                <a:moveTo>
                  <a:pt x="272" y="0"/>
                </a:moveTo>
                <a:cubicBezTo>
                  <a:pt x="121" y="0"/>
                  <a:pt x="0" y="121"/>
                  <a:pt x="0" y="272"/>
                </a:cubicBezTo>
                <a:cubicBezTo>
                  <a:pt x="0" y="422"/>
                  <a:pt x="121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937"/>
          <p:cNvSpPr>
            <a:spLocks/>
          </p:cNvSpPr>
          <p:nvPr/>
        </p:nvSpPr>
        <p:spPr bwMode="auto">
          <a:xfrm>
            <a:off x="4525962" y="1498601"/>
            <a:ext cx="1081088" cy="2527300"/>
          </a:xfrm>
          <a:custGeom>
            <a:avLst/>
            <a:gdLst>
              <a:gd name="T0" fmla="*/ 454 w 681"/>
              <a:gd name="T1" fmla="*/ 1592 h 1592"/>
              <a:gd name="T2" fmla="*/ 454 w 681"/>
              <a:gd name="T3" fmla="*/ 1478 h 1592"/>
              <a:gd name="T4" fmla="*/ 0 w 681"/>
              <a:gd name="T5" fmla="*/ 1023 h 1592"/>
              <a:gd name="T6" fmla="*/ 341 w 681"/>
              <a:gd name="T7" fmla="*/ 1365 h 1592"/>
              <a:gd name="T8" fmla="*/ 341 w 681"/>
              <a:gd name="T9" fmla="*/ 1023 h 1592"/>
              <a:gd name="T10" fmla="*/ 681 w 681"/>
              <a:gd name="T11" fmla="*/ 1023 h 1592"/>
              <a:gd name="T12" fmla="*/ 341 w 681"/>
              <a:gd name="T13" fmla="*/ 682 h 1592"/>
              <a:gd name="T14" fmla="*/ 114 w 681"/>
              <a:gd name="T15" fmla="*/ 455 h 1592"/>
              <a:gd name="T16" fmla="*/ 227 w 681"/>
              <a:gd name="T17" fmla="*/ 341 h 1592"/>
              <a:gd name="T18" fmla="*/ 341 w 681"/>
              <a:gd name="T19" fmla="*/ 341 h 1592"/>
              <a:gd name="T20" fmla="*/ 227 w 681"/>
              <a:gd name="T21" fmla="*/ 228 h 1592"/>
              <a:gd name="T22" fmla="*/ 227 w 681"/>
              <a:gd name="T23" fmla="*/ 114 h 1592"/>
              <a:gd name="T24" fmla="*/ 341 w 681"/>
              <a:gd name="T25" fmla="*/ 228 h 1592"/>
              <a:gd name="T26" fmla="*/ 227 w 681"/>
              <a:gd name="T27" fmla="*/ 114 h 1592"/>
              <a:gd name="T28" fmla="*/ 114 w 681"/>
              <a:gd name="T29" fmla="*/ 0 h 1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81" h="1592">
                <a:moveTo>
                  <a:pt x="454" y="1592"/>
                </a:moveTo>
                <a:lnTo>
                  <a:pt x="454" y="1478"/>
                </a:lnTo>
                <a:lnTo>
                  <a:pt x="0" y="1023"/>
                </a:lnTo>
                <a:lnTo>
                  <a:pt x="341" y="1365"/>
                </a:lnTo>
                <a:lnTo>
                  <a:pt x="341" y="1023"/>
                </a:lnTo>
                <a:lnTo>
                  <a:pt x="681" y="1023"/>
                </a:lnTo>
                <a:lnTo>
                  <a:pt x="341" y="682"/>
                </a:lnTo>
                <a:lnTo>
                  <a:pt x="114" y="455"/>
                </a:lnTo>
                <a:lnTo>
                  <a:pt x="227" y="341"/>
                </a:lnTo>
                <a:lnTo>
                  <a:pt x="341" y="341"/>
                </a:lnTo>
                <a:lnTo>
                  <a:pt x="227" y="228"/>
                </a:lnTo>
                <a:lnTo>
                  <a:pt x="227" y="114"/>
                </a:lnTo>
                <a:lnTo>
                  <a:pt x="341" y="228"/>
                </a:lnTo>
                <a:lnTo>
                  <a:pt x="227" y="114"/>
                </a:lnTo>
                <a:lnTo>
                  <a:pt x="114" y="0"/>
                </a:lnTo>
              </a:path>
            </a:pathLst>
          </a:custGeom>
          <a:noFill/>
          <a:ln w="28575" cap="flat">
            <a:solidFill>
              <a:srgbClr val="99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Oval 1938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939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Oval 1940"/>
          <p:cNvSpPr>
            <a:spLocks noChangeArrowheads="1"/>
          </p:cNvSpPr>
          <p:nvPr/>
        </p:nvSpPr>
        <p:spPr bwMode="auto">
          <a:xfrm>
            <a:off x="5216525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941"/>
          <p:cNvSpPr>
            <a:spLocks noEditPoints="1"/>
          </p:cNvSpPr>
          <p:nvPr/>
        </p:nvSpPr>
        <p:spPr bwMode="auto">
          <a:xfrm>
            <a:off x="5202238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Oval 1942"/>
          <p:cNvSpPr>
            <a:spLocks noChangeArrowheads="1"/>
          </p:cNvSpPr>
          <p:nvPr/>
        </p:nvSpPr>
        <p:spPr bwMode="auto">
          <a:xfrm>
            <a:off x="4497387" y="3094038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943"/>
          <p:cNvSpPr>
            <a:spLocks noEditPoints="1"/>
          </p:cNvSpPr>
          <p:nvPr/>
        </p:nvSpPr>
        <p:spPr bwMode="auto">
          <a:xfrm>
            <a:off x="4481512" y="307975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Oval 1944"/>
          <p:cNvSpPr>
            <a:spLocks noChangeArrowheads="1"/>
          </p:cNvSpPr>
          <p:nvPr/>
        </p:nvSpPr>
        <p:spPr bwMode="auto">
          <a:xfrm>
            <a:off x="5037138" y="363537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945"/>
          <p:cNvSpPr>
            <a:spLocks noEditPoints="1"/>
          </p:cNvSpPr>
          <p:nvPr/>
        </p:nvSpPr>
        <p:spPr bwMode="auto">
          <a:xfrm>
            <a:off x="5022850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Oval 1946"/>
          <p:cNvSpPr>
            <a:spLocks noChangeArrowheads="1"/>
          </p:cNvSpPr>
          <p:nvPr/>
        </p:nvSpPr>
        <p:spPr bwMode="auto">
          <a:xfrm>
            <a:off x="5037138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947"/>
          <p:cNvSpPr>
            <a:spLocks noEditPoints="1"/>
          </p:cNvSpPr>
          <p:nvPr/>
        </p:nvSpPr>
        <p:spPr bwMode="auto">
          <a:xfrm>
            <a:off x="5022850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Oval 1948"/>
          <p:cNvSpPr>
            <a:spLocks noChangeArrowheads="1"/>
          </p:cNvSpPr>
          <p:nvPr/>
        </p:nvSpPr>
        <p:spPr bwMode="auto">
          <a:xfrm>
            <a:off x="5576888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949"/>
          <p:cNvSpPr>
            <a:spLocks noEditPoints="1"/>
          </p:cNvSpPr>
          <p:nvPr/>
        </p:nvSpPr>
        <p:spPr bwMode="auto">
          <a:xfrm>
            <a:off x="5562600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Oval 1950"/>
          <p:cNvSpPr>
            <a:spLocks noChangeArrowheads="1"/>
          </p:cNvSpPr>
          <p:nvPr/>
        </p:nvSpPr>
        <p:spPr bwMode="auto">
          <a:xfrm>
            <a:off x="5037138" y="25527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951"/>
          <p:cNvSpPr>
            <a:spLocks noEditPoints="1"/>
          </p:cNvSpPr>
          <p:nvPr/>
        </p:nvSpPr>
        <p:spPr bwMode="auto">
          <a:xfrm>
            <a:off x="5022850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Oval 1952"/>
          <p:cNvSpPr>
            <a:spLocks noChangeArrowheads="1"/>
          </p:cNvSpPr>
          <p:nvPr/>
        </p:nvSpPr>
        <p:spPr bwMode="auto">
          <a:xfrm>
            <a:off x="4676775" y="21907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953"/>
          <p:cNvSpPr>
            <a:spLocks noEditPoints="1"/>
          </p:cNvSpPr>
          <p:nvPr/>
        </p:nvSpPr>
        <p:spPr bwMode="auto">
          <a:xfrm>
            <a:off x="4662488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Oval 1954"/>
          <p:cNvSpPr>
            <a:spLocks noChangeArrowheads="1"/>
          </p:cNvSpPr>
          <p:nvPr/>
        </p:nvSpPr>
        <p:spPr bwMode="auto">
          <a:xfrm>
            <a:off x="4856163" y="20113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955"/>
          <p:cNvSpPr>
            <a:spLocks noEditPoints="1"/>
          </p:cNvSpPr>
          <p:nvPr/>
        </p:nvSpPr>
        <p:spPr bwMode="auto">
          <a:xfrm>
            <a:off x="4841875" y="199548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Oval 1956"/>
          <p:cNvSpPr>
            <a:spLocks noChangeArrowheads="1"/>
          </p:cNvSpPr>
          <p:nvPr/>
        </p:nvSpPr>
        <p:spPr bwMode="auto">
          <a:xfrm>
            <a:off x="5037138" y="20113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957"/>
          <p:cNvSpPr>
            <a:spLocks noEditPoints="1"/>
          </p:cNvSpPr>
          <p:nvPr/>
        </p:nvSpPr>
        <p:spPr bwMode="auto">
          <a:xfrm>
            <a:off x="5022850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Oval 1958"/>
          <p:cNvSpPr>
            <a:spLocks noChangeArrowheads="1"/>
          </p:cNvSpPr>
          <p:nvPr/>
        </p:nvSpPr>
        <p:spPr bwMode="auto">
          <a:xfrm>
            <a:off x="4856163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959"/>
          <p:cNvSpPr>
            <a:spLocks noEditPoints="1"/>
          </p:cNvSpPr>
          <p:nvPr/>
        </p:nvSpPr>
        <p:spPr bwMode="auto">
          <a:xfrm>
            <a:off x="4841875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Oval 1960"/>
          <p:cNvSpPr>
            <a:spLocks noChangeArrowheads="1"/>
          </p:cNvSpPr>
          <p:nvPr/>
        </p:nvSpPr>
        <p:spPr bwMode="auto">
          <a:xfrm>
            <a:off x="4856163" y="16494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961"/>
          <p:cNvSpPr>
            <a:spLocks noEditPoints="1"/>
          </p:cNvSpPr>
          <p:nvPr/>
        </p:nvSpPr>
        <p:spPr bwMode="auto">
          <a:xfrm>
            <a:off x="4841875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Oval 1962"/>
          <p:cNvSpPr>
            <a:spLocks noChangeArrowheads="1"/>
          </p:cNvSpPr>
          <p:nvPr/>
        </p:nvSpPr>
        <p:spPr bwMode="auto">
          <a:xfrm>
            <a:off x="5037138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963"/>
          <p:cNvSpPr>
            <a:spLocks noEditPoints="1"/>
          </p:cNvSpPr>
          <p:nvPr/>
        </p:nvSpPr>
        <p:spPr bwMode="auto">
          <a:xfrm>
            <a:off x="5022850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Oval 1964"/>
          <p:cNvSpPr>
            <a:spLocks noChangeArrowheads="1"/>
          </p:cNvSpPr>
          <p:nvPr/>
        </p:nvSpPr>
        <p:spPr bwMode="auto">
          <a:xfrm>
            <a:off x="4856163" y="16494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965"/>
          <p:cNvSpPr>
            <a:spLocks noEditPoints="1"/>
          </p:cNvSpPr>
          <p:nvPr/>
        </p:nvSpPr>
        <p:spPr bwMode="auto">
          <a:xfrm>
            <a:off x="4841875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Oval 1966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967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8" name="TextBox 1967"/>
          <p:cNvSpPr txBox="1"/>
          <p:nvPr/>
        </p:nvSpPr>
        <p:spPr>
          <a:xfrm>
            <a:off x="4206241" y="574766"/>
            <a:ext cx="9973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Kinesis 3</a:t>
            </a:r>
            <a:endParaRPr lang="en-US" dirty="0"/>
          </a:p>
        </p:txBody>
      </p:sp>
      <p:sp>
        <p:nvSpPr>
          <p:cNvPr id="1969" name="TextBox 1968"/>
          <p:cNvSpPr txBox="1"/>
          <p:nvPr/>
        </p:nvSpPr>
        <p:spPr>
          <a:xfrm>
            <a:off x="0" y="1276538"/>
            <a:ext cx="3051018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Video is of 20 students’ results from Kinesis condition 3.</a:t>
            </a:r>
          </a:p>
          <a:p>
            <a:endParaRPr lang="en-US" dirty="0"/>
          </a:p>
          <a:p>
            <a:r>
              <a:rPr lang="en-US" dirty="0" smtClean="0"/>
              <a:t>Paths slow down as they approach the goal, and there is goal-ward motion as seen by slight bias near goal.</a:t>
            </a:r>
          </a:p>
          <a:p>
            <a:endParaRPr lang="en-US" dirty="0"/>
          </a:p>
          <a:p>
            <a:r>
              <a:rPr lang="en-US" dirty="0" smtClean="0"/>
              <a:t>Is this more efficient than getting faster as you approach the goal, or less efficient?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12707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05"/>
          <p:cNvGrpSpPr>
            <a:grpSpLocks/>
          </p:cNvGrpSpPr>
          <p:nvPr/>
        </p:nvGrpSpPr>
        <p:grpSpPr bwMode="auto">
          <a:xfrm>
            <a:off x="3443287" y="1408113"/>
            <a:ext cx="2622550" cy="3887788"/>
            <a:chOff x="2169" y="887"/>
            <a:chExt cx="1652" cy="2449"/>
          </a:xfrm>
        </p:grpSpPr>
        <p:sp>
          <p:nvSpPr>
            <p:cNvPr id="933" name="Rectangle 5"/>
            <p:cNvSpPr>
              <a:spLocks noChangeArrowheads="1"/>
            </p:cNvSpPr>
            <p:nvPr/>
          </p:nvSpPr>
          <p:spPr bwMode="auto">
            <a:xfrm>
              <a:off x="2170" y="887"/>
              <a:ext cx="1645" cy="24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Rectangle 6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7"/>
            <p:cNvSpPr>
              <a:spLocks noEditPoints="1"/>
            </p:cNvSpPr>
            <p:nvPr/>
          </p:nvSpPr>
          <p:spPr bwMode="auto">
            <a:xfrm>
              <a:off x="216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Rectangle 8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Rectangle 9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10"/>
            <p:cNvSpPr>
              <a:spLocks noEditPoints="1"/>
            </p:cNvSpPr>
            <p:nvPr/>
          </p:nvSpPr>
          <p:spPr bwMode="auto">
            <a:xfrm>
              <a:off x="222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Rectangle 11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Rectangle 12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13"/>
            <p:cNvSpPr>
              <a:spLocks noEditPoints="1"/>
            </p:cNvSpPr>
            <p:nvPr/>
          </p:nvSpPr>
          <p:spPr bwMode="auto">
            <a:xfrm>
              <a:off x="2282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Rectangle 14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Rectangle 15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16"/>
            <p:cNvSpPr>
              <a:spLocks noEditPoints="1"/>
            </p:cNvSpPr>
            <p:nvPr/>
          </p:nvSpPr>
          <p:spPr bwMode="auto">
            <a:xfrm>
              <a:off x="233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Rectangle 17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Rectangle 18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19"/>
            <p:cNvSpPr>
              <a:spLocks noEditPoints="1"/>
            </p:cNvSpPr>
            <p:nvPr/>
          </p:nvSpPr>
          <p:spPr bwMode="auto">
            <a:xfrm>
              <a:off x="239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Rectangle 20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Rectangle 21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22"/>
            <p:cNvSpPr>
              <a:spLocks noEditPoints="1"/>
            </p:cNvSpPr>
            <p:nvPr/>
          </p:nvSpPr>
          <p:spPr bwMode="auto">
            <a:xfrm>
              <a:off x="2453" y="892"/>
              <a:ext cx="2" cy="2440"/>
            </a:xfrm>
            <a:custGeom>
              <a:avLst/>
              <a:gdLst>
                <a:gd name="T0" fmla="*/ 2 w 2"/>
                <a:gd name="T1" fmla="*/ 2384 h 2440"/>
                <a:gd name="T2" fmla="*/ 2 w 2"/>
                <a:gd name="T3" fmla="*/ 2343 h 2440"/>
                <a:gd name="T4" fmla="*/ 0 w 2"/>
                <a:gd name="T5" fmla="*/ 2306 h 2440"/>
                <a:gd name="T6" fmla="*/ 0 w 2"/>
                <a:gd name="T7" fmla="*/ 2274 h 2440"/>
                <a:gd name="T8" fmla="*/ 2 w 2"/>
                <a:gd name="T9" fmla="*/ 2237 h 2440"/>
                <a:gd name="T10" fmla="*/ 2 w 2"/>
                <a:gd name="T11" fmla="*/ 2181 h 2440"/>
                <a:gd name="T12" fmla="*/ 2 w 2"/>
                <a:gd name="T13" fmla="*/ 2140 h 2440"/>
                <a:gd name="T14" fmla="*/ 0 w 2"/>
                <a:gd name="T15" fmla="*/ 2103 h 2440"/>
                <a:gd name="T16" fmla="*/ 0 w 2"/>
                <a:gd name="T17" fmla="*/ 2071 h 2440"/>
                <a:gd name="T18" fmla="*/ 2 w 2"/>
                <a:gd name="T19" fmla="*/ 2034 h 2440"/>
                <a:gd name="T20" fmla="*/ 2 w 2"/>
                <a:gd name="T21" fmla="*/ 1978 h 2440"/>
                <a:gd name="T22" fmla="*/ 2 w 2"/>
                <a:gd name="T23" fmla="*/ 1937 h 2440"/>
                <a:gd name="T24" fmla="*/ 0 w 2"/>
                <a:gd name="T25" fmla="*/ 1900 h 2440"/>
                <a:gd name="T26" fmla="*/ 0 w 2"/>
                <a:gd name="T27" fmla="*/ 1868 h 2440"/>
                <a:gd name="T28" fmla="*/ 2 w 2"/>
                <a:gd name="T29" fmla="*/ 1831 h 2440"/>
                <a:gd name="T30" fmla="*/ 2 w 2"/>
                <a:gd name="T31" fmla="*/ 1775 h 2440"/>
                <a:gd name="T32" fmla="*/ 2 w 2"/>
                <a:gd name="T33" fmla="*/ 1734 h 2440"/>
                <a:gd name="T34" fmla="*/ 0 w 2"/>
                <a:gd name="T35" fmla="*/ 1697 h 2440"/>
                <a:gd name="T36" fmla="*/ 0 w 2"/>
                <a:gd name="T37" fmla="*/ 1665 h 2440"/>
                <a:gd name="T38" fmla="*/ 2 w 2"/>
                <a:gd name="T39" fmla="*/ 1628 h 2440"/>
                <a:gd name="T40" fmla="*/ 2 w 2"/>
                <a:gd name="T41" fmla="*/ 1572 h 2440"/>
                <a:gd name="T42" fmla="*/ 2 w 2"/>
                <a:gd name="T43" fmla="*/ 1531 h 2440"/>
                <a:gd name="T44" fmla="*/ 0 w 2"/>
                <a:gd name="T45" fmla="*/ 1494 h 2440"/>
                <a:gd name="T46" fmla="*/ 0 w 2"/>
                <a:gd name="T47" fmla="*/ 1462 h 2440"/>
                <a:gd name="T48" fmla="*/ 2 w 2"/>
                <a:gd name="T49" fmla="*/ 1425 h 2440"/>
                <a:gd name="T50" fmla="*/ 2 w 2"/>
                <a:gd name="T51" fmla="*/ 1370 h 2440"/>
                <a:gd name="T52" fmla="*/ 2 w 2"/>
                <a:gd name="T53" fmla="*/ 1328 h 2440"/>
                <a:gd name="T54" fmla="*/ 0 w 2"/>
                <a:gd name="T55" fmla="*/ 1291 h 2440"/>
                <a:gd name="T56" fmla="*/ 0 w 2"/>
                <a:gd name="T57" fmla="*/ 1259 h 2440"/>
                <a:gd name="T58" fmla="*/ 2 w 2"/>
                <a:gd name="T59" fmla="*/ 1222 h 2440"/>
                <a:gd name="T60" fmla="*/ 2 w 2"/>
                <a:gd name="T61" fmla="*/ 1167 h 2440"/>
                <a:gd name="T62" fmla="*/ 2 w 2"/>
                <a:gd name="T63" fmla="*/ 1125 h 2440"/>
                <a:gd name="T64" fmla="*/ 0 w 2"/>
                <a:gd name="T65" fmla="*/ 1088 h 2440"/>
                <a:gd name="T66" fmla="*/ 0 w 2"/>
                <a:gd name="T67" fmla="*/ 1056 h 2440"/>
                <a:gd name="T68" fmla="*/ 2 w 2"/>
                <a:gd name="T69" fmla="*/ 1019 h 2440"/>
                <a:gd name="T70" fmla="*/ 2 w 2"/>
                <a:gd name="T71" fmla="*/ 964 h 2440"/>
                <a:gd name="T72" fmla="*/ 2 w 2"/>
                <a:gd name="T73" fmla="*/ 922 h 2440"/>
                <a:gd name="T74" fmla="*/ 0 w 2"/>
                <a:gd name="T75" fmla="*/ 885 h 2440"/>
                <a:gd name="T76" fmla="*/ 0 w 2"/>
                <a:gd name="T77" fmla="*/ 853 h 2440"/>
                <a:gd name="T78" fmla="*/ 2 w 2"/>
                <a:gd name="T79" fmla="*/ 816 h 2440"/>
                <a:gd name="T80" fmla="*/ 2 w 2"/>
                <a:gd name="T81" fmla="*/ 761 h 2440"/>
                <a:gd name="T82" fmla="*/ 2 w 2"/>
                <a:gd name="T83" fmla="*/ 719 h 2440"/>
                <a:gd name="T84" fmla="*/ 0 w 2"/>
                <a:gd name="T85" fmla="*/ 682 h 2440"/>
                <a:gd name="T86" fmla="*/ 0 w 2"/>
                <a:gd name="T87" fmla="*/ 650 h 2440"/>
                <a:gd name="T88" fmla="*/ 2 w 2"/>
                <a:gd name="T89" fmla="*/ 613 h 2440"/>
                <a:gd name="T90" fmla="*/ 2 w 2"/>
                <a:gd name="T91" fmla="*/ 558 h 2440"/>
                <a:gd name="T92" fmla="*/ 2 w 2"/>
                <a:gd name="T93" fmla="*/ 516 h 2440"/>
                <a:gd name="T94" fmla="*/ 0 w 2"/>
                <a:gd name="T95" fmla="*/ 479 h 2440"/>
                <a:gd name="T96" fmla="*/ 0 w 2"/>
                <a:gd name="T97" fmla="*/ 447 h 2440"/>
                <a:gd name="T98" fmla="*/ 2 w 2"/>
                <a:gd name="T99" fmla="*/ 410 h 2440"/>
                <a:gd name="T100" fmla="*/ 2 w 2"/>
                <a:gd name="T101" fmla="*/ 355 h 2440"/>
                <a:gd name="T102" fmla="*/ 2 w 2"/>
                <a:gd name="T103" fmla="*/ 313 h 2440"/>
                <a:gd name="T104" fmla="*/ 0 w 2"/>
                <a:gd name="T105" fmla="*/ 276 h 2440"/>
                <a:gd name="T106" fmla="*/ 0 w 2"/>
                <a:gd name="T107" fmla="*/ 244 h 2440"/>
                <a:gd name="T108" fmla="*/ 2 w 2"/>
                <a:gd name="T109" fmla="*/ 207 h 2440"/>
                <a:gd name="T110" fmla="*/ 2 w 2"/>
                <a:gd name="T111" fmla="*/ 152 h 2440"/>
                <a:gd name="T112" fmla="*/ 2 w 2"/>
                <a:gd name="T113" fmla="*/ 110 h 2440"/>
                <a:gd name="T114" fmla="*/ 0 w 2"/>
                <a:gd name="T115" fmla="*/ 73 h 2440"/>
                <a:gd name="T116" fmla="*/ 0 w 2"/>
                <a:gd name="T117" fmla="*/ 41 h 2440"/>
                <a:gd name="T118" fmla="*/ 2 w 2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" h="2440">
                  <a:moveTo>
                    <a:pt x="2" y="2421"/>
                  </a:moveTo>
                  <a:lnTo>
                    <a:pt x="2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2" y="2421"/>
                  </a:lnTo>
                  <a:close/>
                  <a:moveTo>
                    <a:pt x="2" y="2403"/>
                  </a:moveTo>
                  <a:lnTo>
                    <a:pt x="2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2" y="2403"/>
                  </a:lnTo>
                  <a:close/>
                  <a:moveTo>
                    <a:pt x="2" y="2384"/>
                  </a:moveTo>
                  <a:lnTo>
                    <a:pt x="2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2" y="2384"/>
                  </a:lnTo>
                  <a:close/>
                  <a:moveTo>
                    <a:pt x="2" y="2366"/>
                  </a:moveTo>
                  <a:lnTo>
                    <a:pt x="2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2" y="2366"/>
                  </a:lnTo>
                  <a:close/>
                  <a:moveTo>
                    <a:pt x="2" y="2347"/>
                  </a:moveTo>
                  <a:lnTo>
                    <a:pt x="2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2" y="2347"/>
                  </a:lnTo>
                  <a:close/>
                  <a:moveTo>
                    <a:pt x="2" y="2329"/>
                  </a:moveTo>
                  <a:lnTo>
                    <a:pt x="2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2" y="2329"/>
                  </a:lnTo>
                  <a:close/>
                  <a:moveTo>
                    <a:pt x="2" y="2310"/>
                  </a:moveTo>
                  <a:lnTo>
                    <a:pt x="2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2" y="2310"/>
                  </a:lnTo>
                  <a:close/>
                  <a:moveTo>
                    <a:pt x="2" y="2292"/>
                  </a:moveTo>
                  <a:lnTo>
                    <a:pt x="2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2" y="2292"/>
                  </a:lnTo>
                  <a:close/>
                  <a:moveTo>
                    <a:pt x="2" y="2274"/>
                  </a:moveTo>
                  <a:lnTo>
                    <a:pt x="2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2" y="2274"/>
                  </a:lnTo>
                  <a:close/>
                  <a:moveTo>
                    <a:pt x="2" y="2255"/>
                  </a:moveTo>
                  <a:lnTo>
                    <a:pt x="2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2" y="2255"/>
                  </a:lnTo>
                  <a:close/>
                  <a:moveTo>
                    <a:pt x="2" y="2237"/>
                  </a:moveTo>
                  <a:lnTo>
                    <a:pt x="2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2" y="2237"/>
                  </a:lnTo>
                  <a:close/>
                  <a:moveTo>
                    <a:pt x="2" y="2218"/>
                  </a:moveTo>
                  <a:lnTo>
                    <a:pt x="2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2" y="2218"/>
                  </a:lnTo>
                  <a:close/>
                  <a:moveTo>
                    <a:pt x="2" y="2200"/>
                  </a:moveTo>
                  <a:lnTo>
                    <a:pt x="2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2" y="2200"/>
                  </a:lnTo>
                  <a:close/>
                  <a:moveTo>
                    <a:pt x="2" y="2181"/>
                  </a:moveTo>
                  <a:lnTo>
                    <a:pt x="2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2" y="2181"/>
                  </a:lnTo>
                  <a:close/>
                  <a:moveTo>
                    <a:pt x="2" y="2163"/>
                  </a:moveTo>
                  <a:lnTo>
                    <a:pt x="2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2" y="2163"/>
                  </a:lnTo>
                  <a:close/>
                  <a:moveTo>
                    <a:pt x="2" y="2144"/>
                  </a:moveTo>
                  <a:lnTo>
                    <a:pt x="2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2" y="2144"/>
                  </a:lnTo>
                  <a:close/>
                  <a:moveTo>
                    <a:pt x="2" y="2126"/>
                  </a:moveTo>
                  <a:lnTo>
                    <a:pt x="2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2" y="2126"/>
                  </a:lnTo>
                  <a:close/>
                  <a:moveTo>
                    <a:pt x="2" y="2107"/>
                  </a:moveTo>
                  <a:lnTo>
                    <a:pt x="2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2" y="2107"/>
                  </a:lnTo>
                  <a:close/>
                  <a:moveTo>
                    <a:pt x="2" y="2089"/>
                  </a:moveTo>
                  <a:lnTo>
                    <a:pt x="2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2" y="2089"/>
                  </a:lnTo>
                  <a:close/>
                  <a:moveTo>
                    <a:pt x="2" y="2071"/>
                  </a:moveTo>
                  <a:lnTo>
                    <a:pt x="2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2" y="2071"/>
                  </a:lnTo>
                  <a:close/>
                  <a:moveTo>
                    <a:pt x="2" y="2052"/>
                  </a:moveTo>
                  <a:lnTo>
                    <a:pt x="2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2" y="2052"/>
                  </a:lnTo>
                  <a:close/>
                  <a:moveTo>
                    <a:pt x="2" y="2034"/>
                  </a:moveTo>
                  <a:lnTo>
                    <a:pt x="2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2" y="2034"/>
                  </a:lnTo>
                  <a:close/>
                  <a:moveTo>
                    <a:pt x="2" y="2015"/>
                  </a:moveTo>
                  <a:lnTo>
                    <a:pt x="2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2" y="2015"/>
                  </a:lnTo>
                  <a:close/>
                  <a:moveTo>
                    <a:pt x="2" y="1997"/>
                  </a:moveTo>
                  <a:lnTo>
                    <a:pt x="2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2" y="1997"/>
                  </a:lnTo>
                  <a:close/>
                  <a:moveTo>
                    <a:pt x="2" y="1978"/>
                  </a:moveTo>
                  <a:lnTo>
                    <a:pt x="2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2" y="1978"/>
                  </a:lnTo>
                  <a:close/>
                  <a:moveTo>
                    <a:pt x="2" y="1960"/>
                  </a:moveTo>
                  <a:lnTo>
                    <a:pt x="2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2" y="1960"/>
                  </a:lnTo>
                  <a:close/>
                  <a:moveTo>
                    <a:pt x="2" y="1941"/>
                  </a:moveTo>
                  <a:lnTo>
                    <a:pt x="2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2" y="1941"/>
                  </a:lnTo>
                  <a:close/>
                  <a:moveTo>
                    <a:pt x="2" y="1923"/>
                  </a:moveTo>
                  <a:lnTo>
                    <a:pt x="2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2" y="1923"/>
                  </a:lnTo>
                  <a:close/>
                  <a:moveTo>
                    <a:pt x="2" y="1905"/>
                  </a:moveTo>
                  <a:lnTo>
                    <a:pt x="2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2" y="1905"/>
                  </a:lnTo>
                  <a:close/>
                  <a:moveTo>
                    <a:pt x="2" y="1886"/>
                  </a:moveTo>
                  <a:lnTo>
                    <a:pt x="2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2" y="1886"/>
                  </a:lnTo>
                  <a:close/>
                  <a:moveTo>
                    <a:pt x="2" y="1868"/>
                  </a:moveTo>
                  <a:lnTo>
                    <a:pt x="2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2" y="1868"/>
                  </a:lnTo>
                  <a:close/>
                  <a:moveTo>
                    <a:pt x="2" y="1849"/>
                  </a:moveTo>
                  <a:lnTo>
                    <a:pt x="2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2" y="1849"/>
                  </a:lnTo>
                  <a:close/>
                  <a:moveTo>
                    <a:pt x="2" y="1831"/>
                  </a:moveTo>
                  <a:lnTo>
                    <a:pt x="2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2" y="1831"/>
                  </a:lnTo>
                  <a:close/>
                  <a:moveTo>
                    <a:pt x="2" y="1812"/>
                  </a:moveTo>
                  <a:lnTo>
                    <a:pt x="2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2" y="1812"/>
                  </a:lnTo>
                  <a:close/>
                  <a:moveTo>
                    <a:pt x="2" y="1794"/>
                  </a:moveTo>
                  <a:lnTo>
                    <a:pt x="2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2" y="1794"/>
                  </a:lnTo>
                  <a:close/>
                  <a:moveTo>
                    <a:pt x="2" y="1775"/>
                  </a:moveTo>
                  <a:lnTo>
                    <a:pt x="2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2" y="1775"/>
                  </a:lnTo>
                  <a:close/>
                  <a:moveTo>
                    <a:pt x="2" y="1757"/>
                  </a:moveTo>
                  <a:lnTo>
                    <a:pt x="2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2" y="1757"/>
                  </a:lnTo>
                  <a:close/>
                  <a:moveTo>
                    <a:pt x="2" y="1739"/>
                  </a:moveTo>
                  <a:lnTo>
                    <a:pt x="2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2" y="1739"/>
                  </a:lnTo>
                  <a:close/>
                  <a:moveTo>
                    <a:pt x="2" y="1720"/>
                  </a:moveTo>
                  <a:lnTo>
                    <a:pt x="2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2" y="1720"/>
                  </a:lnTo>
                  <a:close/>
                  <a:moveTo>
                    <a:pt x="2" y="1702"/>
                  </a:moveTo>
                  <a:lnTo>
                    <a:pt x="2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2" y="1702"/>
                  </a:lnTo>
                  <a:close/>
                  <a:moveTo>
                    <a:pt x="2" y="1683"/>
                  </a:moveTo>
                  <a:lnTo>
                    <a:pt x="2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2" y="1683"/>
                  </a:lnTo>
                  <a:close/>
                  <a:moveTo>
                    <a:pt x="2" y="1665"/>
                  </a:moveTo>
                  <a:lnTo>
                    <a:pt x="2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2" y="1665"/>
                  </a:lnTo>
                  <a:close/>
                  <a:moveTo>
                    <a:pt x="2" y="1646"/>
                  </a:moveTo>
                  <a:lnTo>
                    <a:pt x="2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2" y="1646"/>
                  </a:lnTo>
                  <a:close/>
                  <a:moveTo>
                    <a:pt x="2" y="1628"/>
                  </a:moveTo>
                  <a:lnTo>
                    <a:pt x="2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2" y="1628"/>
                  </a:lnTo>
                  <a:close/>
                  <a:moveTo>
                    <a:pt x="2" y="1609"/>
                  </a:moveTo>
                  <a:lnTo>
                    <a:pt x="2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2" y="1609"/>
                  </a:lnTo>
                  <a:close/>
                  <a:moveTo>
                    <a:pt x="2" y="1591"/>
                  </a:moveTo>
                  <a:lnTo>
                    <a:pt x="2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2" y="1591"/>
                  </a:lnTo>
                  <a:close/>
                  <a:moveTo>
                    <a:pt x="2" y="1572"/>
                  </a:moveTo>
                  <a:lnTo>
                    <a:pt x="2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2" y="1572"/>
                  </a:lnTo>
                  <a:close/>
                  <a:moveTo>
                    <a:pt x="2" y="1554"/>
                  </a:moveTo>
                  <a:lnTo>
                    <a:pt x="2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2" y="1554"/>
                  </a:lnTo>
                  <a:close/>
                  <a:moveTo>
                    <a:pt x="2" y="1536"/>
                  </a:moveTo>
                  <a:lnTo>
                    <a:pt x="2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2" y="1536"/>
                  </a:lnTo>
                  <a:close/>
                  <a:moveTo>
                    <a:pt x="2" y="1517"/>
                  </a:moveTo>
                  <a:lnTo>
                    <a:pt x="2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2" y="1517"/>
                  </a:lnTo>
                  <a:close/>
                  <a:moveTo>
                    <a:pt x="2" y="1499"/>
                  </a:moveTo>
                  <a:lnTo>
                    <a:pt x="2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2" y="1499"/>
                  </a:lnTo>
                  <a:close/>
                  <a:moveTo>
                    <a:pt x="2" y="1480"/>
                  </a:moveTo>
                  <a:lnTo>
                    <a:pt x="2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2" y="1480"/>
                  </a:lnTo>
                  <a:close/>
                  <a:moveTo>
                    <a:pt x="2" y="1462"/>
                  </a:moveTo>
                  <a:lnTo>
                    <a:pt x="2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2" y="1462"/>
                  </a:lnTo>
                  <a:close/>
                  <a:moveTo>
                    <a:pt x="2" y="1443"/>
                  </a:moveTo>
                  <a:lnTo>
                    <a:pt x="2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2" y="1443"/>
                  </a:lnTo>
                  <a:close/>
                  <a:moveTo>
                    <a:pt x="2" y="1425"/>
                  </a:moveTo>
                  <a:lnTo>
                    <a:pt x="2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2" y="1425"/>
                  </a:lnTo>
                  <a:close/>
                  <a:moveTo>
                    <a:pt x="2" y="1406"/>
                  </a:moveTo>
                  <a:lnTo>
                    <a:pt x="2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2" y="1406"/>
                  </a:lnTo>
                  <a:close/>
                  <a:moveTo>
                    <a:pt x="2" y="1388"/>
                  </a:moveTo>
                  <a:lnTo>
                    <a:pt x="2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2" y="1388"/>
                  </a:lnTo>
                  <a:close/>
                  <a:moveTo>
                    <a:pt x="2" y="1370"/>
                  </a:moveTo>
                  <a:lnTo>
                    <a:pt x="2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2" y="1370"/>
                  </a:lnTo>
                  <a:close/>
                  <a:moveTo>
                    <a:pt x="2" y="1351"/>
                  </a:moveTo>
                  <a:lnTo>
                    <a:pt x="2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2" y="1351"/>
                  </a:lnTo>
                  <a:close/>
                  <a:moveTo>
                    <a:pt x="2" y="1333"/>
                  </a:moveTo>
                  <a:lnTo>
                    <a:pt x="2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2" y="1333"/>
                  </a:lnTo>
                  <a:close/>
                  <a:moveTo>
                    <a:pt x="2" y="1314"/>
                  </a:moveTo>
                  <a:lnTo>
                    <a:pt x="2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2" y="1314"/>
                  </a:lnTo>
                  <a:close/>
                  <a:moveTo>
                    <a:pt x="2" y="1296"/>
                  </a:moveTo>
                  <a:lnTo>
                    <a:pt x="2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2" y="1296"/>
                  </a:lnTo>
                  <a:close/>
                  <a:moveTo>
                    <a:pt x="2" y="1277"/>
                  </a:moveTo>
                  <a:lnTo>
                    <a:pt x="2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2" y="1277"/>
                  </a:lnTo>
                  <a:close/>
                  <a:moveTo>
                    <a:pt x="2" y="1259"/>
                  </a:moveTo>
                  <a:lnTo>
                    <a:pt x="2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2" y="1259"/>
                  </a:lnTo>
                  <a:close/>
                  <a:moveTo>
                    <a:pt x="2" y="1240"/>
                  </a:moveTo>
                  <a:lnTo>
                    <a:pt x="2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2" y="1240"/>
                  </a:lnTo>
                  <a:close/>
                  <a:moveTo>
                    <a:pt x="2" y="1222"/>
                  </a:moveTo>
                  <a:lnTo>
                    <a:pt x="2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2" y="1222"/>
                  </a:lnTo>
                  <a:close/>
                  <a:moveTo>
                    <a:pt x="2" y="1203"/>
                  </a:moveTo>
                  <a:lnTo>
                    <a:pt x="2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2" y="1203"/>
                  </a:lnTo>
                  <a:close/>
                  <a:moveTo>
                    <a:pt x="2" y="1185"/>
                  </a:moveTo>
                  <a:lnTo>
                    <a:pt x="2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2" y="1185"/>
                  </a:lnTo>
                  <a:close/>
                  <a:moveTo>
                    <a:pt x="2" y="1167"/>
                  </a:moveTo>
                  <a:lnTo>
                    <a:pt x="2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2" y="1167"/>
                  </a:lnTo>
                  <a:close/>
                  <a:moveTo>
                    <a:pt x="2" y="1148"/>
                  </a:moveTo>
                  <a:lnTo>
                    <a:pt x="2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2" y="1148"/>
                  </a:lnTo>
                  <a:close/>
                  <a:moveTo>
                    <a:pt x="2" y="1130"/>
                  </a:moveTo>
                  <a:lnTo>
                    <a:pt x="2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2" y="1130"/>
                  </a:lnTo>
                  <a:close/>
                  <a:moveTo>
                    <a:pt x="2" y="1111"/>
                  </a:moveTo>
                  <a:lnTo>
                    <a:pt x="2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2" y="1111"/>
                  </a:lnTo>
                  <a:close/>
                  <a:moveTo>
                    <a:pt x="2" y="1093"/>
                  </a:moveTo>
                  <a:lnTo>
                    <a:pt x="2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2" y="1093"/>
                  </a:lnTo>
                  <a:close/>
                  <a:moveTo>
                    <a:pt x="2" y="1074"/>
                  </a:moveTo>
                  <a:lnTo>
                    <a:pt x="2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2" y="1074"/>
                  </a:lnTo>
                  <a:close/>
                  <a:moveTo>
                    <a:pt x="2" y="1056"/>
                  </a:moveTo>
                  <a:lnTo>
                    <a:pt x="2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2" y="1056"/>
                  </a:lnTo>
                  <a:close/>
                  <a:moveTo>
                    <a:pt x="2" y="1037"/>
                  </a:moveTo>
                  <a:lnTo>
                    <a:pt x="2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2" y="1037"/>
                  </a:lnTo>
                  <a:close/>
                  <a:moveTo>
                    <a:pt x="2" y="1019"/>
                  </a:moveTo>
                  <a:lnTo>
                    <a:pt x="2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2" y="1019"/>
                  </a:lnTo>
                  <a:close/>
                  <a:moveTo>
                    <a:pt x="2" y="1001"/>
                  </a:moveTo>
                  <a:lnTo>
                    <a:pt x="2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2" y="1001"/>
                  </a:lnTo>
                  <a:close/>
                  <a:moveTo>
                    <a:pt x="2" y="982"/>
                  </a:moveTo>
                  <a:lnTo>
                    <a:pt x="2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2" y="982"/>
                  </a:lnTo>
                  <a:close/>
                  <a:moveTo>
                    <a:pt x="2" y="964"/>
                  </a:moveTo>
                  <a:lnTo>
                    <a:pt x="2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2" y="964"/>
                  </a:lnTo>
                  <a:close/>
                  <a:moveTo>
                    <a:pt x="2" y="945"/>
                  </a:moveTo>
                  <a:lnTo>
                    <a:pt x="2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2" y="945"/>
                  </a:lnTo>
                  <a:close/>
                  <a:moveTo>
                    <a:pt x="2" y="927"/>
                  </a:moveTo>
                  <a:lnTo>
                    <a:pt x="2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2" y="927"/>
                  </a:lnTo>
                  <a:close/>
                  <a:moveTo>
                    <a:pt x="2" y="908"/>
                  </a:moveTo>
                  <a:lnTo>
                    <a:pt x="2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2" y="908"/>
                  </a:lnTo>
                  <a:close/>
                  <a:moveTo>
                    <a:pt x="2" y="890"/>
                  </a:moveTo>
                  <a:lnTo>
                    <a:pt x="2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2" y="890"/>
                  </a:lnTo>
                  <a:close/>
                  <a:moveTo>
                    <a:pt x="2" y="871"/>
                  </a:moveTo>
                  <a:lnTo>
                    <a:pt x="2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2" y="871"/>
                  </a:lnTo>
                  <a:close/>
                  <a:moveTo>
                    <a:pt x="2" y="853"/>
                  </a:moveTo>
                  <a:lnTo>
                    <a:pt x="2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2" y="853"/>
                  </a:lnTo>
                  <a:close/>
                  <a:moveTo>
                    <a:pt x="2" y="834"/>
                  </a:moveTo>
                  <a:lnTo>
                    <a:pt x="2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2" y="834"/>
                  </a:lnTo>
                  <a:close/>
                  <a:moveTo>
                    <a:pt x="2" y="816"/>
                  </a:moveTo>
                  <a:lnTo>
                    <a:pt x="2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2" y="816"/>
                  </a:lnTo>
                  <a:close/>
                  <a:moveTo>
                    <a:pt x="2" y="798"/>
                  </a:moveTo>
                  <a:lnTo>
                    <a:pt x="2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2" y="798"/>
                  </a:lnTo>
                  <a:close/>
                  <a:moveTo>
                    <a:pt x="2" y="779"/>
                  </a:moveTo>
                  <a:lnTo>
                    <a:pt x="2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2" y="779"/>
                  </a:lnTo>
                  <a:close/>
                  <a:moveTo>
                    <a:pt x="2" y="761"/>
                  </a:moveTo>
                  <a:lnTo>
                    <a:pt x="2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2" y="761"/>
                  </a:lnTo>
                  <a:close/>
                  <a:moveTo>
                    <a:pt x="2" y="742"/>
                  </a:moveTo>
                  <a:lnTo>
                    <a:pt x="2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2" y="742"/>
                  </a:lnTo>
                  <a:close/>
                  <a:moveTo>
                    <a:pt x="2" y="724"/>
                  </a:moveTo>
                  <a:lnTo>
                    <a:pt x="2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2" y="724"/>
                  </a:lnTo>
                  <a:close/>
                  <a:moveTo>
                    <a:pt x="2" y="705"/>
                  </a:moveTo>
                  <a:lnTo>
                    <a:pt x="2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2" y="705"/>
                  </a:lnTo>
                  <a:close/>
                  <a:moveTo>
                    <a:pt x="2" y="687"/>
                  </a:moveTo>
                  <a:lnTo>
                    <a:pt x="2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2" y="687"/>
                  </a:lnTo>
                  <a:close/>
                  <a:moveTo>
                    <a:pt x="2" y="668"/>
                  </a:moveTo>
                  <a:lnTo>
                    <a:pt x="2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2" y="668"/>
                  </a:lnTo>
                  <a:close/>
                  <a:moveTo>
                    <a:pt x="2" y="650"/>
                  </a:moveTo>
                  <a:lnTo>
                    <a:pt x="2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2" y="650"/>
                  </a:lnTo>
                  <a:close/>
                  <a:moveTo>
                    <a:pt x="2" y="632"/>
                  </a:moveTo>
                  <a:lnTo>
                    <a:pt x="2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2" y="632"/>
                  </a:lnTo>
                  <a:close/>
                  <a:moveTo>
                    <a:pt x="2" y="613"/>
                  </a:moveTo>
                  <a:lnTo>
                    <a:pt x="2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2" y="613"/>
                  </a:lnTo>
                  <a:close/>
                  <a:moveTo>
                    <a:pt x="2" y="595"/>
                  </a:moveTo>
                  <a:lnTo>
                    <a:pt x="2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2" y="595"/>
                  </a:lnTo>
                  <a:close/>
                  <a:moveTo>
                    <a:pt x="2" y="576"/>
                  </a:moveTo>
                  <a:lnTo>
                    <a:pt x="2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2" y="576"/>
                  </a:lnTo>
                  <a:close/>
                  <a:moveTo>
                    <a:pt x="2" y="558"/>
                  </a:moveTo>
                  <a:lnTo>
                    <a:pt x="2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2" y="558"/>
                  </a:lnTo>
                  <a:close/>
                  <a:moveTo>
                    <a:pt x="2" y="539"/>
                  </a:moveTo>
                  <a:lnTo>
                    <a:pt x="2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2" y="539"/>
                  </a:lnTo>
                  <a:close/>
                  <a:moveTo>
                    <a:pt x="2" y="521"/>
                  </a:moveTo>
                  <a:lnTo>
                    <a:pt x="2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2" y="521"/>
                  </a:lnTo>
                  <a:close/>
                  <a:moveTo>
                    <a:pt x="2" y="502"/>
                  </a:moveTo>
                  <a:lnTo>
                    <a:pt x="2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2" y="502"/>
                  </a:lnTo>
                  <a:close/>
                  <a:moveTo>
                    <a:pt x="2" y="484"/>
                  </a:moveTo>
                  <a:lnTo>
                    <a:pt x="2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2" y="484"/>
                  </a:lnTo>
                  <a:close/>
                  <a:moveTo>
                    <a:pt x="2" y="465"/>
                  </a:moveTo>
                  <a:lnTo>
                    <a:pt x="2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2" y="465"/>
                  </a:lnTo>
                  <a:close/>
                  <a:moveTo>
                    <a:pt x="2" y="447"/>
                  </a:moveTo>
                  <a:lnTo>
                    <a:pt x="2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2" y="447"/>
                  </a:lnTo>
                  <a:close/>
                  <a:moveTo>
                    <a:pt x="2" y="429"/>
                  </a:moveTo>
                  <a:lnTo>
                    <a:pt x="2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2" y="429"/>
                  </a:lnTo>
                  <a:close/>
                  <a:moveTo>
                    <a:pt x="2" y="410"/>
                  </a:moveTo>
                  <a:lnTo>
                    <a:pt x="2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2" y="410"/>
                  </a:lnTo>
                  <a:close/>
                  <a:moveTo>
                    <a:pt x="2" y="392"/>
                  </a:moveTo>
                  <a:lnTo>
                    <a:pt x="2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2" y="392"/>
                  </a:lnTo>
                  <a:close/>
                  <a:moveTo>
                    <a:pt x="2" y="373"/>
                  </a:moveTo>
                  <a:lnTo>
                    <a:pt x="2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2" y="373"/>
                  </a:lnTo>
                  <a:close/>
                  <a:moveTo>
                    <a:pt x="2" y="355"/>
                  </a:moveTo>
                  <a:lnTo>
                    <a:pt x="2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2" y="355"/>
                  </a:lnTo>
                  <a:close/>
                  <a:moveTo>
                    <a:pt x="2" y="336"/>
                  </a:moveTo>
                  <a:lnTo>
                    <a:pt x="2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2" y="336"/>
                  </a:lnTo>
                  <a:close/>
                  <a:moveTo>
                    <a:pt x="2" y="318"/>
                  </a:moveTo>
                  <a:lnTo>
                    <a:pt x="2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2" y="318"/>
                  </a:lnTo>
                  <a:close/>
                  <a:moveTo>
                    <a:pt x="2" y="299"/>
                  </a:moveTo>
                  <a:lnTo>
                    <a:pt x="2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2" y="299"/>
                  </a:lnTo>
                  <a:close/>
                  <a:moveTo>
                    <a:pt x="2" y="281"/>
                  </a:moveTo>
                  <a:lnTo>
                    <a:pt x="2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1"/>
                  </a:lnTo>
                  <a:close/>
                  <a:moveTo>
                    <a:pt x="2" y="263"/>
                  </a:moveTo>
                  <a:lnTo>
                    <a:pt x="2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2" y="263"/>
                  </a:lnTo>
                  <a:close/>
                  <a:moveTo>
                    <a:pt x="2" y="244"/>
                  </a:moveTo>
                  <a:lnTo>
                    <a:pt x="2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2" y="244"/>
                  </a:lnTo>
                  <a:close/>
                  <a:moveTo>
                    <a:pt x="2" y="226"/>
                  </a:moveTo>
                  <a:lnTo>
                    <a:pt x="2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2" y="226"/>
                  </a:lnTo>
                  <a:close/>
                  <a:moveTo>
                    <a:pt x="2" y="207"/>
                  </a:moveTo>
                  <a:lnTo>
                    <a:pt x="2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2" y="207"/>
                  </a:lnTo>
                  <a:close/>
                  <a:moveTo>
                    <a:pt x="2" y="189"/>
                  </a:moveTo>
                  <a:lnTo>
                    <a:pt x="2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2" y="189"/>
                  </a:lnTo>
                  <a:close/>
                  <a:moveTo>
                    <a:pt x="2" y="170"/>
                  </a:moveTo>
                  <a:lnTo>
                    <a:pt x="2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2" y="170"/>
                  </a:lnTo>
                  <a:close/>
                  <a:moveTo>
                    <a:pt x="2" y="152"/>
                  </a:moveTo>
                  <a:lnTo>
                    <a:pt x="2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2" y="152"/>
                  </a:lnTo>
                  <a:close/>
                  <a:moveTo>
                    <a:pt x="2" y="133"/>
                  </a:moveTo>
                  <a:lnTo>
                    <a:pt x="2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2" y="133"/>
                  </a:lnTo>
                  <a:close/>
                  <a:moveTo>
                    <a:pt x="2" y="115"/>
                  </a:moveTo>
                  <a:lnTo>
                    <a:pt x="2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5"/>
                  </a:lnTo>
                  <a:close/>
                  <a:moveTo>
                    <a:pt x="2" y="97"/>
                  </a:moveTo>
                  <a:lnTo>
                    <a:pt x="2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2" y="97"/>
                  </a:lnTo>
                  <a:close/>
                  <a:moveTo>
                    <a:pt x="2" y="78"/>
                  </a:moveTo>
                  <a:lnTo>
                    <a:pt x="2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78"/>
                  </a:lnTo>
                  <a:close/>
                  <a:moveTo>
                    <a:pt x="2" y="60"/>
                  </a:moveTo>
                  <a:lnTo>
                    <a:pt x="2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2" y="60"/>
                  </a:lnTo>
                  <a:close/>
                  <a:moveTo>
                    <a:pt x="2" y="41"/>
                  </a:moveTo>
                  <a:lnTo>
                    <a:pt x="2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2" y="41"/>
                  </a:lnTo>
                  <a:close/>
                  <a:moveTo>
                    <a:pt x="2" y="23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3"/>
                  </a:lnTo>
                  <a:close/>
                  <a:moveTo>
                    <a:pt x="2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" y="2440"/>
                  </a:moveTo>
                  <a:lnTo>
                    <a:pt x="2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2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Rectangle 23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Rectangle 24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25"/>
            <p:cNvSpPr>
              <a:spLocks noEditPoints="1"/>
            </p:cNvSpPr>
            <p:nvPr/>
          </p:nvSpPr>
          <p:spPr bwMode="auto">
            <a:xfrm>
              <a:off x="250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Rectangle 26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Rectangle 27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28"/>
            <p:cNvSpPr>
              <a:spLocks noEditPoints="1"/>
            </p:cNvSpPr>
            <p:nvPr/>
          </p:nvSpPr>
          <p:spPr bwMode="auto">
            <a:xfrm>
              <a:off x="256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Rectangle 29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Rectangle 30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31"/>
            <p:cNvSpPr>
              <a:spLocks noEditPoints="1"/>
            </p:cNvSpPr>
            <p:nvPr/>
          </p:nvSpPr>
          <p:spPr bwMode="auto">
            <a:xfrm>
              <a:off x="262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Rectangle 32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Rectangle 33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34"/>
            <p:cNvSpPr>
              <a:spLocks noEditPoints="1"/>
            </p:cNvSpPr>
            <p:nvPr/>
          </p:nvSpPr>
          <p:spPr bwMode="auto">
            <a:xfrm>
              <a:off x="267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Rectangle 35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Rectangle 36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37"/>
            <p:cNvSpPr>
              <a:spLocks noEditPoints="1"/>
            </p:cNvSpPr>
            <p:nvPr/>
          </p:nvSpPr>
          <p:spPr bwMode="auto">
            <a:xfrm>
              <a:off x="273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Rectangle 38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Rectangle 39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40"/>
            <p:cNvSpPr>
              <a:spLocks noEditPoints="1"/>
            </p:cNvSpPr>
            <p:nvPr/>
          </p:nvSpPr>
          <p:spPr bwMode="auto">
            <a:xfrm>
              <a:off x="279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Rectangle 41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Rectangle 42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43"/>
            <p:cNvSpPr>
              <a:spLocks noEditPoints="1"/>
            </p:cNvSpPr>
            <p:nvPr/>
          </p:nvSpPr>
          <p:spPr bwMode="auto">
            <a:xfrm>
              <a:off x="285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Rectangle 44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Rectangle 45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46"/>
            <p:cNvSpPr>
              <a:spLocks noEditPoints="1"/>
            </p:cNvSpPr>
            <p:nvPr/>
          </p:nvSpPr>
          <p:spPr bwMode="auto">
            <a:xfrm>
              <a:off x="290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Rectangle 47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Rectangle 48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49"/>
            <p:cNvSpPr>
              <a:spLocks noEditPoints="1"/>
            </p:cNvSpPr>
            <p:nvPr/>
          </p:nvSpPr>
          <p:spPr bwMode="auto">
            <a:xfrm>
              <a:off x="296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Rectangle 50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Rectangle 51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52"/>
            <p:cNvSpPr>
              <a:spLocks noEditPoints="1"/>
            </p:cNvSpPr>
            <p:nvPr/>
          </p:nvSpPr>
          <p:spPr bwMode="auto">
            <a:xfrm>
              <a:off x="302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Rectangle 53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Rectangle 54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55"/>
            <p:cNvSpPr>
              <a:spLocks noEditPoints="1"/>
            </p:cNvSpPr>
            <p:nvPr/>
          </p:nvSpPr>
          <p:spPr bwMode="auto">
            <a:xfrm>
              <a:off x="3076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Rectangle 56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Rectangle 57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58"/>
            <p:cNvSpPr>
              <a:spLocks noEditPoints="1"/>
            </p:cNvSpPr>
            <p:nvPr/>
          </p:nvSpPr>
          <p:spPr bwMode="auto">
            <a:xfrm>
              <a:off x="313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Rectangle 59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Rectangle 60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61"/>
            <p:cNvSpPr>
              <a:spLocks noEditPoints="1"/>
            </p:cNvSpPr>
            <p:nvPr/>
          </p:nvSpPr>
          <p:spPr bwMode="auto">
            <a:xfrm>
              <a:off x="319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Rectangle 62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Rectangle 63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64"/>
            <p:cNvSpPr>
              <a:spLocks noEditPoints="1"/>
            </p:cNvSpPr>
            <p:nvPr/>
          </p:nvSpPr>
          <p:spPr bwMode="auto">
            <a:xfrm>
              <a:off x="324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Rectangle 65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Rectangle 66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67"/>
            <p:cNvSpPr>
              <a:spLocks noEditPoints="1"/>
            </p:cNvSpPr>
            <p:nvPr/>
          </p:nvSpPr>
          <p:spPr bwMode="auto">
            <a:xfrm>
              <a:off x="330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Rectangle 68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Rectangle 69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70"/>
            <p:cNvSpPr>
              <a:spLocks noEditPoints="1"/>
            </p:cNvSpPr>
            <p:nvPr/>
          </p:nvSpPr>
          <p:spPr bwMode="auto">
            <a:xfrm>
              <a:off x="336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Rectangle 71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Rectangle 72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73"/>
            <p:cNvSpPr>
              <a:spLocks noEditPoints="1"/>
            </p:cNvSpPr>
            <p:nvPr/>
          </p:nvSpPr>
          <p:spPr bwMode="auto">
            <a:xfrm>
              <a:off x="341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Rectangle 74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Rectangle 75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76"/>
            <p:cNvSpPr>
              <a:spLocks noEditPoints="1"/>
            </p:cNvSpPr>
            <p:nvPr/>
          </p:nvSpPr>
          <p:spPr bwMode="auto">
            <a:xfrm>
              <a:off x="3473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Rectangle 77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Rectangle 78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79"/>
            <p:cNvSpPr>
              <a:spLocks noEditPoints="1"/>
            </p:cNvSpPr>
            <p:nvPr/>
          </p:nvSpPr>
          <p:spPr bwMode="auto">
            <a:xfrm>
              <a:off x="353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Rectangle 80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Rectangle 81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82"/>
            <p:cNvSpPr>
              <a:spLocks noEditPoints="1"/>
            </p:cNvSpPr>
            <p:nvPr/>
          </p:nvSpPr>
          <p:spPr bwMode="auto">
            <a:xfrm>
              <a:off x="358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Rectangle 83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Rectangle 84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85"/>
            <p:cNvSpPr>
              <a:spLocks noEditPoints="1"/>
            </p:cNvSpPr>
            <p:nvPr/>
          </p:nvSpPr>
          <p:spPr bwMode="auto">
            <a:xfrm>
              <a:off x="364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Rectangle 86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Rectangle 87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88"/>
            <p:cNvSpPr>
              <a:spLocks noEditPoints="1"/>
            </p:cNvSpPr>
            <p:nvPr/>
          </p:nvSpPr>
          <p:spPr bwMode="auto">
            <a:xfrm>
              <a:off x="370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Rectangle 89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Rectangle 90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91"/>
            <p:cNvSpPr>
              <a:spLocks noEditPoints="1"/>
            </p:cNvSpPr>
            <p:nvPr/>
          </p:nvSpPr>
          <p:spPr bwMode="auto">
            <a:xfrm>
              <a:off x="375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Rectangle 92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Rectangle 93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94"/>
            <p:cNvSpPr>
              <a:spLocks noEditPoints="1"/>
            </p:cNvSpPr>
            <p:nvPr/>
          </p:nvSpPr>
          <p:spPr bwMode="auto">
            <a:xfrm>
              <a:off x="381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Rectangle 95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Rectangle 96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97"/>
            <p:cNvSpPr>
              <a:spLocks noEditPoints="1"/>
            </p:cNvSpPr>
            <p:nvPr/>
          </p:nvSpPr>
          <p:spPr bwMode="auto">
            <a:xfrm>
              <a:off x="2172" y="333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Rectangle 98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Rectangle 99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100"/>
            <p:cNvSpPr>
              <a:spLocks noEditPoints="1"/>
            </p:cNvSpPr>
            <p:nvPr/>
          </p:nvSpPr>
          <p:spPr bwMode="auto">
            <a:xfrm>
              <a:off x="2172" y="3273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Rectangle 101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Rectangle 102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103"/>
            <p:cNvSpPr>
              <a:spLocks noEditPoints="1"/>
            </p:cNvSpPr>
            <p:nvPr/>
          </p:nvSpPr>
          <p:spPr bwMode="auto">
            <a:xfrm>
              <a:off x="2172" y="3217"/>
              <a:ext cx="1643" cy="2"/>
            </a:xfrm>
            <a:custGeom>
              <a:avLst/>
              <a:gdLst>
                <a:gd name="T0" fmla="*/ 1602 w 1643"/>
                <a:gd name="T1" fmla="*/ 2 h 2"/>
                <a:gd name="T2" fmla="*/ 1570 w 1643"/>
                <a:gd name="T3" fmla="*/ 0 h 2"/>
                <a:gd name="T4" fmla="*/ 1551 w 1643"/>
                <a:gd name="T5" fmla="*/ 2 h 2"/>
                <a:gd name="T6" fmla="*/ 1510 w 1643"/>
                <a:gd name="T7" fmla="*/ 0 h 2"/>
                <a:gd name="T8" fmla="*/ 1496 w 1643"/>
                <a:gd name="T9" fmla="*/ 0 h 2"/>
                <a:gd name="T10" fmla="*/ 1455 w 1643"/>
                <a:gd name="T11" fmla="*/ 2 h 2"/>
                <a:gd name="T12" fmla="*/ 1422 w 1643"/>
                <a:gd name="T13" fmla="*/ 0 h 2"/>
                <a:gd name="T14" fmla="*/ 1404 w 1643"/>
                <a:gd name="T15" fmla="*/ 2 h 2"/>
                <a:gd name="T16" fmla="*/ 1363 w 1643"/>
                <a:gd name="T17" fmla="*/ 0 h 2"/>
                <a:gd name="T18" fmla="*/ 1349 w 1643"/>
                <a:gd name="T19" fmla="*/ 0 h 2"/>
                <a:gd name="T20" fmla="*/ 1307 w 1643"/>
                <a:gd name="T21" fmla="*/ 2 h 2"/>
                <a:gd name="T22" fmla="*/ 1275 w 1643"/>
                <a:gd name="T23" fmla="*/ 0 h 2"/>
                <a:gd name="T24" fmla="*/ 1257 w 1643"/>
                <a:gd name="T25" fmla="*/ 2 h 2"/>
                <a:gd name="T26" fmla="*/ 1215 w 1643"/>
                <a:gd name="T27" fmla="*/ 0 h 2"/>
                <a:gd name="T28" fmla="*/ 1202 w 1643"/>
                <a:gd name="T29" fmla="*/ 0 h 2"/>
                <a:gd name="T30" fmla="*/ 1160 w 1643"/>
                <a:gd name="T31" fmla="*/ 2 h 2"/>
                <a:gd name="T32" fmla="*/ 1128 w 1643"/>
                <a:gd name="T33" fmla="*/ 0 h 2"/>
                <a:gd name="T34" fmla="*/ 1110 w 1643"/>
                <a:gd name="T35" fmla="*/ 2 h 2"/>
                <a:gd name="T36" fmla="*/ 1068 w 1643"/>
                <a:gd name="T37" fmla="*/ 0 h 2"/>
                <a:gd name="T38" fmla="*/ 1054 w 1643"/>
                <a:gd name="T39" fmla="*/ 0 h 2"/>
                <a:gd name="T40" fmla="*/ 1013 w 1643"/>
                <a:gd name="T41" fmla="*/ 2 h 2"/>
                <a:gd name="T42" fmla="*/ 981 w 1643"/>
                <a:gd name="T43" fmla="*/ 0 h 2"/>
                <a:gd name="T44" fmla="*/ 962 w 1643"/>
                <a:gd name="T45" fmla="*/ 2 h 2"/>
                <a:gd name="T46" fmla="*/ 921 w 1643"/>
                <a:gd name="T47" fmla="*/ 0 h 2"/>
                <a:gd name="T48" fmla="*/ 907 w 1643"/>
                <a:gd name="T49" fmla="*/ 0 h 2"/>
                <a:gd name="T50" fmla="*/ 866 w 1643"/>
                <a:gd name="T51" fmla="*/ 2 h 2"/>
                <a:gd name="T52" fmla="*/ 833 w 1643"/>
                <a:gd name="T53" fmla="*/ 0 h 2"/>
                <a:gd name="T54" fmla="*/ 815 w 1643"/>
                <a:gd name="T55" fmla="*/ 2 h 2"/>
                <a:gd name="T56" fmla="*/ 774 w 1643"/>
                <a:gd name="T57" fmla="*/ 0 h 2"/>
                <a:gd name="T58" fmla="*/ 760 w 1643"/>
                <a:gd name="T59" fmla="*/ 0 h 2"/>
                <a:gd name="T60" fmla="*/ 718 w 1643"/>
                <a:gd name="T61" fmla="*/ 2 h 2"/>
                <a:gd name="T62" fmla="*/ 686 w 1643"/>
                <a:gd name="T63" fmla="*/ 0 h 2"/>
                <a:gd name="T64" fmla="*/ 668 w 1643"/>
                <a:gd name="T65" fmla="*/ 2 h 2"/>
                <a:gd name="T66" fmla="*/ 626 w 1643"/>
                <a:gd name="T67" fmla="*/ 0 h 2"/>
                <a:gd name="T68" fmla="*/ 613 w 1643"/>
                <a:gd name="T69" fmla="*/ 0 h 2"/>
                <a:gd name="T70" fmla="*/ 571 w 1643"/>
                <a:gd name="T71" fmla="*/ 2 h 2"/>
                <a:gd name="T72" fmla="*/ 539 w 1643"/>
                <a:gd name="T73" fmla="*/ 0 h 2"/>
                <a:gd name="T74" fmla="*/ 520 w 1643"/>
                <a:gd name="T75" fmla="*/ 2 h 2"/>
                <a:gd name="T76" fmla="*/ 479 w 1643"/>
                <a:gd name="T77" fmla="*/ 0 h 2"/>
                <a:gd name="T78" fmla="*/ 465 w 1643"/>
                <a:gd name="T79" fmla="*/ 0 h 2"/>
                <a:gd name="T80" fmla="*/ 424 w 1643"/>
                <a:gd name="T81" fmla="*/ 2 h 2"/>
                <a:gd name="T82" fmla="*/ 392 w 1643"/>
                <a:gd name="T83" fmla="*/ 0 h 2"/>
                <a:gd name="T84" fmla="*/ 373 w 1643"/>
                <a:gd name="T85" fmla="*/ 2 h 2"/>
                <a:gd name="T86" fmla="*/ 332 w 1643"/>
                <a:gd name="T87" fmla="*/ 0 h 2"/>
                <a:gd name="T88" fmla="*/ 318 w 1643"/>
                <a:gd name="T89" fmla="*/ 0 h 2"/>
                <a:gd name="T90" fmla="*/ 277 w 1643"/>
                <a:gd name="T91" fmla="*/ 2 h 2"/>
                <a:gd name="T92" fmla="*/ 244 w 1643"/>
                <a:gd name="T93" fmla="*/ 0 h 2"/>
                <a:gd name="T94" fmla="*/ 226 w 1643"/>
                <a:gd name="T95" fmla="*/ 2 h 2"/>
                <a:gd name="T96" fmla="*/ 185 w 1643"/>
                <a:gd name="T97" fmla="*/ 0 h 2"/>
                <a:gd name="T98" fmla="*/ 171 w 1643"/>
                <a:gd name="T99" fmla="*/ 0 h 2"/>
                <a:gd name="T100" fmla="*/ 129 w 1643"/>
                <a:gd name="T101" fmla="*/ 2 h 2"/>
                <a:gd name="T102" fmla="*/ 97 w 1643"/>
                <a:gd name="T103" fmla="*/ 0 h 2"/>
                <a:gd name="T104" fmla="*/ 79 w 1643"/>
                <a:gd name="T105" fmla="*/ 2 h 2"/>
                <a:gd name="T106" fmla="*/ 37 w 1643"/>
                <a:gd name="T107" fmla="*/ 0 h 2"/>
                <a:gd name="T108" fmla="*/ 23 w 1643"/>
                <a:gd name="T109" fmla="*/ 0 h 2"/>
                <a:gd name="T110" fmla="*/ 1639 w 1643"/>
                <a:gd name="T1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2">
                  <a:moveTo>
                    <a:pt x="1625" y="0"/>
                  </a:moveTo>
                  <a:lnTo>
                    <a:pt x="1620" y="0"/>
                  </a:lnTo>
                  <a:lnTo>
                    <a:pt x="1620" y="2"/>
                  </a:lnTo>
                  <a:lnTo>
                    <a:pt x="1625" y="2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2"/>
                  </a:lnTo>
                  <a:lnTo>
                    <a:pt x="1607" y="2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2"/>
                  </a:lnTo>
                  <a:lnTo>
                    <a:pt x="1588" y="2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2"/>
                  </a:lnTo>
                  <a:lnTo>
                    <a:pt x="1570" y="2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2"/>
                  </a:lnTo>
                  <a:lnTo>
                    <a:pt x="1551" y="2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2"/>
                  </a:lnTo>
                  <a:lnTo>
                    <a:pt x="1533" y="2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2"/>
                  </a:lnTo>
                  <a:lnTo>
                    <a:pt x="1515" y="2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2"/>
                  </a:lnTo>
                  <a:lnTo>
                    <a:pt x="1496" y="2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2"/>
                  </a:lnTo>
                  <a:lnTo>
                    <a:pt x="1478" y="2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2"/>
                  </a:lnTo>
                  <a:lnTo>
                    <a:pt x="1459" y="2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2"/>
                  </a:lnTo>
                  <a:lnTo>
                    <a:pt x="1441" y="2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2"/>
                  </a:lnTo>
                  <a:lnTo>
                    <a:pt x="1422" y="2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2"/>
                  </a:lnTo>
                  <a:lnTo>
                    <a:pt x="1404" y="2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2"/>
                  </a:lnTo>
                  <a:lnTo>
                    <a:pt x="1386" y="2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2"/>
                  </a:lnTo>
                  <a:lnTo>
                    <a:pt x="1367" y="2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2"/>
                  </a:lnTo>
                  <a:lnTo>
                    <a:pt x="1349" y="2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2"/>
                  </a:lnTo>
                  <a:lnTo>
                    <a:pt x="1330" y="2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2"/>
                  </a:lnTo>
                  <a:lnTo>
                    <a:pt x="1312" y="2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2"/>
                  </a:lnTo>
                  <a:lnTo>
                    <a:pt x="1294" y="2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2"/>
                  </a:lnTo>
                  <a:lnTo>
                    <a:pt x="1275" y="2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2"/>
                  </a:lnTo>
                  <a:lnTo>
                    <a:pt x="1257" y="2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2"/>
                  </a:lnTo>
                  <a:lnTo>
                    <a:pt x="1238" y="2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2"/>
                  </a:lnTo>
                  <a:lnTo>
                    <a:pt x="1220" y="2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2"/>
                  </a:lnTo>
                  <a:lnTo>
                    <a:pt x="1202" y="2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2"/>
                  </a:lnTo>
                  <a:lnTo>
                    <a:pt x="1183" y="2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2"/>
                  </a:lnTo>
                  <a:lnTo>
                    <a:pt x="1165" y="2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2"/>
                  </a:lnTo>
                  <a:lnTo>
                    <a:pt x="1146" y="2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2"/>
                  </a:lnTo>
                  <a:lnTo>
                    <a:pt x="1128" y="2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2"/>
                  </a:lnTo>
                  <a:lnTo>
                    <a:pt x="1110" y="2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2"/>
                  </a:lnTo>
                  <a:lnTo>
                    <a:pt x="1091" y="2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2"/>
                  </a:lnTo>
                  <a:lnTo>
                    <a:pt x="1073" y="2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2"/>
                  </a:lnTo>
                  <a:lnTo>
                    <a:pt x="1054" y="2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2"/>
                  </a:lnTo>
                  <a:lnTo>
                    <a:pt x="1036" y="2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2"/>
                  </a:lnTo>
                  <a:lnTo>
                    <a:pt x="1017" y="2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2"/>
                  </a:lnTo>
                  <a:lnTo>
                    <a:pt x="999" y="2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2"/>
                  </a:lnTo>
                  <a:lnTo>
                    <a:pt x="981" y="2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2"/>
                  </a:lnTo>
                  <a:lnTo>
                    <a:pt x="962" y="2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2"/>
                  </a:lnTo>
                  <a:lnTo>
                    <a:pt x="944" y="2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2"/>
                  </a:lnTo>
                  <a:lnTo>
                    <a:pt x="925" y="2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2"/>
                  </a:lnTo>
                  <a:lnTo>
                    <a:pt x="907" y="2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2"/>
                  </a:lnTo>
                  <a:lnTo>
                    <a:pt x="889" y="2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2"/>
                  </a:lnTo>
                  <a:lnTo>
                    <a:pt x="870" y="2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2"/>
                  </a:lnTo>
                  <a:lnTo>
                    <a:pt x="852" y="2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2"/>
                  </a:lnTo>
                  <a:lnTo>
                    <a:pt x="833" y="2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2"/>
                  </a:lnTo>
                  <a:lnTo>
                    <a:pt x="815" y="2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2"/>
                  </a:lnTo>
                  <a:lnTo>
                    <a:pt x="797" y="2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2"/>
                  </a:lnTo>
                  <a:lnTo>
                    <a:pt x="778" y="2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2"/>
                  </a:lnTo>
                  <a:lnTo>
                    <a:pt x="760" y="2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2"/>
                  </a:lnTo>
                  <a:lnTo>
                    <a:pt x="741" y="2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2"/>
                  </a:lnTo>
                  <a:lnTo>
                    <a:pt x="723" y="2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2"/>
                  </a:lnTo>
                  <a:lnTo>
                    <a:pt x="705" y="2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2"/>
                  </a:lnTo>
                  <a:lnTo>
                    <a:pt x="686" y="2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2"/>
                  </a:lnTo>
                  <a:lnTo>
                    <a:pt x="668" y="2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2"/>
                  </a:lnTo>
                  <a:lnTo>
                    <a:pt x="649" y="2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2"/>
                  </a:lnTo>
                  <a:lnTo>
                    <a:pt x="631" y="2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2"/>
                  </a:lnTo>
                  <a:lnTo>
                    <a:pt x="613" y="2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2"/>
                  </a:lnTo>
                  <a:lnTo>
                    <a:pt x="594" y="2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2"/>
                  </a:lnTo>
                  <a:lnTo>
                    <a:pt x="576" y="2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2"/>
                  </a:lnTo>
                  <a:lnTo>
                    <a:pt x="557" y="2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2"/>
                  </a:lnTo>
                  <a:lnTo>
                    <a:pt x="539" y="2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2"/>
                  </a:lnTo>
                  <a:lnTo>
                    <a:pt x="520" y="2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2"/>
                  </a:lnTo>
                  <a:lnTo>
                    <a:pt x="502" y="2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2"/>
                  </a:lnTo>
                  <a:lnTo>
                    <a:pt x="484" y="2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2"/>
                  </a:lnTo>
                  <a:lnTo>
                    <a:pt x="465" y="2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2"/>
                  </a:lnTo>
                  <a:lnTo>
                    <a:pt x="447" y="2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2"/>
                  </a:lnTo>
                  <a:lnTo>
                    <a:pt x="428" y="2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2"/>
                  </a:lnTo>
                  <a:lnTo>
                    <a:pt x="410" y="2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2"/>
                  </a:lnTo>
                  <a:lnTo>
                    <a:pt x="392" y="2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2"/>
                  </a:lnTo>
                  <a:lnTo>
                    <a:pt x="373" y="2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2"/>
                  </a:lnTo>
                  <a:lnTo>
                    <a:pt x="355" y="2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2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2"/>
                  </a:lnTo>
                  <a:lnTo>
                    <a:pt x="318" y="2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2"/>
                  </a:lnTo>
                  <a:lnTo>
                    <a:pt x="300" y="2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2"/>
                  </a:lnTo>
                  <a:lnTo>
                    <a:pt x="263" y="2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2"/>
                  </a:lnTo>
                  <a:lnTo>
                    <a:pt x="244" y="2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2"/>
                  </a:lnTo>
                  <a:lnTo>
                    <a:pt x="226" y="2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2"/>
                  </a:lnTo>
                  <a:lnTo>
                    <a:pt x="208" y="2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2"/>
                  </a:lnTo>
                  <a:lnTo>
                    <a:pt x="189" y="2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2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2"/>
                  </a:lnTo>
                  <a:lnTo>
                    <a:pt x="115" y="2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2"/>
                  </a:lnTo>
                  <a:lnTo>
                    <a:pt x="97" y="2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42" y="2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23" y="2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2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2"/>
                  </a:lnTo>
                  <a:lnTo>
                    <a:pt x="1643" y="2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Rectangle 104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Rectangle 105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106"/>
            <p:cNvSpPr>
              <a:spLocks noEditPoints="1"/>
            </p:cNvSpPr>
            <p:nvPr/>
          </p:nvSpPr>
          <p:spPr bwMode="auto">
            <a:xfrm>
              <a:off x="2172" y="316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Rectangle 107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Rectangle 108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109"/>
            <p:cNvSpPr>
              <a:spLocks noEditPoints="1"/>
            </p:cNvSpPr>
            <p:nvPr/>
          </p:nvSpPr>
          <p:spPr bwMode="auto">
            <a:xfrm>
              <a:off x="2172" y="310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Rectangle 110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Rectangle 111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112"/>
            <p:cNvSpPr>
              <a:spLocks noEditPoints="1"/>
            </p:cNvSpPr>
            <p:nvPr/>
          </p:nvSpPr>
          <p:spPr bwMode="auto">
            <a:xfrm>
              <a:off x="2172" y="304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Rectangle 113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Rectangle 114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115"/>
            <p:cNvSpPr>
              <a:spLocks noEditPoints="1"/>
            </p:cNvSpPr>
            <p:nvPr/>
          </p:nvSpPr>
          <p:spPr bwMode="auto">
            <a:xfrm>
              <a:off x="2172" y="298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Rectangle 116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Rectangle 117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118"/>
            <p:cNvSpPr>
              <a:spLocks noEditPoints="1"/>
            </p:cNvSpPr>
            <p:nvPr/>
          </p:nvSpPr>
          <p:spPr bwMode="auto">
            <a:xfrm>
              <a:off x="2172" y="293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Rectangle 119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Rectangle 120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121"/>
            <p:cNvSpPr>
              <a:spLocks noEditPoints="1"/>
            </p:cNvSpPr>
            <p:nvPr/>
          </p:nvSpPr>
          <p:spPr bwMode="auto">
            <a:xfrm>
              <a:off x="2172" y="287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Rectangle 122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Rectangle 123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124"/>
            <p:cNvSpPr>
              <a:spLocks noEditPoints="1"/>
            </p:cNvSpPr>
            <p:nvPr/>
          </p:nvSpPr>
          <p:spPr bwMode="auto">
            <a:xfrm>
              <a:off x="2172" y="2818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Rectangle 125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Rectangle 126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127"/>
            <p:cNvSpPr>
              <a:spLocks noEditPoints="1"/>
            </p:cNvSpPr>
            <p:nvPr/>
          </p:nvSpPr>
          <p:spPr bwMode="auto">
            <a:xfrm>
              <a:off x="2172" y="276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Rectangle 128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Rectangle 129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130"/>
            <p:cNvSpPr>
              <a:spLocks noEditPoints="1"/>
            </p:cNvSpPr>
            <p:nvPr/>
          </p:nvSpPr>
          <p:spPr bwMode="auto">
            <a:xfrm>
              <a:off x="2172" y="270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Rectangle 131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Rectangle 132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133"/>
            <p:cNvSpPr>
              <a:spLocks noEditPoints="1"/>
            </p:cNvSpPr>
            <p:nvPr/>
          </p:nvSpPr>
          <p:spPr bwMode="auto">
            <a:xfrm>
              <a:off x="2172" y="264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Rectangle 134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Rectangle 135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136"/>
            <p:cNvSpPr>
              <a:spLocks noEditPoints="1"/>
            </p:cNvSpPr>
            <p:nvPr/>
          </p:nvSpPr>
          <p:spPr bwMode="auto">
            <a:xfrm>
              <a:off x="2172" y="259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Rectangle 137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Rectangle 138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139"/>
            <p:cNvSpPr>
              <a:spLocks noEditPoints="1"/>
            </p:cNvSpPr>
            <p:nvPr/>
          </p:nvSpPr>
          <p:spPr bwMode="auto">
            <a:xfrm>
              <a:off x="2172" y="253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Rectangle 140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Rectangle 141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142"/>
            <p:cNvSpPr>
              <a:spLocks noEditPoints="1"/>
            </p:cNvSpPr>
            <p:nvPr/>
          </p:nvSpPr>
          <p:spPr bwMode="auto">
            <a:xfrm>
              <a:off x="2172" y="2477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Rectangle 143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Rectangle 144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45"/>
            <p:cNvSpPr>
              <a:spLocks noEditPoints="1"/>
            </p:cNvSpPr>
            <p:nvPr/>
          </p:nvSpPr>
          <p:spPr bwMode="auto">
            <a:xfrm>
              <a:off x="2172" y="242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Rectangle 146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Rectangle 147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48"/>
            <p:cNvSpPr>
              <a:spLocks noEditPoints="1"/>
            </p:cNvSpPr>
            <p:nvPr/>
          </p:nvSpPr>
          <p:spPr bwMode="auto">
            <a:xfrm>
              <a:off x="2172" y="236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Rectangle 149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Rectangle 150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51"/>
            <p:cNvSpPr>
              <a:spLocks noEditPoints="1"/>
            </p:cNvSpPr>
            <p:nvPr/>
          </p:nvSpPr>
          <p:spPr bwMode="auto">
            <a:xfrm>
              <a:off x="2172" y="230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Rectangle 152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Rectangle 153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54"/>
            <p:cNvSpPr>
              <a:spLocks noEditPoints="1"/>
            </p:cNvSpPr>
            <p:nvPr/>
          </p:nvSpPr>
          <p:spPr bwMode="auto">
            <a:xfrm>
              <a:off x="2172" y="225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Rectangle 155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Rectangle 156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57"/>
            <p:cNvSpPr>
              <a:spLocks noEditPoints="1"/>
            </p:cNvSpPr>
            <p:nvPr/>
          </p:nvSpPr>
          <p:spPr bwMode="auto">
            <a:xfrm>
              <a:off x="2172" y="219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Rectangle 158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Rectangle 159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60"/>
            <p:cNvSpPr>
              <a:spLocks noEditPoints="1"/>
            </p:cNvSpPr>
            <p:nvPr/>
          </p:nvSpPr>
          <p:spPr bwMode="auto">
            <a:xfrm>
              <a:off x="2172" y="213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Rectangle 161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Rectangle 162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63"/>
            <p:cNvSpPr>
              <a:spLocks noEditPoints="1"/>
            </p:cNvSpPr>
            <p:nvPr/>
          </p:nvSpPr>
          <p:spPr bwMode="auto">
            <a:xfrm>
              <a:off x="2172" y="208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Rectangle 164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Rectangle 165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66"/>
            <p:cNvSpPr>
              <a:spLocks noEditPoints="1"/>
            </p:cNvSpPr>
            <p:nvPr/>
          </p:nvSpPr>
          <p:spPr bwMode="auto">
            <a:xfrm>
              <a:off x="2172" y="202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Rectangle 167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Rectangle 168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69"/>
            <p:cNvSpPr>
              <a:spLocks noEditPoints="1"/>
            </p:cNvSpPr>
            <p:nvPr/>
          </p:nvSpPr>
          <p:spPr bwMode="auto">
            <a:xfrm>
              <a:off x="2172" y="196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Rectangle 170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Rectangle 171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72"/>
            <p:cNvSpPr>
              <a:spLocks noEditPoints="1"/>
            </p:cNvSpPr>
            <p:nvPr/>
          </p:nvSpPr>
          <p:spPr bwMode="auto">
            <a:xfrm>
              <a:off x="2172" y="190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Rectangle 173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Rectangle 174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75"/>
            <p:cNvSpPr>
              <a:spLocks noEditPoints="1"/>
            </p:cNvSpPr>
            <p:nvPr/>
          </p:nvSpPr>
          <p:spPr bwMode="auto">
            <a:xfrm>
              <a:off x="2172" y="185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Rectangle 176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Rectangle 177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78"/>
            <p:cNvSpPr>
              <a:spLocks noEditPoints="1"/>
            </p:cNvSpPr>
            <p:nvPr/>
          </p:nvSpPr>
          <p:spPr bwMode="auto">
            <a:xfrm>
              <a:off x="2172" y="179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Rectangle 179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Rectangle 180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81"/>
            <p:cNvSpPr>
              <a:spLocks noEditPoints="1"/>
            </p:cNvSpPr>
            <p:nvPr/>
          </p:nvSpPr>
          <p:spPr bwMode="auto">
            <a:xfrm>
              <a:off x="2172" y="173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Rectangle 182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Rectangle 183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84"/>
            <p:cNvSpPr>
              <a:spLocks noEditPoints="1"/>
            </p:cNvSpPr>
            <p:nvPr/>
          </p:nvSpPr>
          <p:spPr bwMode="auto">
            <a:xfrm>
              <a:off x="2172" y="168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Rectangle 185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Rectangle 186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87"/>
            <p:cNvSpPr>
              <a:spLocks noEditPoints="1"/>
            </p:cNvSpPr>
            <p:nvPr/>
          </p:nvSpPr>
          <p:spPr bwMode="auto">
            <a:xfrm>
              <a:off x="2172" y="162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Rectangle 188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Rectangle 189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90"/>
            <p:cNvSpPr>
              <a:spLocks noEditPoints="1"/>
            </p:cNvSpPr>
            <p:nvPr/>
          </p:nvSpPr>
          <p:spPr bwMode="auto">
            <a:xfrm>
              <a:off x="2172" y="156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Rectangle 191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Rectangle 192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93"/>
            <p:cNvSpPr>
              <a:spLocks noEditPoints="1"/>
            </p:cNvSpPr>
            <p:nvPr/>
          </p:nvSpPr>
          <p:spPr bwMode="auto">
            <a:xfrm>
              <a:off x="2172" y="151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Rectangle 194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Rectangle 195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96"/>
            <p:cNvSpPr>
              <a:spLocks noEditPoints="1"/>
            </p:cNvSpPr>
            <p:nvPr/>
          </p:nvSpPr>
          <p:spPr bwMode="auto">
            <a:xfrm>
              <a:off x="2172" y="145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Rectangle 197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Rectangle 198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99"/>
            <p:cNvSpPr>
              <a:spLocks noEditPoints="1"/>
            </p:cNvSpPr>
            <p:nvPr/>
          </p:nvSpPr>
          <p:spPr bwMode="auto">
            <a:xfrm>
              <a:off x="2172" y="139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Rectangle 200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Rectangle 201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202"/>
            <p:cNvSpPr>
              <a:spLocks noEditPoints="1"/>
            </p:cNvSpPr>
            <p:nvPr/>
          </p:nvSpPr>
          <p:spPr bwMode="auto">
            <a:xfrm>
              <a:off x="2172" y="134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Rectangle 203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Rectangle 204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406"/>
          <p:cNvGrpSpPr>
            <a:grpSpLocks/>
          </p:cNvGrpSpPr>
          <p:nvPr/>
        </p:nvGrpSpPr>
        <p:grpSpPr bwMode="auto">
          <a:xfrm>
            <a:off x="3297237" y="1374776"/>
            <a:ext cx="2774950" cy="4105275"/>
            <a:chOff x="2077" y="866"/>
            <a:chExt cx="1748" cy="2586"/>
          </a:xfrm>
        </p:grpSpPr>
        <p:sp>
          <p:nvSpPr>
            <p:cNvPr id="733" name="Freeform 206"/>
            <p:cNvSpPr>
              <a:spLocks noEditPoints="1"/>
            </p:cNvSpPr>
            <p:nvPr/>
          </p:nvSpPr>
          <p:spPr bwMode="auto">
            <a:xfrm>
              <a:off x="2172" y="128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Rectangle 207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Rectangle 208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209"/>
            <p:cNvSpPr>
              <a:spLocks noEditPoints="1"/>
            </p:cNvSpPr>
            <p:nvPr/>
          </p:nvSpPr>
          <p:spPr bwMode="auto">
            <a:xfrm>
              <a:off x="2172" y="122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Rectangle 210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Rectangle 211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12"/>
            <p:cNvSpPr>
              <a:spLocks noEditPoints="1"/>
            </p:cNvSpPr>
            <p:nvPr/>
          </p:nvSpPr>
          <p:spPr bwMode="auto">
            <a:xfrm>
              <a:off x="2172" y="117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Rectangle 213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Rectangle 214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215"/>
            <p:cNvSpPr>
              <a:spLocks noEditPoints="1"/>
            </p:cNvSpPr>
            <p:nvPr/>
          </p:nvSpPr>
          <p:spPr bwMode="auto">
            <a:xfrm>
              <a:off x="2172" y="111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Rectangle 216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Rectangle 217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18"/>
            <p:cNvSpPr>
              <a:spLocks noEditPoints="1"/>
            </p:cNvSpPr>
            <p:nvPr/>
          </p:nvSpPr>
          <p:spPr bwMode="auto">
            <a:xfrm>
              <a:off x="2172" y="105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Rectangle 219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Rectangle 220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221"/>
            <p:cNvSpPr>
              <a:spLocks noEditPoints="1"/>
            </p:cNvSpPr>
            <p:nvPr/>
          </p:nvSpPr>
          <p:spPr bwMode="auto">
            <a:xfrm>
              <a:off x="2172" y="99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Rectangle 222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Rectangle 223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224"/>
            <p:cNvSpPr>
              <a:spLocks noEditPoints="1"/>
            </p:cNvSpPr>
            <p:nvPr/>
          </p:nvSpPr>
          <p:spPr bwMode="auto">
            <a:xfrm>
              <a:off x="2172" y="942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Rectangle 225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Rectangle 226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227"/>
            <p:cNvSpPr>
              <a:spLocks noEditPoints="1"/>
            </p:cNvSpPr>
            <p:nvPr/>
          </p:nvSpPr>
          <p:spPr bwMode="auto">
            <a:xfrm>
              <a:off x="2172" y="88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Rectangle 228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Line 229"/>
            <p:cNvSpPr>
              <a:spLocks noChangeShapeType="1"/>
            </p:cNvSpPr>
            <p:nvPr/>
          </p:nvSpPr>
          <p:spPr bwMode="auto">
            <a:xfrm>
              <a:off x="2170" y="3332"/>
              <a:ext cx="164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Line 230"/>
            <p:cNvSpPr>
              <a:spLocks noChangeShapeType="1"/>
            </p:cNvSpPr>
            <p:nvPr/>
          </p:nvSpPr>
          <p:spPr bwMode="auto">
            <a:xfrm flipV="1">
              <a:off x="2170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Line 231"/>
            <p:cNvSpPr>
              <a:spLocks noChangeShapeType="1"/>
            </p:cNvSpPr>
            <p:nvPr/>
          </p:nvSpPr>
          <p:spPr bwMode="auto">
            <a:xfrm flipV="1">
              <a:off x="2397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Line 232"/>
            <p:cNvSpPr>
              <a:spLocks noChangeShapeType="1"/>
            </p:cNvSpPr>
            <p:nvPr/>
          </p:nvSpPr>
          <p:spPr bwMode="auto">
            <a:xfrm flipV="1">
              <a:off x="2624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Line 233"/>
            <p:cNvSpPr>
              <a:spLocks noChangeShapeType="1"/>
            </p:cNvSpPr>
            <p:nvPr/>
          </p:nvSpPr>
          <p:spPr bwMode="auto">
            <a:xfrm flipV="1">
              <a:off x="2851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Line 234"/>
            <p:cNvSpPr>
              <a:spLocks noChangeShapeType="1"/>
            </p:cNvSpPr>
            <p:nvPr/>
          </p:nvSpPr>
          <p:spPr bwMode="auto">
            <a:xfrm flipV="1">
              <a:off x="3078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Line 235"/>
            <p:cNvSpPr>
              <a:spLocks noChangeShapeType="1"/>
            </p:cNvSpPr>
            <p:nvPr/>
          </p:nvSpPr>
          <p:spPr bwMode="auto">
            <a:xfrm flipV="1">
              <a:off x="3305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Line 236"/>
            <p:cNvSpPr>
              <a:spLocks noChangeShapeType="1"/>
            </p:cNvSpPr>
            <p:nvPr/>
          </p:nvSpPr>
          <p:spPr bwMode="auto">
            <a:xfrm flipV="1">
              <a:off x="3532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Line 237"/>
            <p:cNvSpPr>
              <a:spLocks noChangeShapeType="1"/>
            </p:cNvSpPr>
            <p:nvPr/>
          </p:nvSpPr>
          <p:spPr bwMode="auto">
            <a:xfrm flipV="1">
              <a:off x="3759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Rectangle 238"/>
            <p:cNvSpPr>
              <a:spLocks noChangeArrowheads="1"/>
            </p:cNvSpPr>
            <p:nvPr/>
          </p:nvSpPr>
          <p:spPr bwMode="auto">
            <a:xfrm>
              <a:off x="215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6" name="Rectangle 239"/>
            <p:cNvSpPr>
              <a:spLocks noChangeArrowheads="1"/>
            </p:cNvSpPr>
            <p:nvPr/>
          </p:nvSpPr>
          <p:spPr bwMode="auto">
            <a:xfrm>
              <a:off x="238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7" name="Rectangle 240"/>
            <p:cNvSpPr>
              <a:spLocks noChangeArrowheads="1"/>
            </p:cNvSpPr>
            <p:nvPr/>
          </p:nvSpPr>
          <p:spPr bwMode="auto">
            <a:xfrm>
              <a:off x="2606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8" name="Rectangle 241"/>
            <p:cNvSpPr>
              <a:spLocks noChangeArrowheads="1"/>
            </p:cNvSpPr>
            <p:nvPr/>
          </p:nvSpPr>
          <p:spPr bwMode="auto">
            <a:xfrm>
              <a:off x="2832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9" name="Rectangle 242"/>
            <p:cNvSpPr>
              <a:spLocks noChangeArrowheads="1"/>
            </p:cNvSpPr>
            <p:nvPr/>
          </p:nvSpPr>
          <p:spPr bwMode="auto">
            <a:xfrm>
              <a:off x="3057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0" name="Rectangle 243"/>
            <p:cNvSpPr>
              <a:spLocks noChangeArrowheads="1"/>
            </p:cNvSpPr>
            <p:nvPr/>
          </p:nvSpPr>
          <p:spPr bwMode="auto">
            <a:xfrm>
              <a:off x="3273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1" name="Rectangle 244"/>
            <p:cNvSpPr>
              <a:spLocks noChangeArrowheads="1"/>
            </p:cNvSpPr>
            <p:nvPr/>
          </p:nvSpPr>
          <p:spPr bwMode="auto">
            <a:xfrm>
              <a:off x="3499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2" name="Rectangle 245"/>
            <p:cNvSpPr>
              <a:spLocks noChangeArrowheads="1"/>
            </p:cNvSpPr>
            <p:nvPr/>
          </p:nvSpPr>
          <p:spPr bwMode="auto">
            <a:xfrm>
              <a:off x="3724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3" name="Line 246"/>
            <p:cNvSpPr>
              <a:spLocks noChangeShapeType="1"/>
            </p:cNvSpPr>
            <p:nvPr/>
          </p:nvSpPr>
          <p:spPr bwMode="auto">
            <a:xfrm flipV="1">
              <a:off x="2170" y="887"/>
              <a:ext cx="0" cy="244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Line 247"/>
            <p:cNvSpPr>
              <a:spLocks noChangeShapeType="1"/>
            </p:cNvSpPr>
            <p:nvPr/>
          </p:nvSpPr>
          <p:spPr bwMode="auto">
            <a:xfrm>
              <a:off x="2170" y="333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Line 248"/>
            <p:cNvSpPr>
              <a:spLocks noChangeShapeType="1"/>
            </p:cNvSpPr>
            <p:nvPr/>
          </p:nvSpPr>
          <p:spPr bwMode="auto">
            <a:xfrm>
              <a:off x="2170" y="3104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Line 249"/>
            <p:cNvSpPr>
              <a:spLocks noChangeShapeType="1"/>
            </p:cNvSpPr>
            <p:nvPr/>
          </p:nvSpPr>
          <p:spPr bwMode="auto">
            <a:xfrm>
              <a:off x="2170" y="287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Line 250"/>
            <p:cNvSpPr>
              <a:spLocks noChangeShapeType="1"/>
            </p:cNvSpPr>
            <p:nvPr/>
          </p:nvSpPr>
          <p:spPr bwMode="auto">
            <a:xfrm>
              <a:off x="2170" y="265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Line 251"/>
            <p:cNvSpPr>
              <a:spLocks noChangeShapeType="1"/>
            </p:cNvSpPr>
            <p:nvPr/>
          </p:nvSpPr>
          <p:spPr bwMode="auto">
            <a:xfrm>
              <a:off x="2170" y="242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Line 252"/>
            <p:cNvSpPr>
              <a:spLocks noChangeShapeType="1"/>
            </p:cNvSpPr>
            <p:nvPr/>
          </p:nvSpPr>
          <p:spPr bwMode="auto">
            <a:xfrm>
              <a:off x="2170" y="219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Line 253"/>
            <p:cNvSpPr>
              <a:spLocks noChangeShapeType="1"/>
            </p:cNvSpPr>
            <p:nvPr/>
          </p:nvSpPr>
          <p:spPr bwMode="auto">
            <a:xfrm>
              <a:off x="2170" y="196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Line 254"/>
            <p:cNvSpPr>
              <a:spLocks noChangeShapeType="1"/>
            </p:cNvSpPr>
            <p:nvPr/>
          </p:nvSpPr>
          <p:spPr bwMode="auto">
            <a:xfrm>
              <a:off x="2170" y="174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Line 255"/>
            <p:cNvSpPr>
              <a:spLocks noChangeShapeType="1"/>
            </p:cNvSpPr>
            <p:nvPr/>
          </p:nvSpPr>
          <p:spPr bwMode="auto">
            <a:xfrm>
              <a:off x="2170" y="1513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Line 256"/>
            <p:cNvSpPr>
              <a:spLocks noChangeShapeType="1"/>
            </p:cNvSpPr>
            <p:nvPr/>
          </p:nvSpPr>
          <p:spPr bwMode="auto">
            <a:xfrm>
              <a:off x="2170" y="128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Line 257"/>
            <p:cNvSpPr>
              <a:spLocks noChangeShapeType="1"/>
            </p:cNvSpPr>
            <p:nvPr/>
          </p:nvSpPr>
          <p:spPr bwMode="auto">
            <a:xfrm>
              <a:off x="2170" y="1058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Rectangle 258"/>
            <p:cNvSpPr>
              <a:spLocks noChangeArrowheads="1"/>
            </p:cNvSpPr>
            <p:nvPr/>
          </p:nvSpPr>
          <p:spPr bwMode="auto">
            <a:xfrm>
              <a:off x="2109" y="3300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86" name="Rectangle 259"/>
            <p:cNvSpPr>
              <a:spLocks noChangeArrowheads="1"/>
            </p:cNvSpPr>
            <p:nvPr/>
          </p:nvSpPr>
          <p:spPr bwMode="auto">
            <a:xfrm>
              <a:off x="2109" y="307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87" name="Rectangle 260"/>
            <p:cNvSpPr>
              <a:spLocks noChangeArrowheads="1"/>
            </p:cNvSpPr>
            <p:nvPr/>
          </p:nvSpPr>
          <p:spPr bwMode="auto">
            <a:xfrm>
              <a:off x="2109" y="2843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88" name="Rectangle 261"/>
            <p:cNvSpPr>
              <a:spLocks noChangeArrowheads="1"/>
            </p:cNvSpPr>
            <p:nvPr/>
          </p:nvSpPr>
          <p:spPr bwMode="auto">
            <a:xfrm>
              <a:off x="2109" y="2617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89" name="Rectangle 262"/>
            <p:cNvSpPr>
              <a:spLocks noChangeArrowheads="1"/>
            </p:cNvSpPr>
            <p:nvPr/>
          </p:nvSpPr>
          <p:spPr bwMode="auto">
            <a:xfrm>
              <a:off x="2109" y="2391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0" name="Rectangle 263"/>
            <p:cNvSpPr>
              <a:spLocks noChangeArrowheads="1"/>
            </p:cNvSpPr>
            <p:nvPr/>
          </p:nvSpPr>
          <p:spPr bwMode="auto">
            <a:xfrm>
              <a:off x="2077" y="2160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1" name="Rectangle 264"/>
            <p:cNvSpPr>
              <a:spLocks noChangeArrowheads="1"/>
            </p:cNvSpPr>
            <p:nvPr/>
          </p:nvSpPr>
          <p:spPr bwMode="auto">
            <a:xfrm>
              <a:off x="2077" y="193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2" name="Rectangle 265"/>
            <p:cNvSpPr>
              <a:spLocks noChangeArrowheads="1"/>
            </p:cNvSpPr>
            <p:nvPr/>
          </p:nvSpPr>
          <p:spPr bwMode="auto">
            <a:xfrm>
              <a:off x="2077" y="1708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3" name="Rectangle 266"/>
            <p:cNvSpPr>
              <a:spLocks noChangeArrowheads="1"/>
            </p:cNvSpPr>
            <p:nvPr/>
          </p:nvSpPr>
          <p:spPr bwMode="auto">
            <a:xfrm>
              <a:off x="2077" y="148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4" name="Rectangle 267"/>
            <p:cNvSpPr>
              <a:spLocks noChangeArrowheads="1"/>
            </p:cNvSpPr>
            <p:nvPr/>
          </p:nvSpPr>
          <p:spPr bwMode="auto">
            <a:xfrm>
              <a:off x="2077" y="125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5" name="Rectangle 268"/>
            <p:cNvSpPr>
              <a:spLocks noChangeArrowheads="1"/>
            </p:cNvSpPr>
            <p:nvPr/>
          </p:nvSpPr>
          <p:spPr bwMode="auto">
            <a:xfrm>
              <a:off x="2077" y="1026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6" name="Oval 26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7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71"/>
            <p:cNvSpPr>
              <a:spLocks/>
            </p:cNvSpPr>
            <p:nvPr/>
          </p:nvSpPr>
          <p:spPr bwMode="auto">
            <a:xfrm>
              <a:off x="2284" y="887"/>
              <a:ext cx="681" cy="1876"/>
            </a:xfrm>
            <a:custGeom>
              <a:avLst/>
              <a:gdLst>
                <a:gd name="T0" fmla="*/ 681 w 681"/>
                <a:gd name="T1" fmla="*/ 1308 h 1876"/>
                <a:gd name="T2" fmla="*/ 454 w 681"/>
                <a:gd name="T3" fmla="*/ 1535 h 1876"/>
                <a:gd name="T4" fmla="*/ 454 w 681"/>
                <a:gd name="T5" fmla="*/ 1763 h 1876"/>
                <a:gd name="T6" fmla="*/ 227 w 681"/>
                <a:gd name="T7" fmla="*/ 1649 h 1876"/>
                <a:gd name="T8" fmla="*/ 227 w 681"/>
                <a:gd name="T9" fmla="*/ 1876 h 1876"/>
                <a:gd name="T10" fmla="*/ 0 w 681"/>
                <a:gd name="T11" fmla="*/ 1876 h 1876"/>
                <a:gd name="T12" fmla="*/ 113 w 681"/>
                <a:gd name="T13" fmla="*/ 1649 h 1876"/>
                <a:gd name="T14" fmla="*/ 113 w 681"/>
                <a:gd name="T15" fmla="*/ 1308 h 1876"/>
                <a:gd name="T16" fmla="*/ 113 w 681"/>
                <a:gd name="T17" fmla="*/ 1080 h 1876"/>
                <a:gd name="T18" fmla="*/ 113 w 681"/>
                <a:gd name="T19" fmla="*/ 853 h 1876"/>
                <a:gd name="T20" fmla="*/ 113 w 681"/>
                <a:gd name="T21" fmla="*/ 626 h 1876"/>
                <a:gd name="T22" fmla="*/ 113 w 681"/>
                <a:gd name="T23" fmla="*/ 398 h 1876"/>
                <a:gd name="T24" fmla="*/ 113 w 681"/>
                <a:gd name="T25" fmla="*/ 171 h 1876"/>
                <a:gd name="T26" fmla="*/ 113 w 681"/>
                <a:gd name="T27" fmla="*/ 0 h 1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1" h="1876">
                  <a:moveTo>
                    <a:pt x="681" y="1308"/>
                  </a:moveTo>
                  <a:lnTo>
                    <a:pt x="454" y="1535"/>
                  </a:lnTo>
                  <a:lnTo>
                    <a:pt x="454" y="1763"/>
                  </a:lnTo>
                  <a:lnTo>
                    <a:pt x="227" y="1649"/>
                  </a:lnTo>
                  <a:lnTo>
                    <a:pt x="227" y="1876"/>
                  </a:lnTo>
                  <a:lnTo>
                    <a:pt x="0" y="1876"/>
                  </a:lnTo>
                  <a:lnTo>
                    <a:pt x="113" y="1649"/>
                  </a:lnTo>
                  <a:lnTo>
                    <a:pt x="113" y="1308"/>
                  </a:lnTo>
                  <a:lnTo>
                    <a:pt x="113" y="1080"/>
                  </a:lnTo>
                  <a:lnTo>
                    <a:pt x="113" y="853"/>
                  </a:lnTo>
                  <a:lnTo>
                    <a:pt x="113" y="626"/>
                  </a:lnTo>
                  <a:lnTo>
                    <a:pt x="113" y="398"/>
                  </a:lnTo>
                  <a:lnTo>
                    <a:pt x="113" y="171"/>
                  </a:lnTo>
                  <a:lnTo>
                    <a:pt x="113" y="0"/>
                  </a:lnTo>
                </a:path>
              </a:pathLst>
            </a:custGeom>
            <a:noFill/>
            <a:ln w="28575" cap="flat">
              <a:solidFill>
                <a:srgbClr val="00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Oval 27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7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Oval 274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275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Oval 276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277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Oval 278"/>
            <p:cNvSpPr>
              <a:spLocks noChangeArrowheads="1"/>
            </p:cNvSpPr>
            <p:nvPr/>
          </p:nvSpPr>
          <p:spPr bwMode="auto">
            <a:xfrm>
              <a:off x="2492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279"/>
            <p:cNvSpPr>
              <a:spLocks noEditPoints="1"/>
            </p:cNvSpPr>
            <p:nvPr/>
          </p:nvSpPr>
          <p:spPr bwMode="auto">
            <a:xfrm>
              <a:off x="2483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Oval 280"/>
            <p:cNvSpPr>
              <a:spLocks noChangeArrowheads="1"/>
            </p:cNvSpPr>
            <p:nvPr/>
          </p:nvSpPr>
          <p:spPr bwMode="auto">
            <a:xfrm>
              <a:off x="2492" y="274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281"/>
            <p:cNvSpPr>
              <a:spLocks noEditPoints="1"/>
            </p:cNvSpPr>
            <p:nvPr/>
          </p:nvSpPr>
          <p:spPr bwMode="auto">
            <a:xfrm>
              <a:off x="2483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Oval 282"/>
            <p:cNvSpPr>
              <a:spLocks noChangeArrowheads="1"/>
            </p:cNvSpPr>
            <p:nvPr/>
          </p:nvSpPr>
          <p:spPr bwMode="auto">
            <a:xfrm>
              <a:off x="2265" y="2745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283"/>
            <p:cNvSpPr>
              <a:spLocks noEditPoints="1"/>
            </p:cNvSpPr>
            <p:nvPr/>
          </p:nvSpPr>
          <p:spPr bwMode="auto">
            <a:xfrm>
              <a:off x="2256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Oval 284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285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Oval 286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287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Oval 288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89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Oval 290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291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Oval 292"/>
            <p:cNvSpPr>
              <a:spLocks noChangeArrowheads="1"/>
            </p:cNvSpPr>
            <p:nvPr/>
          </p:nvSpPr>
          <p:spPr bwMode="auto">
            <a:xfrm>
              <a:off x="2379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93"/>
            <p:cNvSpPr>
              <a:spLocks noEditPoints="1"/>
            </p:cNvSpPr>
            <p:nvPr/>
          </p:nvSpPr>
          <p:spPr bwMode="auto">
            <a:xfrm>
              <a:off x="237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Oval 294"/>
            <p:cNvSpPr>
              <a:spLocks noChangeArrowheads="1"/>
            </p:cNvSpPr>
            <p:nvPr/>
          </p:nvSpPr>
          <p:spPr bwMode="auto">
            <a:xfrm>
              <a:off x="2379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95"/>
            <p:cNvSpPr>
              <a:spLocks noEditPoints="1"/>
            </p:cNvSpPr>
            <p:nvPr/>
          </p:nvSpPr>
          <p:spPr bwMode="auto">
            <a:xfrm>
              <a:off x="237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Oval 296"/>
            <p:cNvSpPr>
              <a:spLocks noChangeArrowheads="1"/>
            </p:cNvSpPr>
            <p:nvPr/>
          </p:nvSpPr>
          <p:spPr bwMode="auto">
            <a:xfrm>
              <a:off x="2379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97"/>
            <p:cNvSpPr>
              <a:spLocks noEditPoints="1"/>
            </p:cNvSpPr>
            <p:nvPr/>
          </p:nvSpPr>
          <p:spPr bwMode="auto">
            <a:xfrm>
              <a:off x="237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Oval 29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29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300"/>
            <p:cNvSpPr>
              <a:spLocks/>
            </p:cNvSpPr>
            <p:nvPr/>
          </p:nvSpPr>
          <p:spPr bwMode="auto">
            <a:xfrm>
              <a:off x="2284" y="1513"/>
              <a:ext cx="908" cy="682"/>
            </a:xfrm>
            <a:custGeom>
              <a:avLst/>
              <a:gdLst>
                <a:gd name="T0" fmla="*/ 681 w 908"/>
                <a:gd name="T1" fmla="*/ 682 h 682"/>
                <a:gd name="T2" fmla="*/ 681 w 908"/>
                <a:gd name="T3" fmla="*/ 568 h 682"/>
                <a:gd name="T4" fmla="*/ 567 w 908"/>
                <a:gd name="T5" fmla="*/ 682 h 682"/>
                <a:gd name="T6" fmla="*/ 567 w 908"/>
                <a:gd name="T7" fmla="*/ 568 h 682"/>
                <a:gd name="T8" fmla="*/ 454 w 908"/>
                <a:gd name="T9" fmla="*/ 454 h 682"/>
                <a:gd name="T10" fmla="*/ 681 w 908"/>
                <a:gd name="T11" fmla="*/ 454 h 682"/>
                <a:gd name="T12" fmla="*/ 681 w 908"/>
                <a:gd name="T13" fmla="*/ 341 h 682"/>
                <a:gd name="T14" fmla="*/ 567 w 908"/>
                <a:gd name="T15" fmla="*/ 227 h 682"/>
                <a:gd name="T16" fmla="*/ 454 w 908"/>
                <a:gd name="T17" fmla="*/ 341 h 682"/>
                <a:gd name="T18" fmla="*/ 227 w 908"/>
                <a:gd name="T19" fmla="*/ 454 h 682"/>
                <a:gd name="T20" fmla="*/ 340 w 908"/>
                <a:gd name="T21" fmla="*/ 568 h 682"/>
                <a:gd name="T22" fmla="*/ 227 w 908"/>
                <a:gd name="T23" fmla="*/ 341 h 682"/>
                <a:gd name="T24" fmla="*/ 113 w 908"/>
                <a:gd name="T25" fmla="*/ 454 h 682"/>
                <a:gd name="T26" fmla="*/ 113 w 908"/>
                <a:gd name="T27" fmla="*/ 454 h 682"/>
                <a:gd name="T28" fmla="*/ 227 w 908"/>
                <a:gd name="T29" fmla="*/ 454 h 682"/>
                <a:gd name="T30" fmla="*/ 340 w 908"/>
                <a:gd name="T31" fmla="*/ 341 h 682"/>
                <a:gd name="T32" fmla="*/ 454 w 908"/>
                <a:gd name="T33" fmla="*/ 227 h 682"/>
                <a:gd name="T34" fmla="*/ 454 w 908"/>
                <a:gd name="T35" fmla="*/ 227 h 682"/>
                <a:gd name="T36" fmla="*/ 340 w 908"/>
                <a:gd name="T37" fmla="*/ 113 h 682"/>
                <a:gd name="T38" fmla="*/ 227 w 908"/>
                <a:gd name="T39" fmla="*/ 227 h 682"/>
                <a:gd name="T40" fmla="*/ 227 w 908"/>
                <a:gd name="T41" fmla="*/ 341 h 682"/>
                <a:gd name="T42" fmla="*/ 227 w 908"/>
                <a:gd name="T43" fmla="*/ 227 h 682"/>
                <a:gd name="T44" fmla="*/ 113 w 908"/>
                <a:gd name="T45" fmla="*/ 454 h 682"/>
                <a:gd name="T46" fmla="*/ 0 w 908"/>
                <a:gd name="T47" fmla="*/ 568 h 682"/>
                <a:gd name="T48" fmla="*/ 113 w 908"/>
                <a:gd name="T49" fmla="*/ 341 h 682"/>
                <a:gd name="T50" fmla="*/ 227 w 908"/>
                <a:gd name="T51" fmla="*/ 341 h 682"/>
                <a:gd name="T52" fmla="*/ 227 w 908"/>
                <a:gd name="T53" fmla="*/ 0 h 682"/>
                <a:gd name="T54" fmla="*/ 227 w 908"/>
                <a:gd name="T55" fmla="*/ 0 h 682"/>
                <a:gd name="T56" fmla="*/ 227 w 908"/>
                <a:gd name="T57" fmla="*/ 227 h 682"/>
                <a:gd name="T58" fmla="*/ 454 w 908"/>
                <a:gd name="T59" fmla="*/ 113 h 682"/>
                <a:gd name="T60" fmla="*/ 454 w 908"/>
                <a:gd name="T61" fmla="*/ 113 h 682"/>
                <a:gd name="T62" fmla="*/ 567 w 908"/>
                <a:gd name="T63" fmla="*/ 227 h 682"/>
                <a:gd name="T64" fmla="*/ 681 w 908"/>
                <a:gd name="T65" fmla="*/ 227 h 682"/>
                <a:gd name="T66" fmla="*/ 794 w 908"/>
                <a:gd name="T67" fmla="*/ 113 h 682"/>
                <a:gd name="T68" fmla="*/ 908 w 908"/>
                <a:gd name="T69" fmla="*/ 0 h 682"/>
                <a:gd name="T70" fmla="*/ 794 w 908"/>
                <a:gd name="T71" fmla="*/ 113 h 682"/>
                <a:gd name="T72" fmla="*/ 681 w 908"/>
                <a:gd name="T73" fmla="*/ 113 h 682"/>
                <a:gd name="T74" fmla="*/ 794 w 908"/>
                <a:gd name="T75" fmla="*/ 227 h 682"/>
                <a:gd name="T76" fmla="*/ 908 w 908"/>
                <a:gd name="T77" fmla="*/ 341 h 682"/>
                <a:gd name="T78" fmla="*/ 794 w 908"/>
                <a:gd name="T79" fmla="*/ 341 h 682"/>
                <a:gd name="T80" fmla="*/ 794 w 908"/>
                <a:gd name="T81" fmla="*/ 454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08" h="682">
                  <a:moveTo>
                    <a:pt x="681" y="682"/>
                  </a:moveTo>
                  <a:lnTo>
                    <a:pt x="681" y="568"/>
                  </a:lnTo>
                  <a:lnTo>
                    <a:pt x="567" y="682"/>
                  </a:lnTo>
                  <a:lnTo>
                    <a:pt x="567" y="568"/>
                  </a:lnTo>
                  <a:lnTo>
                    <a:pt x="454" y="454"/>
                  </a:lnTo>
                  <a:lnTo>
                    <a:pt x="681" y="454"/>
                  </a:lnTo>
                  <a:lnTo>
                    <a:pt x="681" y="341"/>
                  </a:lnTo>
                  <a:lnTo>
                    <a:pt x="567" y="227"/>
                  </a:lnTo>
                  <a:lnTo>
                    <a:pt x="454" y="341"/>
                  </a:lnTo>
                  <a:lnTo>
                    <a:pt x="227" y="454"/>
                  </a:lnTo>
                  <a:lnTo>
                    <a:pt x="340" y="568"/>
                  </a:lnTo>
                  <a:lnTo>
                    <a:pt x="227" y="341"/>
                  </a:lnTo>
                  <a:lnTo>
                    <a:pt x="113" y="454"/>
                  </a:lnTo>
                  <a:lnTo>
                    <a:pt x="113" y="454"/>
                  </a:lnTo>
                  <a:lnTo>
                    <a:pt x="227" y="454"/>
                  </a:lnTo>
                  <a:lnTo>
                    <a:pt x="340" y="341"/>
                  </a:lnTo>
                  <a:lnTo>
                    <a:pt x="454" y="227"/>
                  </a:lnTo>
                  <a:lnTo>
                    <a:pt x="454" y="227"/>
                  </a:lnTo>
                  <a:lnTo>
                    <a:pt x="340" y="113"/>
                  </a:lnTo>
                  <a:lnTo>
                    <a:pt x="227" y="227"/>
                  </a:lnTo>
                  <a:lnTo>
                    <a:pt x="227" y="341"/>
                  </a:lnTo>
                  <a:lnTo>
                    <a:pt x="227" y="227"/>
                  </a:lnTo>
                  <a:lnTo>
                    <a:pt x="113" y="454"/>
                  </a:lnTo>
                  <a:lnTo>
                    <a:pt x="0" y="568"/>
                  </a:lnTo>
                  <a:lnTo>
                    <a:pt x="113" y="341"/>
                  </a:lnTo>
                  <a:lnTo>
                    <a:pt x="227" y="341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227"/>
                  </a:lnTo>
                  <a:lnTo>
                    <a:pt x="454" y="113"/>
                  </a:lnTo>
                  <a:lnTo>
                    <a:pt x="454" y="113"/>
                  </a:lnTo>
                  <a:lnTo>
                    <a:pt x="567" y="227"/>
                  </a:lnTo>
                  <a:lnTo>
                    <a:pt x="681" y="227"/>
                  </a:lnTo>
                  <a:lnTo>
                    <a:pt x="794" y="113"/>
                  </a:lnTo>
                  <a:lnTo>
                    <a:pt x="908" y="0"/>
                  </a:lnTo>
                  <a:lnTo>
                    <a:pt x="794" y="113"/>
                  </a:lnTo>
                  <a:lnTo>
                    <a:pt x="681" y="113"/>
                  </a:lnTo>
                  <a:lnTo>
                    <a:pt x="794" y="227"/>
                  </a:lnTo>
                  <a:lnTo>
                    <a:pt x="908" y="341"/>
                  </a:lnTo>
                  <a:lnTo>
                    <a:pt x="794" y="341"/>
                  </a:lnTo>
                  <a:lnTo>
                    <a:pt x="794" y="454"/>
                  </a:lnTo>
                </a:path>
              </a:pathLst>
            </a:custGeom>
            <a:noFill/>
            <a:ln w="28575" cap="flat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Oval 30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30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Oval 303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304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Oval 305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306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Oval 307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308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Oval 309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310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Oval 311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312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Oval 313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314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Oval 315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316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Oval 317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318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Oval 319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320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Oval 321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322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Oval 323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324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Oval 325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326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Oval 327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328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Oval 329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30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Oval 331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332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Oval 333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34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Oval 335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336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Oval 337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338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Oval 339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340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Oval 341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342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Oval 343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344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Oval 345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346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Oval 347"/>
            <p:cNvSpPr>
              <a:spLocks noChangeArrowheads="1"/>
            </p:cNvSpPr>
            <p:nvPr/>
          </p:nvSpPr>
          <p:spPr bwMode="auto">
            <a:xfrm>
              <a:off x="2265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348"/>
            <p:cNvSpPr>
              <a:spLocks noEditPoints="1"/>
            </p:cNvSpPr>
            <p:nvPr/>
          </p:nvSpPr>
          <p:spPr bwMode="auto">
            <a:xfrm>
              <a:off x="2256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Oval 349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350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Oval 351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352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Oval 353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354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Oval 355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356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Oval 357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358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Oval 359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360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Oval 361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362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Oval 363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364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Oval 365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366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Oval 367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368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Oval 369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370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Oval 371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372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Oval 373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374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Oval 375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376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Oval 377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378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Oval 379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380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Oval 381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382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Oval 38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38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385"/>
            <p:cNvSpPr>
              <a:spLocks/>
            </p:cNvSpPr>
            <p:nvPr/>
          </p:nvSpPr>
          <p:spPr bwMode="auto">
            <a:xfrm>
              <a:off x="2284" y="944"/>
              <a:ext cx="681" cy="1251"/>
            </a:xfrm>
            <a:custGeom>
              <a:avLst/>
              <a:gdLst>
                <a:gd name="T0" fmla="*/ 681 w 681"/>
                <a:gd name="T1" fmla="*/ 1251 h 1251"/>
                <a:gd name="T2" fmla="*/ 454 w 681"/>
                <a:gd name="T3" fmla="*/ 1023 h 1251"/>
                <a:gd name="T4" fmla="*/ 227 w 681"/>
                <a:gd name="T5" fmla="*/ 796 h 1251"/>
                <a:gd name="T6" fmla="*/ 0 w 681"/>
                <a:gd name="T7" fmla="*/ 682 h 1251"/>
                <a:gd name="T8" fmla="*/ 227 w 681"/>
                <a:gd name="T9" fmla="*/ 455 h 1251"/>
                <a:gd name="T10" fmla="*/ 454 w 681"/>
                <a:gd name="T11" fmla="*/ 228 h 1251"/>
                <a:gd name="T12" fmla="*/ 681 w 681"/>
                <a:gd name="T1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1" h="1251">
                  <a:moveTo>
                    <a:pt x="681" y="1251"/>
                  </a:moveTo>
                  <a:lnTo>
                    <a:pt x="454" y="1023"/>
                  </a:lnTo>
                  <a:lnTo>
                    <a:pt x="227" y="796"/>
                  </a:lnTo>
                  <a:lnTo>
                    <a:pt x="0" y="682"/>
                  </a:lnTo>
                  <a:lnTo>
                    <a:pt x="227" y="455"/>
                  </a:lnTo>
                  <a:lnTo>
                    <a:pt x="454" y="228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Oval 38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38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Oval 388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389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Oval 390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391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Oval 392"/>
            <p:cNvSpPr>
              <a:spLocks noChangeArrowheads="1"/>
            </p:cNvSpPr>
            <p:nvPr/>
          </p:nvSpPr>
          <p:spPr bwMode="auto">
            <a:xfrm>
              <a:off x="2265" y="1608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393"/>
            <p:cNvSpPr>
              <a:spLocks noEditPoints="1"/>
            </p:cNvSpPr>
            <p:nvPr/>
          </p:nvSpPr>
          <p:spPr bwMode="auto">
            <a:xfrm>
              <a:off x="2256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Oval 394"/>
            <p:cNvSpPr>
              <a:spLocks noChangeArrowheads="1"/>
            </p:cNvSpPr>
            <p:nvPr/>
          </p:nvSpPr>
          <p:spPr bwMode="auto">
            <a:xfrm>
              <a:off x="2492" y="138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395"/>
            <p:cNvSpPr>
              <a:spLocks noEditPoints="1"/>
            </p:cNvSpPr>
            <p:nvPr/>
          </p:nvSpPr>
          <p:spPr bwMode="auto">
            <a:xfrm>
              <a:off x="2483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Oval 396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397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Oval 398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399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Oval 40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40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402"/>
            <p:cNvSpPr>
              <a:spLocks/>
            </p:cNvSpPr>
            <p:nvPr/>
          </p:nvSpPr>
          <p:spPr bwMode="auto">
            <a:xfrm>
              <a:off x="2738" y="944"/>
              <a:ext cx="794" cy="1251"/>
            </a:xfrm>
            <a:custGeom>
              <a:avLst/>
              <a:gdLst>
                <a:gd name="T0" fmla="*/ 227 w 794"/>
                <a:gd name="T1" fmla="*/ 1251 h 1251"/>
                <a:gd name="T2" fmla="*/ 227 w 794"/>
                <a:gd name="T3" fmla="*/ 1137 h 1251"/>
                <a:gd name="T4" fmla="*/ 227 w 794"/>
                <a:gd name="T5" fmla="*/ 1251 h 1251"/>
                <a:gd name="T6" fmla="*/ 454 w 794"/>
                <a:gd name="T7" fmla="*/ 1023 h 1251"/>
                <a:gd name="T8" fmla="*/ 680 w 794"/>
                <a:gd name="T9" fmla="*/ 796 h 1251"/>
                <a:gd name="T10" fmla="*/ 454 w 794"/>
                <a:gd name="T11" fmla="*/ 569 h 1251"/>
                <a:gd name="T12" fmla="*/ 794 w 794"/>
                <a:gd name="T13" fmla="*/ 0 h 1251"/>
                <a:gd name="T14" fmla="*/ 340 w 794"/>
                <a:gd name="T15" fmla="*/ 228 h 1251"/>
                <a:gd name="T16" fmla="*/ 0 w 794"/>
                <a:gd name="T17" fmla="*/ 455 h 1251"/>
                <a:gd name="T18" fmla="*/ 0 w 794"/>
                <a:gd name="T19" fmla="*/ 228 h 1251"/>
                <a:gd name="T20" fmla="*/ 227 w 794"/>
                <a:gd name="T21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4" h="1251">
                  <a:moveTo>
                    <a:pt x="227" y="1251"/>
                  </a:moveTo>
                  <a:lnTo>
                    <a:pt x="227" y="1137"/>
                  </a:lnTo>
                  <a:lnTo>
                    <a:pt x="227" y="1251"/>
                  </a:lnTo>
                  <a:lnTo>
                    <a:pt x="454" y="1023"/>
                  </a:lnTo>
                  <a:lnTo>
                    <a:pt x="680" y="796"/>
                  </a:lnTo>
                  <a:lnTo>
                    <a:pt x="454" y="569"/>
                  </a:lnTo>
                  <a:lnTo>
                    <a:pt x="794" y="0"/>
                  </a:lnTo>
                  <a:lnTo>
                    <a:pt x="340" y="228"/>
                  </a:lnTo>
                  <a:lnTo>
                    <a:pt x="0" y="455"/>
                  </a:lnTo>
                  <a:lnTo>
                    <a:pt x="0" y="228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00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Oval 40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40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Oval 405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07"/>
          <p:cNvGrpSpPr>
            <a:grpSpLocks/>
          </p:cNvGrpSpPr>
          <p:nvPr/>
        </p:nvGrpSpPr>
        <p:grpSpPr bwMode="auto">
          <a:xfrm>
            <a:off x="3581400" y="1374776"/>
            <a:ext cx="2428875" cy="3778250"/>
            <a:chOff x="2256" y="866"/>
            <a:chExt cx="1530" cy="2380"/>
          </a:xfrm>
        </p:grpSpPr>
        <p:sp>
          <p:nvSpPr>
            <p:cNvPr id="533" name="Freeform 407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Oval 40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40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410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411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Oval 412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413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Oval 414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415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Oval 416"/>
            <p:cNvSpPr>
              <a:spLocks noChangeArrowheads="1"/>
            </p:cNvSpPr>
            <p:nvPr/>
          </p:nvSpPr>
          <p:spPr bwMode="auto">
            <a:xfrm>
              <a:off x="3513" y="92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417"/>
            <p:cNvSpPr>
              <a:spLocks noEditPoints="1"/>
            </p:cNvSpPr>
            <p:nvPr/>
          </p:nvSpPr>
          <p:spPr bwMode="auto">
            <a:xfrm>
              <a:off x="350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Oval 418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419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Oval 420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421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Oval 422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423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Oval 424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425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Oval 42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42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428"/>
            <p:cNvSpPr>
              <a:spLocks/>
            </p:cNvSpPr>
            <p:nvPr/>
          </p:nvSpPr>
          <p:spPr bwMode="auto">
            <a:xfrm>
              <a:off x="2284" y="944"/>
              <a:ext cx="1248" cy="1478"/>
            </a:xfrm>
            <a:custGeom>
              <a:avLst/>
              <a:gdLst>
                <a:gd name="T0" fmla="*/ 681 w 1248"/>
                <a:gd name="T1" fmla="*/ 1251 h 1478"/>
                <a:gd name="T2" fmla="*/ 454 w 1248"/>
                <a:gd name="T3" fmla="*/ 1478 h 1478"/>
                <a:gd name="T4" fmla="*/ 227 w 1248"/>
                <a:gd name="T5" fmla="*/ 1251 h 1478"/>
                <a:gd name="T6" fmla="*/ 113 w 1248"/>
                <a:gd name="T7" fmla="*/ 910 h 1478"/>
                <a:gd name="T8" fmla="*/ 0 w 1248"/>
                <a:gd name="T9" fmla="*/ 910 h 1478"/>
                <a:gd name="T10" fmla="*/ 227 w 1248"/>
                <a:gd name="T11" fmla="*/ 910 h 1478"/>
                <a:gd name="T12" fmla="*/ 454 w 1248"/>
                <a:gd name="T13" fmla="*/ 910 h 1478"/>
                <a:gd name="T14" fmla="*/ 681 w 1248"/>
                <a:gd name="T15" fmla="*/ 910 h 1478"/>
                <a:gd name="T16" fmla="*/ 908 w 1248"/>
                <a:gd name="T17" fmla="*/ 910 h 1478"/>
                <a:gd name="T18" fmla="*/ 908 w 1248"/>
                <a:gd name="T19" fmla="*/ 1137 h 1478"/>
                <a:gd name="T20" fmla="*/ 908 w 1248"/>
                <a:gd name="T21" fmla="*/ 1365 h 1478"/>
                <a:gd name="T22" fmla="*/ 1134 w 1248"/>
                <a:gd name="T23" fmla="*/ 1365 h 1478"/>
                <a:gd name="T24" fmla="*/ 1134 w 1248"/>
                <a:gd name="T25" fmla="*/ 1023 h 1478"/>
                <a:gd name="T26" fmla="*/ 1134 w 1248"/>
                <a:gd name="T27" fmla="*/ 796 h 1478"/>
                <a:gd name="T28" fmla="*/ 1134 w 1248"/>
                <a:gd name="T29" fmla="*/ 569 h 1478"/>
                <a:gd name="T30" fmla="*/ 1134 w 1248"/>
                <a:gd name="T31" fmla="*/ 341 h 1478"/>
                <a:gd name="T32" fmla="*/ 1134 w 1248"/>
                <a:gd name="T33" fmla="*/ 114 h 1478"/>
                <a:gd name="T34" fmla="*/ 1134 w 1248"/>
                <a:gd name="T35" fmla="*/ 0 h 1478"/>
                <a:gd name="T36" fmla="*/ 1248 w 1248"/>
                <a:gd name="T37" fmla="*/ 228 h 1478"/>
                <a:gd name="T38" fmla="*/ 908 w 1248"/>
                <a:gd name="T39" fmla="*/ 455 h 1478"/>
                <a:gd name="T40" fmla="*/ 681 w 1248"/>
                <a:gd name="T41" fmla="*/ 682 h 1478"/>
                <a:gd name="T42" fmla="*/ 567 w 1248"/>
                <a:gd name="T43" fmla="*/ 341 h 1478"/>
                <a:gd name="T44" fmla="*/ 340 w 1248"/>
                <a:gd name="T45" fmla="*/ 228 h 1478"/>
                <a:gd name="T46" fmla="*/ 113 w 1248"/>
                <a:gd name="T47" fmla="*/ 0 h 1478"/>
                <a:gd name="T48" fmla="*/ 340 w 1248"/>
                <a:gd name="T49" fmla="*/ 0 h 1478"/>
                <a:gd name="T50" fmla="*/ 567 w 1248"/>
                <a:gd name="T51" fmla="*/ 0 h 1478"/>
                <a:gd name="T52" fmla="*/ 794 w 1248"/>
                <a:gd name="T53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8" h="1478">
                  <a:moveTo>
                    <a:pt x="681" y="1251"/>
                  </a:moveTo>
                  <a:lnTo>
                    <a:pt x="454" y="1478"/>
                  </a:lnTo>
                  <a:lnTo>
                    <a:pt x="227" y="1251"/>
                  </a:lnTo>
                  <a:lnTo>
                    <a:pt x="113" y="910"/>
                  </a:lnTo>
                  <a:lnTo>
                    <a:pt x="0" y="910"/>
                  </a:lnTo>
                  <a:lnTo>
                    <a:pt x="227" y="910"/>
                  </a:lnTo>
                  <a:lnTo>
                    <a:pt x="454" y="910"/>
                  </a:lnTo>
                  <a:lnTo>
                    <a:pt x="681" y="910"/>
                  </a:lnTo>
                  <a:lnTo>
                    <a:pt x="908" y="910"/>
                  </a:lnTo>
                  <a:lnTo>
                    <a:pt x="908" y="1137"/>
                  </a:lnTo>
                  <a:lnTo>
                    <a:pt x="908" y="1365"/>
                  </a:lnTo>
                  <a:lnTo>
                    <a:pt x="1134" y="1365"/>
                  </a:lnTo>
                  <a:lnTo>
                    <a:pt x="1134" y="1023"/>
                  </a:lnTo>
                  <a:lnTo>
                    <a:pt x="1134" y="796"/>
                  </a:lnTo>
                  <a:lnTo>
                    <a:pt x="1134" y="569"/>
                  </a:lnTo>
                  <a:lnTo>
                    <a:pt x="1134" y="341"/>
                  </a:lnTo>
                  <a:lnTo>
                    <a:pt x="1134" y="114"/>
                  </a:lnTo>
                  <a:lnTo>
                    <a:pt x="1134" y="0"/>
                  </a:lnTo>
                  <a:lnTo>
                    <a:pt x="1248" y="228"/>
                  </a:lnTo>
                  <a:lnTo>
                    <a:pt x="908" y="455"/>
                  </a:lnTo>
                  <a:lnTo>
                    <a:pt x="681" y="682"/>
                  </a:lnTo>
                  <a:lnTo>
                    <a:pt x="567" y="341"/>
                  </a:lnTo>
                  <a:lnTo>
                    <a:pt x="340" y="228"/>
                  </a:lnTo>
                  <a:lnTo>
                    <a:pt x="113" y="0"/>
                  </a:lnTo>
                  <a:lnTo>
                    <a:pt x="340" y="0"/>
                  </a:lnTo>
                  <a:lnTo>
                    <a:pt x="567" y="0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0066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Oval 42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43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Oval 431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432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Oval 433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434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435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436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Oval 437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438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Oval 439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440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441"/>
            <p:cNvSpPr>
              <a:spLocks noChangeArrowheads="1"/>
            </p:cNvSpPr>
            <p:nvPr/>
          </p:nvSpPr>
          <p:spPr bwMode="auto">
            <a:xfrm>
              <a:off x="2719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442"/>
            <p:cNvSpPr>
              <a:spLocks noEditPoints="1"/>
            </p:cNvSpPr>
            <p:nvPr/>
          </p:nvSpPr>
          <p:spPr bwMode="auto">
            <a:xfrm>
              <a:off x="271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Oval 443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444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Oval 445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446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Oval 447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448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Oval 449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450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Oval 451"/>
            <p:cNvSpPr>
              <a:spLocks noChangeArrowheads="1"/>
            </p:cNvSpPr>
            <p:nvPr/>
          </p:nvSpPr>
          <p:spPr bwMode="auto">
            <a:xfrm>
              <a:off x="3400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452"/>
            <p:cNvSpPr>
              <a:spLocks noEditPoints="1"/>
            </p:cNvSpPr>
            <p:nvPr/>
          </p:nvSpPr>
          <p:spPr bwMode="auto">
            <a:xfrm>
              <a:off x="339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453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454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455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456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457"/>
            <p:cNvSpPr>
              <a:spLocks noChangeArrowheads="1"/>
            </p:cNvSpPr>
            <p:nvPr/>
          </p:nvSpPr>
          <p:spPr bwMode="auto">
            <a:xfrm>
              <a:off x="3400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458"/>
            <p:cNvSpPr>
              <a:spLocks noEditPoints="1"/>
            </p:cNvSpPr>
            <p:nvPr/>
          </p:nvSpPr>
          <p:spPr bwMode="auto">
            <a:xfrm>
              <a:off x="339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Oval 459"/>
            <p:cNvSpPr>
              <a:spLocks noChangeArrowheads="1"/>
            </p:cNvSpPr>
            <p:nvPr/>
          </p:nvSpPr>
          <p:spPr bwMode="auto">
            <a:xfrm>
              <a:off x="3400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460"/>
            <p:cNvSpPr>
              <a:spLocks noEditPoints="1"/>
            </p:cNvSpPr>
            <p:nvPr/>
          </p:nvSpPr>
          <p:spPr bwMode="auto">
            <a:xfrm>
              <a:off x="339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Oval 461"/>
            <p:cNvSpPr>
              <a:spLocks noChangeArrowheads="1"/>
            </p:cNvSpPr>
            <p:nvPr/>
          </p:nvSpPr>
          <p:spPr bwMode="auto">
            <a:xfrm>
              <a:off x="3400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462"/>
            <p:cNvSpPr>
              <a:spLocks noEditPoints="1"/>
            </p:cNvSpPr>
            <p:nvPr/>
          </p:nvSpPr>
          <p:spPr bwMode="auto">
            <a:xfrm>
              <a:off x="3391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Oval 463"/>
            <p:cNvSpPr>
              <a:spLocks noChangeArrowheads="1"/>
            </p:cNvSpPr>
            <p:nvPr/>
          </p:nvSpPr>
          <p:spPr bwMode="auto">
            <a:xfrm>
              <a:off x="3400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464"/>
            <p:cNvSpPr>
              <a:spLocks noEditPoints="1"/>
            </p:cNvSpPr>
            <p:nvPr/>
          </p:nvSpPr>
          <p:spPr bwMode="auto">
            <a:xfrm>
              <a:off x="339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Oval 465"/>
            <p:cNvSpPr>
              <a:spLocks noChangeArrowheads="1"/>
            </p:cNvSpPr>
            <p:nvPr/>
          </p:nvSpPr>
          <p:spPr bwMode="auto">
            <a:xfrm>
              <a:off x="3513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466"/>
            <p:cNvSpPr>
              <a:spLocks noEditPoints="1"/>
            </p:cNvSpPr>
            <p:nvPr/>
          </p:nvSpPr>
          <p:spPr bwMode="auto">
            <a:xfrm>
              <a:off x="350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Oval 467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468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Oval 469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470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Oval 471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472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Oval 473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474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Oval 475"/>
            <p:cNvSpPr>
              <a:spLocks noChangeArrowheads="1"/>
            </p:cNvSpPr>
            <p:nvPr/>
          </p:nvSpPr>
          <p:spPr bwMode="auto">
            <a:xfrm>
              <a:off x="2379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476"/>
            <p:cNvSpPr>
              <a:spLocks noEditPoints="1"/>
            </p:cNvSpPr>
            <p:nvPr/>
          </p:nvSpPr>
          <p:spPr bwMode="auto">
            <a:xfrm>
              <a:off x="237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Oval 477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478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Oval 479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480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Oval 481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482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Oval 48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48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485"/>
            <p:cNvSpPr>
              <a:spLocks/>
            </p:cNvSpPr>
            <p:nvPr/>
          </p:nvSpPr>
          <p:spPr bwMode="auto">
            <a:xfrm>
              <a:off x="2511" y="1740"/>
              <a:ext cx="1248" cy="1478"/>
            </a:xfrm>
            <a:custGeom>
              <a:avLst/>
              <a:gdLst>
                <a:gd name="T0" fmla="*/ 454 w 1248"/>
                <a:gd name="T1" fmla="*/ 455 h 1478"/>
                <a:gd name="T2" fmla="*/ 227 w 1248"/>
                <a:gd name="T3" fmla="*/ 682 h 1478"/>
                <a:gd name="T4" fmla="*/ 227 w 1248"/>
                <a:gd name="T5" fmla="*/ 455 h 1478"/>
                <a:gd name="T6" fmla="*/ 227 w 1248"/>
                <a:gd name="T7" fmla="*/ 227 h 1478"/>
                <a:gd name="T8" fmla="*/ 227 w 1248"/>
                <a:gd name="T9" fmla="*/ 0 h 1478"/>
                <a:gd name="T10" fmla="*/ 0 w 1248"/>
                <a:gd name="T11" fmla="*/ 0 h 1478"/>
                <a:gd name="T12" fmla="*/ 0 w 1248"/>
                <a:gd name="T13" fmla="*/ 227 h 1478"/>
                <a:gd name="T14" fmla="*/ 0 w 1248"/>
                <a:gd name="T15" fmla="*/ 455 h 1478"/>
                <a:gd name="T16" fmla="*/ 0 w 1248"/>
                <a:gd name="T17" fmla="*/ 682 h 1478"/>
                <a:gd name="T18" fmla="*/ 0 w 1248"/>
                <a:gd name="T19" fmla="*/ 910 h 1478"/>
                <a:gd name="T20" fmla="*/ 227 w 1248"/>
                <a:gd name="T21" fmla="*/ 910 h 1478"/>
                <a:gd name="T22" fmla="*/ 227 w 1248"/>
                <a:gd name="T23" fmla="*/ 682 h 1478"/>
                <a:gd name="T24" fmla="*/ 0 w 1248"/>
                <a:gd name="T25" fmla="*/ 682 h 1478"/>
                <a:gd name="T26" fmla="*/ 0 w 1248"/>
                <a:gd name="T27" fmla="*/ 455 h 1478"/>
                <a:gd name="T28" fmla="*/ 0 w 1248"/>
                <a:gd name="T29" fmla="*/ 227 h 1478"/>
                <a:gd name="T30" fmla="*/ 0 w 1248"/>
                <a:gd name="T31" fmla="*/ 0 h 1478"/>
                <a:gd name="T32" fmla="*/ 227 w 1248"/>
                <a:gd name="T33" fmla="*/ 0 h 1478"/>
                <a:gd name="T34" fmla="*/ 454 w 1248"/>
                <a:gd name="T35" fmla="*/ 0 h 1478"/>
                <a:gd name="T36" fmla="*/ 681 w 1248"/>
                <a:gd name="T37" fmla="*/ 0 h 1478"/>
                <a:gd name="T38" fmla="*/ 907 w 1248"/>
                <a:gd name="T39" fmla="*/ 0 h 1478"/>
                <a:gd name="T40" fmla="*/ 907 w 1248"/>
                <a:gd name="T41" fmla="*/ 227 h 1478"/>
                <a:gd name="T42" fmla="*/ 907 w 1248"/>
                <a:gd name="T43" fmla="*/ 455 h 1478"/>
                <a:gd name="T44" fmla="*/ 907 w 1248"/>
                <a:gd name="T45" fmla="*/ 682 h 1478"/>
                <a:gd name="T46" fmla="*/ 907 w 1248"/>
                <a:gd name="T47" fmla="*/ 910 h 1478"/>
                <a:gd name="T48" fmla="*/ 1134 w 1248"/>
                <a:gd name="T49" fmla="*/ 910 h 1478"/>
                <a:gd name="T50" fmla="*/ 1134 w 1248"/>
                <a:gd name="T51" fmla="*/ 1137 h 1478"/>
                <a:gd name="T52" fmla="*/ 1134 w 1248"/>
                <a:gd name="T53" fmla="*/ 910 h 1478"/>
                <a:gd name="T54" fmla="*/ 1248 w 1248"/>
                <a:gd name="T55" fmla="*/ 910 h 1478"/>
                <a:gd name="T56" fmla="*/ 1248 w 1248"/>
                <a:gd name="T57" fmla="*/ 1137 h 1478"/>
                <a:gd name="T58" fmla="*/ 1021 w 1248"/>
                <a:gd name="T59" fmla="*/ 1137 h 1478"/>
                <a:gd name="T60" fmla="*/ 794 w 1248"/>
                <a:gd name="T61" fmla="*/ 1137 h 1478"/>
                <a:gd name="T62" fmla="*/ 567 w 1248"/>
                <a:gd name="T63" fmla="*/ 1137 h 1478"/>
                <a:gd name="T64" fmla="*/ 340 w 1248"/>
                <a:gd name="T65" fmla="*/ 1137 h 1478"/>
                <a:gd name="T66" fmla="*/ 340 w 1248"/>
                <a:gd name="T67" fmla="*/ 1364 h 1478"/>
                <a:gd name="T68" fmla="*/ 567 w 1248"/>
                <a:gd name="T69" fmla="*/ 1364 h 1478"/>
                <a:gd name="T70" fmla="*/ 794 w 1248"/>
                <a:gd name="T71" fmla="*/ 1364 h 1478"/>
                <a:gd name="T72" fmla="*/ 1021 w 1248"/>
                <a:gd name="T73" fmla="*/ 1364 h 1478"/>
                <a:gd name="T74" fmla="*/ 1021 w 1248"/>
                <a:gd name="T75" fmla="*/ 1478 h 1478"/>
                <a:gd name="T76" fmla="*/ 1248 w 1248"/>
                <a:gd name="T77" fmla="*/ 1478 h 1478"/>
                <a:gd name="T78" fmla="*/ 1248 w 1248"/>
                <a:gd name="T79" fmla="*/ 1478 h 1478"/>
                <a:gd name="T80" fmla="*/ 1248 w 1248"/>
                <a:gd name="T81" fmla="*/ 1251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" h="1478">
                  <a:moveTo>
                    <a:pt x="454" y="455"/>
                  </a:moveTo>
                  <a:lnTo>
                    <a:pt x="227" y="682"/>
                  </a:lnTo>
                  <a:lnTo>
                    <a:pt x="227" y="455"/>
                  </a:lnTo>
                  <a:lnTo>
                    <a:pt x="227" y="227"/>
                  </a:lnTo>
                  <a:lnTo>
                    <a:pt x="227" y="0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0" y="455"/>
                  </a:lnTo>
                  <a:lnTo>
                    <a:pt x="0" y="682"/>
                  </a:lnTo>
                  <a:lnTo>
                    <a:pt x="0" y="910"/>
                  </a:lnTo>
                  <a:lnTo>
                    <a:pt x="227" y="910"/>
                  </a:lnTo>
                  <a:lnTo>
                    <a:pt x="227" y="682"/>
                  </a:lnTo>
                  <a:lnTo>
                    <a:pt x="0" y="682"/>
                  </a:lnTo>
                  <a:lnTo>
                    <a:pt x="0" y="455"/>
                  </a:lnTo>
                  <a:lnTo>
                    <a:pt x="0" y="227"/>
                  </a:lnTo>
                  <a:lnTo>
                    <a:pt x="0" y="0"/>
                  </a:lnTo>
                  <a:lnTo>
                    <a:pt x="227" y="0"/>
                  </a:lnTo>
                  <a:lnTo>
                    <a:pt x="454" y="0"/>
                  </a:lnTo>
                  <a:lnTo>
                    <a:pt x="681" y="0"/>
                  </a:lnTo>
                  <a:lnTo>
                    <a:pt x="907" y="0"/>
                  </a:lnTo>
                  <a:lnTo>
                    <a:pt x="907" y="227"/>
                  </a:lnTo>
                  <a:lnTo>
                    <a:pt x="907" y="455"/>
                  </a:lnTo>
                  <a:lnTo>
                    <a:pt x="907" y="682"/>
                  </a:lnTo>
                  <a:lnTo>
                    <a:pt x="907" y="910"/>
                  </a:lnTo>
                  <a:lnTo>
                    <a:pt x="1134" y="910"/>
                  </a:lnTo>
                  <a:lnTo>
                    <a:pt x="1134" y="1137"/>
                  </a:lnTo>
                  <a:lnTo>
                    <a:pt x="1134" y="910"/>
                  </a:lnTo>
                  <a:lnTo>
                    <a:pt x="1248" y="910"/>
                  </a:lnTo>
                  <a:lnTo>
                    <a:pt x="1248" y="1137"/>
                  </a:lnTo>
                  <a:lnTo>
                    <a:pt x="1021" y="1137"/>
                  </a:lnTo>
                  <a:lnTo>
                    <a:pt x="794" y="1137"/>
                  </a:lnTo>
                  <a:lnTo>
                    <a:pt x="567" y="1137"/>
                  </a:lnTo>
                  <a:lnTo>
                    <a:pt x="340" y="1137"/>
                  </a:lnTo>
                  <a:lnTo>
                    <a:pt x="340" y="1364"/>
                  </a:lnTo>
                  <a:lnTo>
                    <a:pt x="567" y="1364"/>
                  </a:lnTo>
                  <a:lnTo>
                    <a:pt x="794" y="1364"/>
                  </a:lnTo>
                  <a:lnTo>
                    <a:pt x="1021" y="1364"/>
                  </a:lnTo>
                  <a:lnTo>
                    <a:pt x="1021" y="1478"/>
                  </a:lnTo>
                  <a:lnTo>
                    <a:pt x="1248" y="1478"/>
                  </a:lnTo>
                  <a:lnTo>
                    <a:pt x="1248" y="1478"/>
                  </a:lnTo>
                  <a:lnTo>
                    <a:pt x="1248" y="1251"/>
                  </a:lnTo>
                </a:path>
              </a:pathLst>
            </a:custGeom>
            <a:noFill/>
            <a:ln w="28575" cap="flat">
              <a:solidFill>
                <a:srgbClr val="0099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Oval 48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48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488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489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Oval 490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491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Oval 492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493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Oval 494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495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Oval 496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497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Oval 498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499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500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501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Oval 502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503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Oval 504"/>
            <p:cNvSpPr>
              <a:spLocks noChangeArrowheads="1"/>
            </p:cNvSpPr>
            <p:nvPr/>
          </p:nvSpPr>
          <p:spPr bwMode="auto">
            <a:xfrm>
              <a:off x="2492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505"/>
            <p:cNvSpPr>
              <a:spLocks noEditPoints="1"/>
            </p:cNvSpPr>
            <p:nvPr/>
          </p:nvSpPr>
          <p:spPr bwMode="auto">
            <a:xfrm>
              <a:off x="2483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Oval 506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507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Oval 508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509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Oval 510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511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512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513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Oval 514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515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Oval 516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517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Oval 518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519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Oval 520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521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Oval 522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523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Oval 524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525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Oval 526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527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Oval 528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529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Oval 530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531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Oval 532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533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Oval 534"/>
            <p:cNvSpPr>
              <a:spLocks noChangeArrowheads="1"/>
            </p:cNvSpPr>
            <p:nvPr/>
          </p:nvSpPr>
          <p:spPr bwMode="auto">
            <a:xfrm>
              <a:off x="3627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535"/>
            <p:cNvSpPr>
              <a:spLocks noEditPoints="1"/>
            </p:cNvSpPr>
            <p:nvPr/>
          </p:nvSpPr>
          <p:spPr bwMode="auto">
            <a:xfrm>
              <a:off x="3617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Oval 536"/>
            <p:cNvSpPr>
              <a:spLocks noChangeArrowheads="1"/>
            </p:cNvSpPr>
            <p:nvPr/>
          </p:nvSpPr>
          <p:spPr bwMode="auto">
            <a:xfrm>
              <a:off x="3627" y="2859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537"/>
            <p:cNvSpPr>
              <a:spLocks noEditPoints="1"/>
            </p:cNvSpPr>
            <p:nvPr/>
          </p:nvSpPr>
          <p:spPr bwMode="auto">
            <a:xfrm>
              <a:off x="3617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Oval 538"/>
            <p:cNvSpPr>
              <a:spLocks noChangeArrowheads="1"/>
            </p:cNvSpPr>
            <p:nvPr/>
          </p:nvSpPr>
          <p:spPr bwMode="auto">
            <a:xfrm>
              <a:off x="3627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539"/>
            <p:cNvSpPr>
              <a:spLocks noEditPoints="1"/>
            </p:cNvSpPr>
            <p:nvPr/>
          </p:nvSpPr>
          <p:spPr bwMode="auto">
            <a:xfrm>
              <a:off x="3617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540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541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Oval 542"/>
            <p:cNvSpPr>
              <a:spLocks noChangeArrowheads="1"/>
            </p:cNvSpPr>
            <p:nvPr/>
          </p:nvSpPr>
          <p:spPr bwMode="auto">
            <a:xfrm>
              <a:off x="3740" y="2859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543"/>
            <p:cNvSpPr>
              <a:spLocks noEditPoints="1"/>
            </p:cNvSpPr>
            <p:nvPr/>
          </p:nvSpPr>
          <p:spPr bwMode="auto">
            <a:xfrm>
              <a:off x="3731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Oval 544"/>
            <p:cNvSpPr>
              <a:spLocks noChangeArrowheads="1"/>
            </p:cNvSpPr>
            <p:nvPr/>
          </p:nvSpPr>
          <p:spPr bwMode="auto">
            <a:xfrm>
              <a:off x="3513" y="2859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545"/>
            <p:cNvSpPr>
              <a:spLocks noEditPoints="1"/>
            </p:cNvSpPr>
            <p:nvPr/>
          </p:nvSpPr>
          <p:spPr bwMode="auto">
            <a:xfrm>
              <a:off x="350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Oval 546"/>
            <p:cNvSpPr>
              <a:spLocks noChangeArrowheads="1"/>
            </p:cNvSpPr>
            <p:nvPr/>
          </p:nvSpPr>
          <p:spPr bwMode="auto">
            <a:xfrm>
              <a:off x="3286" y="2859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547"/>
            <p:cNvSpPr>
              <a:spLocks noEditPoints="1"/>
            </p:cNvSpPr>
            <p:nvPr/>
          </p:nvSpPr>
          <p:spPr bwMode="auto">
            <a:xfrm>
              <a:off x="327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Oval 548"/>
            <p:cNvSpPr>
              <a:spLocks noChangeArrowheads="1"/>
            </p:cNvSpPr>
            <p:nvPr/>
          </p:nvSpPr>
          <p:spPr bwMode="auto">
            <a:xfrm>
              <a:off x="3059" y="2859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549"/>
            <p:cNvSpPr>
              <a:spLocks noEditPoints="1"/>
            </p:cNvSpPr>
            <p:nvPr/>
          </p:nvSpPr>
          <p:spPr bwMode="auto">
            <a:xfrm>
              <a:off x="3050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Oval 550"/>
            <p:cNvSpPr>
              <a:spLocks noChangeArrowheads="1"/>
            </p:cNvSpPr>
            <p:nvPr/>
          </p:nvSpPr>
          <p:spPr bwMode="auto">
            <a:xfrm>
              <a:off x="2833" y="2859"/>
              <a:ext cx="36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551"/>
            <p:cNvSpPr>
              <a:spLocks noEditPoints="1"/>
            </p:cNvSpPr>
            <p:nvPr/>
          </p:nvSpPr>
          <p:spPr bwMode="auto">
            <a:xfrm>
              <a:off x="2823" y="2849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Oval 552"/>
            <p:cNvSpPr>
              <a:spLocks noChangeArrowheads="1"/>
            </p:cNvSpPr>
            <p:nvPr/>
          </p:nvSpPr>
          <p:spPr bwMode="auto">
            <a:xfrm>
              <a:off x="2833" y="3086"/>
              <a:ext cx="36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553"/>
            <p:cNvSpPr>
              <a:spLocks noEditPoints="1"/>
            </p:cNvSpPr>
            <p:nvPr/>
          </p:nvSpPr>
          <p:spPr bwMode="auto">
            <a:xfrm>
              <a:off x="2823" y="307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Oval 554"/>
            <p:cNvSpPr>
              <a:spLocks noChangeArrowheads="1"/>
            </p:cNvSpPr>
            <p:nvPr/>
          </p:nvSpPr>
          <p:spPr bwMode="auto">
            <a:xfrm>
              <a:off x="3059" y="308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555"/>
            <p:cNvSpPr>
              <a:spLocks noEditPoints="1"/>
            </p:cNvSpPr>
            <p:nvPr/>
          </p:nvSpPr>
          <p:spPr bwMode="auto">
            <a:xfrm>
              <a:off x="3050" y="307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Oval 556"/>
            <p:cNvSpPr>
              <a:spLocks noChangeArrowheads="1"/>
            </p:cNvSpPr>
            <p:nvPr/>
          </p:nvSpPr>
          <p:spPr bwMode="auto">
            <a:xfrm>
              <a:off x="3286" y="308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557"/>
            <p:cNvSpPr>
              <a:spLocks noEditPoints="1"/>
            </p:cNvSpPr>
            <p:nvPr/>
          </p:nvSpPr>
          <p:spPr bwMode="auto">
            <a:xfrm>
              <a:off x="327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Oval 558"/>
            <p:cNvSpPr>
              <a:spLocks noChangeArrowheads="1"/>
            </p:cNvSpPr>
            <p:nvPr/>
          </p:nvSpPr>
          <p:spPr bwMode="auto">
            <a:xfrm>
              <a:off x="3513" y="308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559"/>
            <p:cNvSpPr>
              <a:spLocks noEditPoints="1"/>
            </p:cNvSpPr>
            <p:nvPr/>
          </p:nvSpPr>
          <p:spPr bwMode="auto">
            <a:xfrm>
              <a:off x="3504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Oval 560"/>
            <p:cNvSpPr>
              <a:spLocks noChangeArrowheads="1"/>
            </p:cNvSpPr>
            <p:nvPr/>
          </p:nvSpPr>
          <p:spPr bwMode="auto">
            <a:xfrm>
              <a:off x="3513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561"/>
            <p:cNvSpPr>
              <a:spLocks noEditPoints="1"/>
            </p:cNvSpPr>
            <p:nvPr/>
          </p:nvSpPr>
          <p:spPr bwMode="auto">
            <a:xfrm>
              <a:off x="3504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Oval 562"/>
            <p:cNvSpPr>
              <a:spLocks noChangeArrowheads="1"/>
            </p:cNvSpPr>
            <p:nvPr/>
          </p:nvSpPr>
          <p:spPr bwMode="auto">
            <a:xfrm>
              <a:off x="3740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563"/>
            <p:cNvSpPr>
              <a:spLocks noEditPoints="1"/>
            </p:cNvSpPr>
            <p:nvPr/>
          </p:nvSpPr>
          <p:spPr bwMode="auto">
            <a:xfrm>
              <a:off x="373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Oval 564"/>
            <p:cNvSpPr>
              <a:spLocks noChangeArrowheads="1"/>
            </p:cNvSpPr>
            <p:nvPr/>
          </p:nvSpPr>
          <p:spPr bwMode="auto">
            <a:xfrm>
              <a:off x="3740" y="3200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565"/>
            <p:cNvSpPr>
              <a:spLocks noEditPoints="1"/>
            </p:cNvSpPr>
            <p:nvPr/>
          </p:nvSpPr>
          <p:spPr bwMode="auto">
            <a:xfrm>
              <a:off x="3731" y="3190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Oval 566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567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Oval 56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56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570"/>
            <p:cNvSpPr>
              <a:spLocks/>
            </p:cNvSpPr>
            <p:nvPr/>
          </p:nvSpPr>
          <p:spPr bwMode="auto">
            <a:xfrm>
              <a:off x="2284" y="944"/>
              <a:ext cx="1361" cy="1592"/>
            </a:xfrm>
            <a:custGeom>
              <a:avLst/>
              <a:gdLst>
                <a:gd name="T0" fmla="*/ 681 w 1361"/>
                <a:gd name="T1" fmla="*/ 1251 h 1592"/>
                <a:gd name="T2" fmla="*/ 454 w 1361"/>
                <a:gd name="T3" fmla="*/ 1592 h 1592"/>
                <a:gd name="T4" fmla="*/ 340 w 1361"/>
                <a:gd name="T5" fmla="*/ 1251 h 1592"/>
                <a:gd name="T6" fmla="*/ 227 w 1361"/>
                <a:gd name="T7" fmla="*/ 1023 h 1592"/>
                <a:gd name="T8" fmla="*/ 113 w 1361"/>
                <a:gd name="T9" fmla="*/ 796 h 1592"/>
                <a:gd name="T10" fmla="*/ 0 w 1361"/>
                <a:gd name="T11" fmla="*/ 569 h 1592"/>
                <a:gd name="T12" fmla="*/ 113 w 1361"/>
                <a:gd name="T13" fmla="*/ 341 h 1592"/>
                <a:gd name="T14" fmla="*/ 227 w 1361"/>
                <a:gd name="T15" fmla="*/ 0 h 1592"/>
                <a:gd name="T16" fmla="*/ 567 w 1361"/>
                <a:gd name="T17" fmla="*/ 228 h 1592"/>
                <a:gd name="T18" fmla="*/ 794 w 1361"/>
                <a:gd name="T19" fmla="*/ 455 h 1592"/>
                <a:gd name="T20" fmla="*/ 454 w 1361"/>
                <a:gd name="T21" fmla="*/ 682 h 1592"/>
                <a:gd name="T22" fmla="*/ 340 w 1361"/>
                <a:gd name="T23" fmla="*/ 341 h 1592"/>
                <a:gd name="T24" fmla="*/ 340 w 1361"/>
                <a:gd name="T25" fmla="*/ 114 h 1592"/>
                <a:gd name="T26" fmla="*/ 567 w 1361"/>
                <a:gd name="T27" fmla="*/ 228 h 1592"/>
                <a:gd name="T28" fmla="*/ 794 w 1361"/>
                <a:gd name="T29" fmla="*/ 341 h 1592"/>
                <a:gd name="T30" fmla="*/ 1021 w 1361"/>
                <a:gd name="T31" fmla="*/ 455 h 1592"/>
                <a:gd name="T32" fmla="*/ 1248 w 1361"/>
                <a:gd name="T33" fmla="*/ 228 h 1592"/>
                <a:gd name="T34" fmla="*/ 1361 w 1361"/>
                <a:gd name="T35" fmla="*/ 0 h 1592"/>
                <a:gd name="T36" fmla="*/ 1021 w 1361"/>
                <a:gd name="T37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61" h="1592">
                  <a:moveTo>
                    <a:pt x="681" y="1251"/>
                  </a:moveTo>
                  <a:lnTo>
                    <a:pt x="454" y="1592"/>
                  </a:lnTo>
                  <a:lnTo>
                    <a:pt x="340" y="1251"/>
                  </a:lnTo>
                  <a:lnTo>
                    <a:pt x="227" y="1023"/>
                  </a:lnTo>
                  <a:lnTo>
                    <a:pt x="113" y="796"/>
                  </a:lnTo>
                  <a:lnTo>
                    <a:pt x="0" y="569"/>
                  </a:lnTo>
                  <a:lnTo>
                    <a:pt x="113" y="341"/>
                  </a:lnTo>
                  <a:lnTo>
                    <a:pt x="227" y="0"/>
                  </a:lnTo>
                  <a:lnTo>
                    <a:pt x="567" y="228"/>
                  </a:lnTo>
                  <a:lnTo>
                    <a:pt x="794" y="455"/>
                  </a:lnTo>
                  <a:lnTo>
                    <a:pt x="454" y="682"/>
                  </a:lnTo>
                  <a:lnTo>
                    <a:pt x="340" y="341"/>
                  </a:lnTo>
                  <a:lnTo>
                    <a:pt x="340" y="114"/>
                  </a:lnTo>
                  <a:lnTo>
                    <a:pt x="567" y="228"/>
                  </a:lnTo>
                  <a:lnTo>
                    <a:pt x="794" y="341"/>
                  </a:lnTo>
                  <a:lnTo>
                    <a:pt x="1021" y="455"/>
                  </a:lnTo>
                  <a:lnTo>
                    <a:pt x="1248" y="228"/>
                  </a:lnTo>
                  <a:lnTo>
                    <a:pt x="1361" y="0"/>
                  </a:lnTo>
                  <a:lnTo>
                    <a:pt x="1021" y="0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Oval 57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57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Oval 573"/>
            <p:cNvSpPr>
              <a:spLocks noChangeArrowheads="1"/>
            </p:cNvSpPr>
            <p:nvPr/>
          </p:nvSpPr>
          <p:spPr bwMode="auto">
            <a:xfrm>
              <a:off x="2719" y="2518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574"/>
            <p:cNvSpPr>
              <a:spLocks noEditPoints="1"/>
            </p:cNvSpPr>
            <p:nvPr/>
          </p:nvSpPr>
          <p:spPr bwMode="auto">
            <a:xfrm>
              <a:off x="271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Oval 575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576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Oval 577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578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Oval 579"/>
            <p:cNvSpPr>
              <a:spLocks noChangeArrowheads="1"/>
            </p:cNvSpPr>
            <p:nvPr/>
          </p:nvSpPr>
          <p:spPr bwMode="auto">
            <a:xfrm>
              <a:off x="2379" y="1722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580"/>
            <p:cNvSpPr>
              <a:spLocks noEditPoints="1"/>
            </p:cNvSpPr>
            <p:nvPr/>
          </p:nvSpPr>
          <p:spPr bwMode="auto">
            <a:xfrm>
              <a:off x="237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Oval 581"/>
            <p:cNvSpPr>
              <a:spLocks noChangeArrowheads="1"/>
            </p:cNvSpPr>
            <p:nvPr/>
          </p:nvSpPr>
          <p:spPr bwMode="auto">
            <a:xfrm>
              <a:off x="2265" y="149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582"/>
            <p:cNvSpPr>
              <a:spLocks noEditPoints="1"/>
            </p:cNvSpPr>
            <p:nvPr/>
          </p:nvSpPr>
          <p:spPr bwMode="auto">
            <a:xfrm>
              <a:off x="2256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Oval 583"/>
            <p:cNvSpPr>
              <a:spLocks noChangeArrowheads="1"/>
            </p:cNvSpPr>
            <p:nvPr/>
          </p:nvSpPr>
          <p:spPr bwMode="auto">
            <a:xfrm>
              <a:off x="2379" y="1267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584"/>
            <p:cNvSpPr>
              <a:spLocks noEditPoints="1"/>
            </p:cNvSpPr>
            <p:nvPr/>
          </p:nvSpPr>
          <p:spPr bwMode="auto">
            <a:xfrm>
              <a:off x="237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Oval 585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586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Oval 587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588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Oval 589"/>
            <p:cNvSpPr>
              <a:spLocks noChangeArrowheads="1"/>
            </p:cNvSpPr>
            <p:nvPr/>
          </p:nvSpPr>
          <p:spPr bwMode="auto">
            <a:xfrm>
              <a:off x="3059" y="138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590"/>
            <p:cNvSpPr>
              <a:spLocks noEditPoints="1"/>
            </p:cNvSpPr>
            <p:nvPr/>
          </p:nvSpPr>
          <p:spPr bwMode="auto">
            <a:xfrm>
              <a:off x="3050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Oval 591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592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Oval 593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594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Oval 595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596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Oval 597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598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Oval 599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600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Oval 601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602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Oval 603"/>
            <p:cNvSpPr>
              <a:spLocks noChangeArrowheads="1"/>
            </p:cNvSpPr>
            <p:nvPr/>
          </p:nvSpPr>
          <p:spPr bwMode="auto">
            <a:xfrm>
              <a:off x="3513" y="115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604"/>
            <p:cNvSpPr>
              <a:spLocks noEditPoints="1"/>
            </p:cNvSpPr>
            <p:nvPr/>
          </p:nvSpPr>
          <p:spPr bwMode="auto">
            <a:xfrm>
              <a:off x="350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Oval 605"/>
            <p:cNvSpPr>
              <a:spLocks noChangeArrowheads="1"/>
            </p:cNvSpPr>
            <p:nvPr/>
          </p:nvSpPr>
          <p:spPr bwMode="auto">
            <a:xfrm>
              <a:off x="3627" y="92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606"/>
            <p:cNvSpPr>
              <a:spLocks noEditPoints="1"/>
            </p:cNvSpPr>
            <p:nvPr/>
          </p:nvSpPr>
          <p:spPr bwMode="auto">
            <a:xfrm>
              <a:off x="3617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808"/>
          <p:cNvGrpSpPr>
            <a:grpSpLocks/>
          </p:cNvGrpSpPr>
          <p:nvPr/>
        </p:nvGrpSpPr>
        <p:grpSpPr bwMode="auto">
          <a:xfrm>
            <a:off x="3581400" y="1374776"/>
            <a:ext cx="2428875" cy="3778250"/>
            <a:chOff x="2256" y="866"/>
            <a:chExt cx="1530" cy="2380"/>
          </a:xfrm>
        </p:grpSpPr>
        <p:sp>
          <p:nvSpPr>
            <p:cNvPr id="333" name="Oval 608"/>
            <p:cNvSpPr>
              <a:spLocks noChangeArrowheads="1"/>
            </p:cNvSpPr>
            <p:nvPr/>
          </p:nvSpPr>
          <p:spPr bwMode="auto">
            <a:xfrm>
              <a:off x="3286" y="92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609"/>
            <p:cNvSpPr>
              <a:spLocks noEditPoints="1"/>
            </p:cNvSpPr>
            <p:nvPr/>
          </p:nvSpPr>
          <p:spPr bwMode="auto">
            <a:xfrm>
              <a:off x="327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Oval 61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61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612"/>
            <p:cNvSpPr>
              <a:spLocks/>
            </p:cNvSpPr>
            <p:nvPr/>
          </p:nvSpPr>
          <p:spPr bwMode="auto">
            <a:xfrm>
              <a:off x="2965" y="944"/>
              <a:ext cx="227" cy="1478"/>
            </a:xfrm>
            <a:custGeom>
              <a:avLst/>
              <a:gdLst>
                <a:gd name="T0" fmla="*/ 0 w 227"/>
                <a:gd name="T1" fmla="*/ 1251 h 1478"/>
                <a:gd name="T2" fmla="*/ 0 w 227"/>
                <a:gd name="T3" fmla="*/ 1478 h 1478"/>
                <a:gd name="T4" fmla="*/ 227 w 227"/>
                <a:gd name="T5" fmla="*/ 1478 h 1478"/>
                <a:gd name="T6" fmla="*/ 227 w 227"/>
                <a:gd name="T7" fmla="*/ 1251 h 1478"/>
                <a:gd name="T8" fmla="*/ 227 w 227"/>
                <a:gd name="T9" fmla="*/ 1023 h 1478"/>
                <a:gd name="T10" fmla="*/ 227 w 227"/>
                <a:gd name="T11" fmla="*/ 796 h 1478"/>
                <a:gd name="T12" fmla="*/ 227 w 227"/>
                <a:gd name="T13" fmla="*/ 569 h 1478"/>
                <a:gd name="T14" fmla="*/ 227 w 227"/>
                <a:gd name="T15" fmla="*/ 341 h 1478"/>
                <a:gd name="T16" fmla="*/ 227 w 227"/>
                <a:gd name="T17" fmla="*/ 114 h 1478"/>
                <a:gd name="T18" fmla="*/ 113 w 227"/>
                <a:gd name="T19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1478">
                  <a:moveTo>
                    <a:pt x="0" y="1251"/>
                  </a:moveTo>
                  <a:lnTo>
                    <a:pt x="0" y="1478"/>
                  </a:lnTo>
                  <a:lnTo>
                    <a:pt x="227" y="1478"/>
                  </a:lnTo>
                  <a:lnTo>
                    <a:pt x="227" y="1251"/>
                  </a:lnTo>
                  <a:lnTo>
                    <a:pt x="227" y="1023"/>
                  </a:lnTo>
                  <a:lnTo>
                    <a:pt x="227" y="796"/>
                  </a:lnTo>
                  <a:lnTo>
                    <a:pt x="227" y="569"/>
                  </a:lnTo>
                  <a:lnTo>
                    <a:pt x="227" y="341"/>
                  </a:lnTo>
                  <a:lnTo>
                    <a:pt x="227" y="114"/>
                  </a:lnTo>
                  <a:lnTo>
                    <a:pt x="113" y="0"/>
                  </a:lnTo>
                </a:path>
              </a:pathLst>
            </a:custGeom>
            <a:noFill/>
            <a:ln w="28575" cap="flat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Oval 61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61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Oval 615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616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Oval 617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618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Oval 619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620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Oval 621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622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Oval 623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624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625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626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627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628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Oval 629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630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Oval 631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632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Oval 63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63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635"/>
            <p:cNvSpPr>
              <a:spLocks/>
            </p:cNvSpPr>
            <p:nvPr/>
          </p:nvSpPr>
          <p:spPr bwMode="auto">
            <a:xfrm>
              <a:off x="2738" y="944"/>
              <a:ext cx="1021" cy="1706"/>
            </a:xfrm>
            <a:custGeom>
              <a:avLst/>
              <a:gdLst>
                <a:gd name="T0" fmla="*/ 227 w 1021"/>
                <a:gd name="T1" fmla="*/ 1251 h 1706"/>
                <a:gd name="T2" fmla="*/ 113 w 1021"/>
                <a:gd name="T3" fmla="*/ 1478 h 1706"/>
                <a:gd name="T4" fmla="*/ 0 w 1021"/>
                <a:gd name="T5" fmla="*/ 1706 h 1706"/>
                <a:gd name="T6" fmla="*/ 454 w 1021"/>
                <a:gd name="T7" fmla="*/ 1706 h 1706"/>
                <a:gd name="T8" fmla="*/ 907 w 1021"/>
                <a:gd name="T9" fmla="*/ 1706 h 1706"/>
                <a:gd name="T10" fmla="*/ 907 w 1021"/>
                <a:gd name="T11" fmla="*/ 1478 h 1706"/>
                <a:gd name="T12" fmla="*/ 794 w 1021"/>
                <a:gd name="T13" fmla="*/ 1251 h 1706"/>
                <a:gd name="T14" fmla="*/ 1021 w 1021"/>
                <a:gd name="T15" fmla="*/ 910 h 1706"/>
                <a:gd name="T16" fmla="*/ 907 w 1021"/>
                <a:gd name="T17" fmla="*/ 569 h 1706"/>
                <a:gd name="T18" fmla="*/ 794 w 1021"/>
                <a:gd name="T19" fmla="*/ 341 h 1706"/>
                <a:gd name="T20" fmla="*/ 1021 w 1021"/>
                <a:gd name="T21" fmla="*/ 114 h 1706"/>
                <a:gd name="T22" fmla="*/ 794 w 1021"/>
                <a:gd name="T23" fmla="*/ 114 h 1706"/>
                <a:gd name="T24" fmla="*/ 680 w 1021"/>
                <a:gd name="T25" fmla="*/ 114 h 1706"/>
                <a:gd name="T26" fmla="*/ 454 w 1021"/>
                <a:gd name="T27" fmla="*/ 114 h 1706"/>
                <a:gd name="T28" fmla="*/ 227 w 1021"/>
                <a:gd name="T29" fmla="*/ 114 h 1706"/>
                <a:gd name="T30" fmla="*/ 227 w 1021"/>
                <a:gd name="T31" fmla="*/ 0 h 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1" h="1706">
                  <a:moveTo>
                    <a:pt x="227" y="1251"/>
                  </a:moveTo>
                  <a:lnTo>
                    <a:pt x="113" y="1478"/>
                  </a:lnTo>
                  <a:lnTo>
                    <a:pt x="0" y="1706"/>
                  </a:lnTo>
                  <a:lnTo>
                    <a:pt x="454" y="1706"/>
                  </a:lnTo>
                  <a:lnTo>
                    <a:pt x="907" y="1706"/>
                  </a:lnTo>
                  <a:lnTo>
                    <a:pt x="907" y="1478"/>
                  </a:lnTo>
                  <a:lnTo>
                    <a:pt x="794" y="1251"/>
                  </a:lnTo>
                  <a:lnTo>
                    <a:pt x="1021" y="910"/>
                  </a:lnTo>
                  <a:lnTo>
                    <a:pt x="907" y="569"/>
                  </a:lnTo>
                  <a:lnTo>
                    <a:pt x="794" y="341"/>
                  </a:lnTo>
                  <a:lnTo>
                    <a:pt x="1021" y="114"/>
                  </a:lnTo>
                  <a:lnTo>
                    <a:pt x="794" y="114"/>
                  </a:lnTo>
                  <a:lnTo>
                    <a:pt x="680" y="114"/>
                  </a:lnTo>
                  <a:lnTo>
                    <a:pt x="454" y="114"/>
                  </a:lnTo>
                  <a:lnTo>
                    <a:pt x="227" y="114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33FF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Oval 63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63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Oval 638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639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640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641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Oval 642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643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644"/>
            <p:cNvSpPr>
              <a:spLocks noChangeArrowheads="1"/>
            </p:cNvSpPr>
            <p:nvPr/>
          </p:nvSpPr>
          <p:spPr bwMode="auto">
            <a:xfrm>
              <a:off x="3627" y="2631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645"/>
            <p:cNvSpPr>
              <a:spLocks noEditPoints="1"/>
            </p:cNvSpPr>
            <p:nvPr/>
          </p:nvSpPr>
          <p:spPr bwMode="auto">
            <a:xfrm>
              <a:off x="3617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646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647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Oval 648"/>
            <p:cNvSpPr>
              <a:spLocks noChangeArrowheads="1"/>
            </p:cNvSpPr>
            <p:nvPr/>
          </p:nvSpPr>
          <p:spPr bwMode="auto">
            <a:xfrm>
              <a:off x="3513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649"/>
            <p:cNvSpPr>
              <a:spLocks noEditPoints="1"/>
            </p:cNvSpPr>
            <p:nvPr/>
          </p:nvSpPr>
          <p:spPr bwMode="auto">
            <a:xfrm>
              <a:off x="350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Oval 650"/>
            <p:cNvSpPr>
              <a:spLocks noChangeArrowheads="1"/>
            </p:cNvSpPr>
            <p:nvPr/>
          </p:nvSpPr>
          <p:spPr bwMode="auto">
            <a:xfrm>
              <a:off x="3740" y="1835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651"/>
            <p:cNvSpPr>
              <a:spLocks noEditPoints="1"/>
            </p:cNvSpPr>
            <p:nvPr/>
          </p:nvSpPr>
          <p:spPr bwMode="auto">
            <a:xfrm>
              <a:off x="373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652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653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654"/>
            <p:cNvSpPr>
              <a:spLocks noChangeArrowheads="1"/>
            </p:cNvSpPr>
            <p:nvPr/>
          </p:nvSpPr>
          <p:spPr bwMode="auto">
            <a:xfrm>
              <a:off x="3513" y="1267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655"/>
            <p:cNvSpPr>
              <a:spLocks noEditPoints="1"/>
            </p:cNvSpPr>
            <p:nvPr/>
          </p:nvSpPr>
          <p:spPr bwMode="auto">
            <a:xfrm>
              <a:off x="350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Oval 656"/>
            <p:cNvSpPr>
              <a:spLocks noChangeArrowheads="1"/>
            </p:cNvSpPr>
            <p:nvPr/>
          </p:nvSpPr>
          <p:spPr bwMode="auto">
            <a:xfrm>
              <a:off x="3740" y="103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657"/>
            <p:cNvSpPr>
              <a:spLocks noEditPoints="1"/>
            </p:cNvSpPr>
            <p:nvPr/>
          </p:nvSpPr>
          <p:spPr bwMode="auto">
            <a:xfrm>
              <a:off x="3731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658"/>
            <p:cNvSpPr>
              <a:spLocks noChangeArrowheads="1"/>
            </p:cNvSpPr>
            <p:nvPr/>
          </p:nvSpPr>
          <p:spPr bwMode="auto">
            <a:xfrm>
              <a:off x="3513" y="103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659"/>
            <p:cNvSpPr>
              <a:spLocks noEditPoints="1"/>
            </p:cNvSpPr>
            <p:nvPr/>
          </p:nvSpPr>
          <p:spPr bwMode="auto">
            <a:xfrm>
              <a:off x="350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Oval 660"/>
            <p:cNvSpPr>
              <a:spLocks noChangeArrowheads="1"/>
            </p:cNvSpPr>
            <p:nvPr/>
          </p:nvSpPr>
          <p:spPr bwMode="auto">
            <a:xfrm>
              <a:off x="3400" y="103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661"/>
            <p:cNvSpPr>
              <a:spLocks noEditPoints="1"/>
            </p:cNvSpPr>
            <p:nvPr/>
          </p:nvSpPr>
          <p:spPr bwMode="auto">
            <a:xfrm>
              <a:off x="3391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662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663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664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665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Oval 666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667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Oval 66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66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670"/>
            <p:cNvSpPr>
              <a:spLocks/>
            </p:cNvSpPr>
            <p:nvPr/>
          </p:nvSpPr>
          <p:spPr bwMode="auto">
            <a:xfrm>
              <a:off x="2851" y="887"/>
              <a:ext cx="908" cy="1535"/>
            </a:xfrm>
            <a:custGeom>
              <a:avLst/>
              <a:gdLst>
                <a:gd name="T0" fmla="*/ 114 w 908"/>
                <a:gd name="T1" fmla="*/ 1308 h 1535"/>
                <a:gd name="T2" fmla="*/ 114 w 908"/>
                <a:gd name="T3" fmla="*/ 1080 h 1535"/>
                <a:gd name="T4" fmla="*/ 114 w 908"/>
                <a:gd name="T5" fmla="*/ 853 h 1535"/>
                <a:gd name="T6" fmla="*/ 341 w 908"/>
                <a:gd name="T7" fmla="*/ 1080 h 1535"/>
                <a:gd name="T8" fmla="*/ 567 w 908"/>
                <a:gd name="T9" fmla="*/ 1080 h 1535"/>
                <a:gd name="T10" fmla="*/ 567 w 908"/>
                <a:gd name="T11" fmla="*/ 1308 h 1535"/>
                <a:gd name="T12" fmla="*/ 794 w 908"/>
                <a:gd name="T13" fmla="*/ 1308 h 1535"/>
                <a:gd name="T14" fmla="*/ 794 w 908"/>
                <a:gd name="T15" fmla="*/ 1080 h 1535"/>
                <a:gd name="T16" fmla="*/ 908 w 908"/>
                <a:gd name="T17" fmla="*/ 1080 h 1535"/>
                <a:gd name="T18" fmla="*/ 908 w 908"/>
                <a:gd name="T19" fmla="*/ 1308 h 1535"/>
                <a:gd name="T20" fmla="*/ 908 w 908"/>
                <a:gd name="T21" fmla="*/ 1308 h 1535"/>
                <a:gd name="T22" fmla="*/ 908 w 908"/>
                <a:gd name="T23" fmla="*/ 1535 h 1535"/>
                <a:gd name="T24" fmla="*/ 681 w 908"/>
                <a:gd name="T25" fmla="*/ 1535 h 1535"/>
                <a:gd name="T26" fmla="*/ 681 w 908"/>
                <a:gd name="T27" fmla="*/ 1308 h 1535"/>
                <a:gd name="T28" fmla="*/ 681 w 908"/>
                <a:gd name="T29" fmla="*/ 1535 h 1535"/>
                <a:gd name="T30" fmla="*/ 454 w 908"/>
                <a:gd name="T31" fmla="*/ 1535 h 1535"/>
                <a:gd name="T32" fmla="*/ 454 w 908"/>
                <a:gd name="T33" fmla="*/ 1308 h 1535"/>
                <a:gd name="T34" fmla="*/ 454 w 908"/>
                <a:gd name="T35" fmla="*/ 1080 h 1535"/>
                <a:gd name="T36" fmla="*/ 454 w 908"/>
                <a:gd name="T37" fmla="*/ 853 h 1535"/>
                <a:gd name="T38" fmla="*/ 454 w 908"/>
                <a:gd name="T39" fmla="*/ 1080 h 1535"/>
                <a:gd name="T40" fmla="*/ 681 w 908"/>
                <a:gd name="T41" fmla="*/ 1080 h 1535"/>
                <a:gd name="T42" fmla="*/ 681 w 908"/>
                <a:gd name="T43" fmla="*/ 853 h 1535"/>
                <a:gd name="T44" fmla="*/ 454 w 908"/>
                <a:gd name="T45" fmla="*/ 853 h 1535"/>
                <a:gd name="T46" fmla="*/ 454 w 908"/>
                <a:gd name="T47" fmla="*/ 626 h 1535"/>
                <a:gd name="T48" fmla="*/ 681 w 908"/>
                <a:gd name="T49" fmla="*/ 626 h 1535"/>
                <a:gd name="T50" fmla="*/ 681 w 908"/>
                <a:gd name="T51" fmla="*/ 853 h 1535"/>
                <a:gd name="T52" fmla="*/ 454 w 908"/>
                <a:gd name="T53" fmla="*/ 853 h 1535"/>
                <a:gd name="T54" fmla="*/ 454 w 908"/>
                <a:gd name="T55" fmla="*/ 626 h 1535"/>
                <a:gd name="T56" fmla="*/ 227 w 908"/>
                <a:gd name="T57" fmla="*/ 626 h 1535"/>
                <a:gd name="T58" fmla="*/ 227 w 908"/>
                <a:gd name="T59" fmla="*/ 398 h 1535"/>
                <a:gd name="T60" fmla="*/ 227 w 908"/>
                <a:gd name="T61" fmla="*/ 626 h 1535"/>
                <a:gd name="T62" fmla="*/ 0 w 908"/>
                <a:gd name="T63" fmla="*/ 626 h 1535"/>
                <a:gd name="T64" fmla="*/ 0 w 908"/>
                <a:gd name="T65" fmla="*/ 398 h 1535"/>
                <a:gd name="T66" fmla="*/ 0 w 908"/>
                <a:gd name="T67" fmla="*/ 171 h 1535"/>
                <a:gd name="T68" fmla="*/ 0 w 908"/>
                <a:gd name="T69" fmla="*/ 0 h 1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08" h="1535">
                  <a:moveTo>
                    <a:pt x="114" y="1308"/>
                  </a:moveTo>
                  <a:lnTo>
                    <a:pt x="114" y="1080"/>
                  </a:lnTo>
                  <a:lnTo>
                    <a:pt x="114" y="853"/>
                  </a:lnTo>
                  <a:lnTo>
                    <a:pt x="341" y="1080"/>
                  </a:lnTo>
                  <a:lnTo>
                    <a:pt x="567" y="1080"/>
                  </a:lnTo>
                  <a:lnTo>
                    <a:pt x="567" y="1308"/>
                  </a:lnTo>
                  <a:lnTo>
                    <a:pt x="794" y="1308"/>
                  </a:lnTo>
                  <a:lnTo>
                    <a:pt x="794" y="1080"/>
                  </a:lnTo>
                  <a:lnTo>
                    <a:pt x="908" y="1080"/>
                  </a:lnTo>
                  <a:lnTo>
                    <a:pt x="908" y="1308"/>
                  </a:lnTo>
                  <a:lnTo>
                    <a:pt x="908" y="1308"/>
                  </a:lnTo>
                  <a:lnTo>
                    <a:pt x="908" y="1535"/>
                  </a:lnTo>
                  <a:lnTo>
                    <a:pt x="681" y="1535"/>
                  </a:lnTo>
                  <a:lnTo>
                    <a:pt x="681" y="1308"/>
                  </a:lnTo>
                  <a:lnTo>
                    <a:pt x="681" y="1535"/>
                  </a:lnTo>
                  <a:lnTo>
                    <a:pt x="454" y="1535"/>
                  </a:lnTo>
                  <a:lnTo>
                    <a:pt x="454" y="1308"/>
                  </a:lnTo>
                  <a:lnTo>
                    <a:pt x="454" y="1080"/>
                  </a:lnTo>
                  <a:lnTo>
                    <a:pt x="454" y="853"/>
                  </a:lnTo>
                  <a:lnTo>
                    <a:pt x="454" y="1080"/>
                  </a:lnTo>
                  <a:lnTo>
                    <a:pt x="681" y="1080"/>
                  </a:lnTo>
                  <a:lnTo>
                    <a:pt x="681" y="853"/>
                  </a:lnTo>
                  <a:lnTo>
                    <a:pt x="454" y="853"/>
                  </a:lnTo>
                  <a:lnTo>
                    <a:pt x="454" y="626"/>
                  </a:lnTo>
                  <a:lnTo>
                    <a:pt x="681" y="626"/>
                  </a:lnTo>
                  <a:lnTo>
                    <a:pt x="681" y="853"/>
                  </a:lnTo>
                  <a:lnTo>
                    <a:pt x="454" y="853"/>
                  </a:lnTo>
                  <a:lnTo>
                    <a:pt x="454" y="626"/>
                  </a:lnTo>
                  <a:lnTo>
                    <a:pt x="227" y="626"/>
                  </a:lnTo>
                  <a:lnTo>
                    <a:pt x="227" y="398"/>
                  </a:lnTo>
                  <a:lnTo>
                    <a:pt x="227" y="626"/>
                  </a:lnTo>
                  <a:lnTo>
                    <a:pt x="0" y="626"/>
                  </a:lnTo>
                  <a:lnTo>
                    <a:pt x="0" y="398"/>
                  </a:lnTo>
                  <a:lnTo>
                    <a:pt x="0" y="171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66FF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Oval 67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67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Oval 673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674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Oval 675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676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Oval 677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678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Oval 679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680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Oval 681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682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Oval 683"/>
            <p:cNvSpPr>
              <a:spLocks noChangeArrowheads="1"/>
            </p:cNvSpPr>
            <p:nvPr/>
          </p:nvSpPr>
          <p:spPr bwMode="auto">
            <a:xfrm>
              <a:off x="3627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684"/>
            <p:cNvSpPr>
              <a:spLocks noEditPoints="1"/>
            </p:cNvSpPr>
            <p:nvPr/>
          </p:nvSpPr>
          <p:spPr bwMode="auto">
            <a:xfrm>
              <a:off x="3617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Oval 685"/>
            <p:cNvSpPr>
              <a:spLocks noChangeArrowheads="1"/>
            </p:cNvSpPr>
            <p:nvPr/>
          </p:nvSpPr>
          <p:spPr bwMode="auto">
            <a:xfrm>
              <a:off x="3627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686"/>
            <p:cNvSpPr>
              <a:spLocks noEditPoints="1"/>
            </p:cNvSpPr>
            <p:nvPr/>
          </p:nvSpPr>
          <p:spPr bwMode="auto">
            <a:xfrm>
              <a:off x="3617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Oval 687"/>
            <p:cNvSpPr>
              <a:spLocks noChangeArrowheads="1"/>
            </p:cNvSpPr>
            <p:nvPr/>
          </p:nvSpPr>
          <p:spPr bwMode="auto">
            <a:xfrm>
              <a:off x="3740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688"/>
            <p:cNvSpPr>
              <a:spLocks noEditPoints="1"/>
            </p:cNvSpPr>
            <p:nvPr/>
          </p:nvSpPr>
          <p:spPr bwMode="auto">
            <a:xfrm>
              <a:off x="373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Oval 689"/>
            <p:cNvSpPr>
              <a:spLocks noChangeArrowheads="1"/>
            </p:cNvSpPr>
            <p:nvPr/>
          </p:nvSpPr>
          <p:spPr bwMode="auto">
            <a:xfrm>
              <a:off x="3740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690"/>
            <p:cNvSpPr>
              <a:spLocks noEditPoints="1"/>
            </p:cNvSpPr>
            <p:nvPr/>
          </p:nvSpPr>
          <p:spPr bwMode="auto">
            <a:xfrm>
              <a:off x="373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691"/>
            <p:cNvSpPr>
              <a:spLocks noChangeArrowheads="1"/>
            </p:cNvSpPr>
            <p:nvPr/>
          </p:nvSpPr>
          <p:spPr bwMode="auto">
            <a:xfrm>
              <a:off x="3740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692"/>
            <p:cNvSpPr>
              <a:spLocks noEditPoints="1"/>
            </p:cNvSpPr>
            <p:nvPr/>
          </p:nvSpPr>
          <p:spPr bwMode="auto">
            <a:xfrm>
              <a:off x="373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693"/>
            <p:cNvSpPr>
              <a:spLocks noChangeArrowheads="1"/>
            </p:cNvSpPr>
            <p:nvPr/>
          </p:nvSpPr>
          <p:spPr bwMode="auto">
            <a:xfrm>
              <a:off x="3740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694"/>
            <p:cNvSpPr>
              <a:spLocks noEditPoints="1"/>
            </p:cNvSpPr>
            <p:nvPr/>
          </p:nvSpPr>
          <p:spPr bwMode="auto">
            <a:xfrm>
              <a:off x="373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695"/>
            <p:cNvSpPr>
              <a:spLocks noChangeArrowheads="1"/>
            </p:cNvSpPr>
            <p:nvPr/>
          </p:nvSpPr>
          <p:spPr bwMode="auto">
            <a:xfrm>
              <a:off x="3513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696"/>
            <p:cNvSpPr>
              <a:spLocks noEditPoints="1"/>
            </p:cNvSpPr>
            <p:nvPr/>
          </p:nvSpPr>
          <p:spPr bwMode="auto">
            <a:xfrm>
              <a:off x="350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697"/>
            <p:cNvSpPr>
              <a:spLocks noChangeArrowheads="1"/>
            </p:cNvSpPr>
            <p:nvPr/>
          </p:nvSpPr>
          <p:spPr bwMode="auto">
            <a:xfrm>
              <a:off x="3513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698"/>
            <p:cNvSpPr>
              <a:spLocks noEditPoints="1"/>
            </p:cNvSpPr>
            <p:nvPr/>
          </p:nvSpPr>
          <p:spPr bwMode="auto">
            <a:xfrm>
              <a:off x="350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699"/>
            <p:cNvSpPr>
              <a:spLocks noChangeArrowheads="1"/>
            </p:cNvSpPr>
            <p:nvPr/>
          </p:nvSpPr>
          <p:spPr bwMode="auto">
            <a:xfrm>
              <a:off x="3513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00"/>
            <p:cNvSpPr>
              <a:spLocks noEditPoints="1"/>
            </p:cNvSpPr>
            <p:nvPr/>
          </p:nvSpPr>
          <p:spPr bwMode="auto">
            <a:xfrm>
              <a:off x="350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701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02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703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04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705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06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707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08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709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10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711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12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713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14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Oval 715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716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717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718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719"/>
            <p:cNvSpPr>
              <a:spLocks noChangeArrowheads="1"/>
            </p:cNvSpPr>
            <p:nvPr/>
          </p:nvSpPr>
          <p:spPr bwMode="auto">
            <a:xfrm>
              <a:off x="3513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720"/>
            <p:cNvSpPr>
              <a:spLocks noEditPoints="1"/>
            </p:cNvSpPr>
            <p:nvPr/>
          </p:nvSpPr>
          <p:spPr bwMode="auto">
            <a:xfrm>
              <a:off x="350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Oval 721"/>
            <p:cNvSpPr>
              <a:spLocks noChangeArrowheads="1"/>
            </p:cNvSpPr>
            <p:nvPr/>
          </p:nvSpPr>
          <p:spPr bwMode="auto">
            <a:xfrm>
              <a:off x="3513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722"/>
            <p:cNvSpPr>
              <a:spLocks noEditPoints="1"/>
            </p:cNvSpPr>
            <p:nvPr/>
          </p:nvSpPr>
          <p:spPr bwMode="auto">
            <a:xfrm>
              <a:off x="350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Oval 723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724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725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726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727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728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Oval 729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730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731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732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733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734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735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736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737"/>
            <p:cNvSpPr>
              <a:spLocks noChangeArrowheads="1"/>
            </p:cNvSpPr>
            <p:nvPr/>
          </p:nvSpPr>
          <p:spPr bwMode="auto">
            <a:xfrm>
              <a:off x="2833" y="1039"/>
              <a:ext cx="36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738"/>
            <p:cNvSpPr>
              <a:spLocks noEditPoints="1"/>
            </p:cNvSpPr>
            <p:nvPr/>
          </p:nvSpPr>
          <p:spPr bwMode="auto">
            <a:xfrm>
              <a:off x="2823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73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74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741"/>
            <p:cNvSpPr>
              <a:spLocks/>
            </p:cNvSpPr>
            <p:nvPr/>
          </p:nvSpPr>
          <p:spPr bwMode="auto">
            <a:xfrm>
              <a:off x="2284" y="944"/>
              <a:ext cx="1475" cy="2274"/>
            </a:xfrm>
            <a:custGeom>
              <a:avLst/>
              <a:gdLst>
                <a:gd name="T0" fmla="*/ 681 w 1475"/>
                <a:gd name="T1" fmla="*/ 1251 h 2274"/>
                <a:gd name="T2" fmla="*/ 1248 w 1475"/>
                <a:gd name="T3" fmla="*/ 1137 h 2274"/>
                <a:gd name="T4" fmla="*/ 1361 w 1475"/>
                <a:gd name="T5" fmla="*/ 1251 h 2274"/>
                <a:gd name="T6" fmla="*/ 1134 w 1475"/>
                <a:gd name="T7" fmla="*/ 1365 h 2274"/>
                <a:gd name="T8" fmla="*/ 908 w 1475"/>
                <a:gd name="T9" fmla="*/ 1592 h 2274"/>
                <a:gd name="T10" fmla="*/ 681 w 1475"/>
                <a:gd name="T11" fmla="*/ 1819 h 2274"/>
                <a:gd name="T12" fmla="*/ 1021 w 1475"/>
                <a:gd name="T13" fmla="*/ 1933 h 2274"/>
                <a:gd name="T14" fmla="*/ 681 w 1475"/>
                <a:gd name="T15" fmla="*/ 2160 h 2274"/>
                <a:gd name="T16" fmla="*/ 567 w 1475"/>
                <a:gd name="T17" fmla="*/ 2274 h 2274"/>
                <a:gd name="T18" fmla="*/ 340 w 1475"/>
                <a:gd name="T19" fmla="*/ 2047 h 2274"/>
                <a:gd name="T20" fmla="*/ 113 w 1475"/>
                <a:gd name="T21" fmla="*/ 1706 h 2274"/>
                <a:gd name="T22" fmla="*/ 0 w 1475"/>
                <a:gd name="T23" fmla="*/ 1706 h 2274"/>
                <a:gd name="T24" fmla="*/ 227 w 1475"/>
                <a:gd name="T25" fmla="*/ 1478 h 2274"/>
                <a:gd name="T26" fmla="*/ 454 w 1475"/>
                <a:gd name="T27" fmla="*/ 1251 h 2274"/>
                <a:gd name="T28" fmla="*/ 567 w 1475"/>
                <a:gd name="T29" fmla="*/ 1023 h 2274"/>
                <a:gd name="T30" fmla="*/ 794 w 1475"/>
                <a:gd name="T31" fmla="*/ 796 h 2274"/>
                <a:gd name="T32" fmla="*/ 1021 w 1475"/>
                <a:gd name="T33" fmla="*/ 569 h 2274"/>
                <a:gd name="T34" fmla="*/ 1248 w 1475"/>
                <a:gd name="T35" fmla="*/ 341 h 2274"/>
                <a:gd name="T36" fmla="*/ 1475 w 1475"/>
                <a:gd name="T37" fmla="*/ 228 h 2274"/>
                <a:gd name="T38" fmla="*/ 1134 w 1475"/>
                <a:gd name="T39" fmla="*/ 0 h 2274"/>
                <a:gd name="T40" fmla="*/ 1021 w 1475"/>
                <a:gd name="T41" fmla="*/ 228 h 2274"/>
                <a:gd name="T42" fmla="*/ 1361 w 1475"/>
                <a:gd name="T43" fmla="*/ 455 h 2274"/>
                <a:gd name="T44" fmla="*/ 1021 w 1475"/>
                <a:gd name="T45" fmla="*/ 569 h 2274"/>
                <a:gd name="T46" fmla="*/ 908 w 1475"/>
                <a:gd name="T47" fmla="*/ 796 h 2274"/>
                <a:gd name="T48" fmla="*/ 681 w 1475"/>
                <a:gd name="T49" fmla="*/ 455 h 2274"/>
                <a:gd name="T50" fmla="*/ 454 w 1475"/>
                <a:gd name="T51" fmla="*/ 228 h 2274"/>
                <a:gd name="T52" fmla="*/ 340 w 1475"/>
                <a:gd name="T53" fmla="*/ 0 h 2274"/>
                <a:gd name="T54" fmla="*/ 227 w 1475"/>
                <a:gd name="T55" fmla="*/ 0 h 2274"/>
                <a:gd name="T56" fmla="*/ 567 w 1475"/>
                <a:gd name="T57" fmla="*/ 114 h 2274"/>
                <a:gd name="T58" fmla="*/ 908 w 1475"/>
                <a:gd name="T59" fmla="*/ 228 h 2274"/>
                <a:gd name="T60" fmla="*/ 567 w 1475"/>
                <a:gd name="T61" fmla="*/ 455 h 2274"/>
                <a:gd name="T62" fmla="*/ 340 w 1475"/>
                <a:gd name="T63" fmla="*/ 114 h 2274"/>
                <a:gd name="T64" fmla="*/ 227 w 1475"/>
                <a:gd name="T65" fmla="*/ 0 h 2274"/>
                <a:gd name="T66" fmla="*/ 567 w 1475"/>
                <a:gd name="T67" fmla="*/ 0 h 2274"/>
                <a:gd name="T68" fmla="*/ 794 w 1475"/>
                <a:gd name="T69" fmla="*/ 0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75" h="2274">
                  <a:moveTo>
                    <a:pt x="681" y="1251"/>
                  </a:moveTo>
                  <a:lnTo>
                    <a:pt x="1248" y="1137"/>
                  </a:lnTo>
                  <a:lnTo>
                    <a:pt x="1361" y="1251"/>
                  </a:lnTo>
                  <a:lnTo>
                    <a:pt x="1134" y="1365"/>
                  </a:lnTo>
                  <a:lnTo>
                    <a:pt x="908" y="1592"/>
                  </a:lnTo>
                  <a:lnTo>
                    <a:pt x="681" y="1819"/>
                  </a:lnTo>
                  <a:lnTo>
                    <a:pt x="1021" y="1933"/>
                  </a:lnTo>
                  <a:lnTo>
                    <a:pt x="681" y="2160"/>
                  </a:lnTo>
                  <a:lnTo>
                    <a:pt x="567" y="2274"/>
                  </a:lnTo>
                  <a:lnTo>
                    <a:pt x="340" y="2047"/>
                  </a:lnTo>
                  <a:lnTo>
                    <a:pt x="113" y="1706"/>
                  </a:lnTo>
                  <a:lnTo>
                    <a:pt x="0" y="1706"/>
                  </a:lnTo>
                  <a:lnTo>
                    <a:pt x="227" y="1478"/>
                  </a:lnTo>
                  <a:lnTo>
                    <a:pt x="454" y="1251"/>
                  </a:lnTo>
                  <a:lnTo>
                    <a:pt x="567" y="1023"/>
                  </a:lnTo>
                  <a:lnTo>
                    <a:pt x="794" y="796"/>
                  </a:lnTo>
                  <a:lnTo>
                    <a:pt x="1021" y="569"/>
                  </a:lnTo>
                  <a:lnTo>
                    <a:pt x="1248" y="341"/>
                  </a:lnTo>
                  <a:lnTo>
                    <a:pt x="1475" y="228"/>
                  </a:lnTo>
                  <a:lnTo>
                    <a:pt x="1134" y="0"/>
                  </a:lnTo>
                  <a:lnTo>
                    <a:pt x="1021" y="228"/>
                  </a:lnTo>
                  <a:lnTo>
                    <a:pt x="1361" y="455"/>
                  </a:lnTo>
                  <a:lnTo>
                    <a:pt x="1021" y="569"/>
                  </a:lnTo>
                  <a:lnTo>
                    <a:pt x="908" y="796"/>
                  </a:lnTo>
                  <a:lnTo>
                    <a:pt x="681" y="455"/>
                  </a:lnTo>
                  <a:lnTo>
                    <a:pt x="454" y="228"/>
                  </a:lnTo>
                  <a:lnTo>
                    <a:pt x="340" y="0"/>
                  </a:lnTo>
                  <a:lnTo>
                    <a:pt x="227" y="0"/>
                  </a:lnTo>
                  <a:lnTo>
                    <a:pt x="567" y="114"/>
                  </a:lnTo>
                  <a:lnTo>
                    <a:pt x="908" y="228"/>
                  </a:lnTo>
                  <a:lnTo>
                    <a:pt x="567" y="455"/>
                  </a:lnTo>
                  <a:lnTo>
                    <a:pt x="340" y="114"/>
                  </a:lnTo>
                  <a:lnTo>
                    <a:pt x="227" y="0"/>
                  </a:lnTo>
                  <a:lnTo>
                    <a:pt x="567" y="0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99FF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Oval 74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74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Oval 744"/>
            <p:cNvSpPr>
              <a:spLocks noChangeArrowheads="1"/>
            </p:cNvSpPr>
            <p:nvPr/>
          </p:nvSpPr>
          <p:spPr bwMode="auto">
            <a:xfrm>
              <a:off x="3513" y="206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745"/>
            <p:cNvSpPr>
              <a:spLocks noEditPoints="1"/>
            </p:cNvSpPr>
            <p:nvPr/>
          </p:nvSpPr>
          <p:spPr bwMode="auto">
            <a:xfrm>
              <a:off x="350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Oval 746"/>
            <p:cNvSpPr>
              <a:spLocks noChangeArrowheads="1"/>
            </p:cNvSpPr>
            <p:nvPr/>
          </p:nvSpPr>
          <p:spPr bwMode="auto">
            <a:xfrm>
              <a:off x="3627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747"/>
            <p:cNvSpPr>
              <a:spLocks noEditPoints="1"/>
            </p:cNvSpPr>
            <p:nvPr/>
          </p:nvSpPr>
          <p:spPr bwMode="auto">
            <a:xfrm>
              <a:off x="3617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Oval 748"/>
            <p:cNvSpPr>
              <a:spLocks noChangeArrowheads="1"/>
            </p:cNvSpPr>
            <p:nvPr/>
          </p:nvSpPr>
          <p:spPr bwMode="auto">
            <a:xfrm>
              <a:off x="3400" y="229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749"/>
            <p:cNvSpPr>
              <a:spLocks noEditPoints="1"/>
            </p:cNvSpPr>
            <p:nvPr/>
          </p:nvSpPr>
          <p:spPr bwMode="auto">
            <a:xfrm>
              <a:off x="339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Oval 750"/>
            <p:cNvSpPr>
              <a:spLocks noChangeArrowheads="1"/>
            </p:cNvSpPr>
            <p:nvPr/>
          </p:nvSpPr>
          <p:spPr bwMode="auto">
            <a:xfrm>
              <a:off x="3173" y="2518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751"/>
            <p:cNvSpPr>
              <a:spLocks noEditPoints="1"/>
            </p:cNvSpPr>
            <p:nvPr/>
          </p:nvSpPr>
          <p:spPr bwMode="auto">
            <a:xfrm>
              <a:off x="3164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Oval 752"/>
            <p:cNvSpPr>
              <a:spLocks noChangeArrowheads="1"/>
            </p:cNvSpPr>
            <p:nvPr/>
          </p:nvSpPr>
          <p:spPr bwMode="auto">
            <a:xfrm>
              <a:off x="2946" y="274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753"/>
            <p:cNvSpPr>
              <a:spLocks noEditPoints="1"/>
            </p:cNvSpPr>
            <p:nvPr/>
          </p:nvSpPr>
          <p:spPr bwMode="auto">
            <a:xfrm>
              <a:off x="293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Oval 754"/>
            <p:cNvSpPr>
              <a:spLocks noChangeArrowheads="1"/>
            </p:cNvSpPr>
            <p:nvPr/>
          </p:nvSpPr>
          <p:spPr bwMode="auto">
            <a:xfrm>
              <a:off x="3286" y="2859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755"/>
            <p:cNvSpPr>
              <a:spLocks noEditPoints="1"/>
            </p:cNvSpPr>
            <p:nvPr/>
          </p:nvSpPr>
          <p:spPr bwMode="auto">
            <a:xfrm>
              <a:off x="3277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756"/>
            <p:cNvSpPr>
              <a:spLocks noChangeArrowheads="1"/>
            </p:cNvSpPr>
            <p:nvPr/>
          </p:nvSpPr>
          <p:spPr bwMode="auto">
            <a:xfrm>
              <a:off x="2946" y="308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757"/>
            <p:cNvSpPr>
              <a:spLocks noEditPoints="1"/>
            </p:cNvSpPr>
            <p:nvPr/>
          </p:nvSpPr>
          <p:spPr bwMode="auto">
            <a:xfrm>
              <a:off x="2937" y="307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758"/>
            <p:cNvSpPr>
              <a:spLocks noChangeArrowheads="1"/>
            </p:cNvSpPr>
            <p:nvPr/>
          </p:nvSpPr>
          <p:spPr bwMode="auto">
            <a:xfrm>
              <a:off x="2833" y="3200"/>
              <a:ext cx="36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759"/>
            <p:cNvSpPr>
              <a:spLocks noEditPoints="1"/>
            </p:cNvSpPr>
            <p:nvPr/>
          </p:nvSpPr>
          <p:spPr bwMode="auto">
            <a:xfrm>
              <a:off x="2823" y="3190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760"/>
            <p:cNvSpPr>
              <a:spLocks noChangeArrowheads="1"/>
            </p:cNvSpPr>
            <p:nvPr/>
          </p:nvSpPr>
          <p:spPr bwMode="auto">
            <a:xfrm>
              <a:off x="2606" y="2972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761"/>
            <p:cNvSpPr>
              <a:spLocks noEditPoints="1"/>
            </p:cNvSpPr>
            <p:nvPr/>
          </p:nvSpPr>
          <p:spPr bwMode="auto">
            <a:xfrm>
              <a:off x="259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762"/>
            <p:cNvSpPr>
              <a:spLocks noChangeArrowheads="1"/>
            </p:cNvSpPr>
            <p:nvPr/>
          </p:nvSpPr>
          <p:spPr bwMode="auto">
            <a:xfrm>
              <a:off x="2379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763"/>
            <p:cNvSpPr>
              <a:spLocks noEditPoints="1"/>
            </p:cNvSpPr>
            <p:nvPr/>
          </p:nvSpPr>
          <p:spPr bwMode="auto">
            <a:xfrm>
              <a:off x="237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764"/>
            <p:cNvSpPr>
              <a:spLocks noChangeArrowheads="1"/>
            </p:cNvSpPr>
            <p:nvPr/>
          </p:nvSpPr>
          <p:spPr bwMode="auto">
            <a:xfrm>
              <a:off x="2265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765"/>
            <p:cNvSpPr>
              <a:spLocks noEditPoints="1"/>
            </p:cNvSpPr>
            <p:nvPr/>
          </p:nvSpPr>
          <p:spPr bwMode="auto">
            <a:xfrm>
              <a:off x="2256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766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767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768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769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770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771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772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773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774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775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776"/>
            <p:cNvSpPr>
              <a:spLocks noChangeArrowheads="1"/>
            </p:cNvSpPr>
            <p:nvPr/>
          </p:nvSpPr>
          <p:spPr bwMode="auto">
            <a:xfrm>
              <a:off x="3513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777"/>
            <p:cNvSpPr>
              <a:spLocks noEditPoints="1"/>
            </p:cNvSpPr>
            <p:nvPr/>
          </p:nvSpPr>
          <p:spPr bwMode="auto">
            <a:xfrm>
              <a:off x="350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778"/>
            <p:cNvSpPr>
              <a:spLocks noChangeArrowheads="1"/>
            </p:cNvSpPr>
            <p:nvPr/>
          </p:nvSpPr>
          <p:spPr bwMode="auto">
            <a:xfrm>
              <a:off x="3740" y="115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779"/>
            <p:cNvSpPr>
              <a:spLocks noEditPoints="1"/>
            </p:cNvSpPr>
            <p:nvPr/>
          </p:nvSpPr>
          <p:spPr bwMode="auto">
            <a:xfrm>
              <a:off x="373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780"/>
            <p:cNvSpPr>
              <a:spLocks noChangeArrowheads="1"/>
            </p:cNvSpPr>
            <p:nvPr/>
          </p:nvSpPr>
          <p:spPr bwMode="auto">
            <a:xfrm>
              <a:off x="3400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781"/>
            <p:cNvSpPr>
              <a:spLocks noEditPoints="1"/>
            </p:cNvSpPr>
            <p:nvPr/>
          </p:nvSpPr>
          <p:spPr bwMode="auto">
            <a:xfrm>
              <a:off x="339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782"/>
            <p:cNvSpPr>
              <a:spLocks noChangeArrowheads="1"/>
            </p:cNvSpPr>
            <p:nvPr/>
          </p:nvSpPr>
          <p:spPr bwMode="auto">
            <a:xfrm>
              <a:off x="3286" y="115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783"/>
            <p:cNvSpPr>
              <a:spLocks noEditPoints="1"/>
            </p:cNvSpPr>
            <p:nvPr/>
          </p:nvSpPr>
          <p:spPr bwMode="auto">
            <a:xfrm>
              <a:off x="327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784"/>
            <p:cNvSpPr>
              <a:spLocks noChangeArrowheads="1"/>
            </p:cNvSpPr>
            <p:nvPr/>
          </p:nvSpPr>
          <p:spPr bwMode="auto">
            <a:xfrm>
              <a:off x="3627" y="138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785"/>
            <p:cNvSpPr>
              <a:spLocks noEditPoints="1"/>
            </p:cNvSpPr>
            <p:nvPr/>
          </p:nvSpPr>
          <p:spPr bwMode="auto">
            <a:xfrm>
              <a:off x="3617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786"/>
            <p:cNvSpPr>
              <a:spLocks noChangeArrowheads="1"/>
            </p:cNvSpPr>
            <p:nvPr/>
          </p:nvSpPr>
          <p:spPr bwMode="auto">
            <a:xfrm>
              <a:off x="3286" y="149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787"/>
            <p:cNvSpPr>
              <a:spLocks noEditPoints="1"/>
            </p:cNvSpPr>
            <p:nvPr/>
          </p:nvSpPr>
          <p:spPr bwMode="auto">
            <a:xfrm>
              <a:off x="327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788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789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790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791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Oval 792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793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794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795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Oval 796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797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Oval 798"/>
            <p:cNvSpPr>
              <a:spLocks noChangeArrowheads="1"/>
            </p:cNvSpPr>
            <p:nvPr/>
          </p:nvSpPr>
          <p:spPr bwMode="auto">
            <a:xfrm>
              <a:off x="2833" y="1039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799"/>
            <p:cNvSpPr>
              <a:spLocks noEditPoints="1"/>
            </p:cNvSpPr>
            <p:nvPr/>
          </p:nvSpPr>
          <p:spPr bwMode="auto">
            <a:xfrm>
              <a:off x="2823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Oval 800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801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802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803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Oval 804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805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Oval 806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807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1009"/>
          <p:cNvGrpSpPr>
            <a:grpSpLocks/>
          </p:cNvGrpSpPr>
          <p:nvPr/>
        </p:nvGrpSpPr>
        <p:grpSpPr bwMode="auto">
          <a:xfrm>
            <a:off x="3581400" y="1374776"/>
            <a:ext cx="2428875" cy="2514600"/>
            <a:chOff x="2256" y="866"/>
            <a:chExt cx="1530" cy="1584"/>
          </a:xfrm>
        </p:grpSpPr>
        <p:sp>
          <p:nvSpPr>
            <p:cNvPr id="133" name="Oval 809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810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811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812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81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81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815"/>
            <p:cNvSpPr>
              <a:spLocks/>
            </p:cNvSpPr>
            <p:nvPr/>
          </p:nvSpPr>
          <p:spPr bwMode="auto">
            <a:xfrm>
              <a:off x="2397" y="944"/>
              <a:ext cx="568" cy="1251"/>
            </a:xfrm>
            <a:custGeom>
              <a:avLst/>
              <a:gdLst>
                <a:gd name="T0" fmla="*/ 568 w 568"/>
                <a:gd name="T1" fmla="*/ 1251 h 1251"/>
                <a:gd name="T2" fmla="*/ 341 w 568"/>
                <a:gd name="T3" fmla="*/ 1251 h 1251"/>
                <a:gd name="T4" fmla="*/ 341 w 568"/>
                <a:gd name="T5" fmla="*/ 1023 h 1251"/>
                <a:gd name="T6" fmla="*/ 227 w 568"/>
                <a:gd name="T7" fmla="*/ 796 h 1251"/>
                <a:gd name="T8" fmla="*/ 227 w 568"/>
                <a:gd name="T9" fmla="*/ 682 h 1251"/>
                <a:gd name="T10" fmla="*/ 114 w 568"/>
                <a:gd name="T11" fmla="*/ 455 h 1251"/>
                <a:gd name="T12" fmla="*/ 0 w 568"/>
                <a:gd name="T13" fmla="*/ 341 h 1251"/>
                <a:gd name="T14" fmla="*/ 0 w 568"/>
                <a:gd name="T15" fmla="*/ 114 h 1251"/>
                <a:gd name="T16" fmla="*/ 0 w 568"/>
                <a:gd name="T17" fmla="*/ 0 h 1251"/>
                <a:gd name="T18" fmla="*/ 114 w 568"/>
                <a:gd name="T19" fmla="*/ 0 h 1251"/>
                <a:gd name="T20" fmla="*/ 227 w 568"/>
                <a:gd name="T21" fmla="*/ 228 h 1251"/>
                <a:gd name="T22" fmla="*/ 341 w 568"/>
                <a:gd name="T23" fmla="*/ 114 h 1251"/>
                <a:gd name="T24" fmla="*/ 454 w 568"/>
                <a:gd name="T25" fmla="*/ 0 h 1251"/>
                <a:gd name="T26" fmla="*/ 568 w 568"/>
                <a:gd name="T2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8" h="1251">
                  <a:moveTo>
                    <a:pt x="568" y="1251"/>
                  </a:moveTo>
                  <a:lnTo>
                    <a:pt x="341" y="1251"/>
                  </a:lnTo>
                  <a:lnTo>
                    <a:pt x="341" y="1023"/>
                  </a:lnTo>
                  <a:lnTo>
                    <a:pt x="227" y="796"/>
                  </a:lnTo>
                  <a:lnTo>
                    <a:pt x="227" y="682"/>
                  </a:lnTo>
                  <a:lnTo>
                    <a:pt x="114" y="455"/>
                  </a:lnTo>
                  <a:lnTo>
                    <a:pt x="0" y="341"/>
                  </a:lnTo>
                  <a:lnTo>
                    <a:pt x="0" y="114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227" y="228"/>
                  </a:lnTo>
                  <a:lnTo>
                    <a:pt x="341" y="114"/>
                  </a:lnTo>
                  <a:lnTo>
                    <a:pt x="454" y="0"/>
                  </a:lnTo>
                  <a:lnTo>
                    <a:pt x="568" y="0"/>
                  </a:lnTo>
                </a:path>
              </a:pathLst>
            </a:custGeom>
            <a:noFill/>
            <a:ln w="28575" cap="flat">
              <a:solidFill>
                <a:srgbClr val="CCFF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81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81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Oval 818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819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Oval 820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821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Oval 822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823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Oval 824"/>
            <p:cNvSpPr>
              <a:spLocks noChangeArrowheads="1"/>
            </p:cNvSpPr>
            <p:nvPr/>
          </p:nvSpPr>
          <p:spPr bwMode="auto">
            <a:xfrm>
              <a:off x="2606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825"/>
            <p:cNvSpPr>
              <a:spLocks noEditPoints="1"/>
            </p:cNvSpPr>
            <p:nvPr/>
          </p:nvSpPr>
          <p:spPr bwMode="auto">
            <a:xfrm>
              <a:off x="259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Oval 826"/>
            <p:cNvSpPr>
              <a:spLocks noChangeArrowheads="1"/>
            </p:cNvSpPr>
            <p:nvPr/>
          </p:nvSpPr>
          <p:spPr bwMode="auto">
            <a:xfrm>
              <a:off x="2492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827"/>
            <p:cNvSpPr>
              <a:spLocks noEditPoints="1"/>
            </p:cNvSpPr>
            <p:nvPr/>
          </p:nvSpPr>
          <p:spPr bwMode="auto">
            <a:xfrm>
              <a:off x="2483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Oval 828"/>
            <p:cNvSpPr>
              <a:spLocks noChangeArrowheads="1"/>
            </p:cNvSpPr>
            <p:nvPr/>
          </p:nvSpPr>
          <p:spPr bwMode="auto">
            <a:xfrm>
              <a:off x="2379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829"/>
            <p:cNvSpPr>
              <a:spLocks noEditPoints="1"/>
            </p:cNvSpPr>
            <p:nvPr/>
          </p:nvSpPr>
          <p:spPr bwMode="auto">
            <a:xfrm>
              <a:off x="237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Oval 830"/>
            <p:cNvSpPr>
              <a:spLocks noChangeArrowheads="1"/>
            </p:cNvSpPr>
            <p:nvPr/>
          </p:nvSpPr>
          <p:spPr bwMode="auto">
            <a:xfrm>
              <a:off x="2379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831"/>
            <p:cNvSpPr>
              <a:spLocks noEditPoints="1"/>
            </p:cNvSpPr>
            <p:nvPr/>
          </p:nvSpPr>
          <p:spPr bwMode="auto">
            <a:xfrm>
              <a:off x="237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Oval 832"/>
            <p:cNvSpPr>
              <a:spLocks noChangeArrowheads="1"/>
            </p:cNvSpPr>
            <p:nvPr/>
          </p:nvSpPr>
          <p:spPr bwMode="auto">
            <a:xfrm>
              <a:off x="2379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833"/>
            <p:cNvSpPr>
              <a:spLocks noEditPoints="1"/>
            </p:cNvSpPr>
            <p:nvPr/>
          </p:nvSpPr>
          <p:spPr bwMode="auto">
            <a:xfrm>
              <a:off x="237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Oval 834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835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Oval 836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837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Oval 838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839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Oval 840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841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Oval 842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843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84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84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846"/>
            <p:cNvSpPr>
              <a:spLocks/>
            </p:cNvSpPr>
            <p:nvPr/>
          </p:nvSpPr>
          <p:spPr bwMode="auto">
            <a:xfrm>
              <a:off x="2397" y="944"/>
              <a:ext cx="681" cy="1251"/>
            </a:xfrm>
            <a:custGeom>
              <a:avLst/>
              <a:gdLst>
                <a:gd name="T0" fmla="*/ 568 w 681"/>
                <a:gd name="T1" fmla="*/ 1251 h 1251"/>
                <a:gd name="T2" fmla="*/ 454 w 681"/>
                <a:gd name="T3" fmla="*/ 1023 h 1251"/>
                <a:gd name="T4" fmla="*/ 341 w 681"/>
                <a:gd name="T5" fmla="*/ 796 h 1251"/>
                <a:gd name="T6" fmla="*/ 341 w 681"/>
                <a:gd name="T7" fmla="*/ 569 h 1251"/>
                <a:gd name="T8" fmla="*/ 227 w 681"/>
                <a:gd name="T9" fmla="*/ 341 h 1251"/>
                <a:gd name="T10" fmla="*/ 114 w 681"/>
                <a:gd name="T11" fmla="*/ 114 h 1251"/>
                <a:gd name="T12" fmla="*/ 114 w 681"/>
                <a:gd name="T13" fmla="*/ 0 h 1251"/>
                <a:gd name="T14" fmla="*/ 114 w 681"/>
                <a:gd name="T15" fmla="*/ 0 h 1251"/>
                <a:gd name="T16" fmla="*/ 114 w 681"/>
                <a:gd name="T17" fmla="*/ 0 h 1251"/>
                <a:gd name="T18" fmla="*/ 114 w 681"/>
                <a:gd name="T19" fmla="*/ 0 h 1251"/>
                <a:gd name="T20" fmla="*/ 227 w 681"/>
                <a:gd name="T21" fmla="*/ 0 h 1251"/>
                <a:gd name="T22" fmla="*/ 227 w 681"/>
                <a:gd name="T23" fmla="*/ 0 h 1251"/>
                <a:gd name="T24" fmla="*/ 227 w 681"/>
                <a:gd name="T25" fmla="*/ 0 h 1251"/>
                <a:gd name="T26" fmla="*/ 454 w 681"/>
                <a:gd name="T27" fmla="*/ 228 h 1251"/>
                <a:gd name="T28" fmla="*/ 114 w 681"/>
                <a:gd name="T29" fmla="*/ 341 h 1251"/>
                <a:gd name="T30" fmla="*/ 227 w 681"/>
                <a:gd name="T31" fmla="*/ 569 h 1251"/>
                <a:gd name="T32" fmla="*/ 114 w 681"/>
                <a:gd name="T33" fmla="*/ 682 h 1251"/>
                <a:gd name="T34" fmla="*/ 0 w 681"/>
                <a:gd name="T35" fmla="*/ 569 h 1251"/>
                <a:gd name="T36" fmla="*/ 114 w 681"/>
                <a:gd name="T37" fmla="*/ 341 h 1251"/>
                <a:gd name="T38" fmla="*/ 227 w 681"/>
                <a:gd name="T39" fmla="*/ 114 h 1251"/>
                <a:gd name="T40" fmla="*/ 454 w 681"/>
                <a:gd name="T41" fmla="*/ 0 h 1251"/>
                <a:gd name="T42" fmla="*/ 227 w 681"/>
                <a:gd name="T43" fmla="*/ 0 h 1251"/>
                <a:gd name="T44" fmla="*/ 227 w 681"/>
                <a:gd name="T45" fmla="*/ 0 h 1251"/>
                <a:gd name="T46" fmla="*/ 454 w 681"/>
                <a:gd name="T47" fmla="*/ 0 h 1251"/>
                <a:gd name="T48" fmla="*/ 681 w 681"/>
                <a:gd name="T49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1" h="1251">
                  <a:moveTo>
                    <a:pt x="568" y="1251"/>
                  </a:moveTo>
                  <a:lnTo>
                    <a:pt x="454" y="1023"/>
                  </a:lnTo>
                  <a:lnTo>
                    <a:pt x="341" y="796"/>
                  </a:lnTo>
                  <a:lnTo>
                    <a:pt x="341" y="569"/>
                  </a:lnTo>
                  <a:lnTo>
                    <a:pt x="227" y="341"/>
                  </a:lnTo>
                  <a:lnTo>
                    <a:pt x="114" y="114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454" y="228"/>
                  </a:lnTo>
                  <a:lnTo>
                    <a:pt x="114" y="341"/>
                  </a:lnTo>
                  <a:lnTo>
                    <a:pt x="227" y="569"/>
                  </a:lnTo>
                  <a:lnTo>
                    <a:pt x="114" y="682"/>
                  </a:lnTo>
                  <a:lnTo>
                    <a:pt x="0" y="569"/>
                  </a:lnTo>
                  <a:lnTo>
                    <a:pt x="114" y="341"/>
                  </a:lnTo>
                  <a:lnTo>
                    <a:pt x="227" y="114"/>
                  </a:lnTo>
                  <a:lnTo>
                    <a:pt x="454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454" y="0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Oval 84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84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Oval 849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850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Oval 851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852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Oval 853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854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855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856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Oval 857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858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Oval 859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860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Oval 861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862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Oval 863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864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Oval 865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866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867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868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Oval 869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870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Oval 871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872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Oval 873"/>
            <p:cNvSpPr>
              <a:spLocks noChangeArrowheads="1"/>
            </p:cNvSpPr>
            <p:nvPr/>
          </p:nvSpPr>
          <p:spPr bwMode="auto">
            <a:xfrm>
              <a:off x="2833" y="1153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874"/>
            <p:cNvSpPr>
              <a:spLocks noEditPoints="1"/>
            </p:cNvSpPr>
            <p:nvPr/>
          </p:nvSpPr>
          <p:spPr bwMode="auto">
            <a:xfrm>
              <a:off x="2823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Oval 875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876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Oval 877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878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Oval 879"/>
            <p:cNvSpPr>
              <a:spLocks noChangeArrowheads="1"/>
            </p:cNvSpPr>
            <p:nvPr/>
          </p:nvSpPr>
          <p:spPr bwMode="auto">
            <a:xfrm>
              <a:off x="2492" y="1608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880"/>
            <p:cNvSpPr>
              <a:spLocks noEditPoints="1"/>
            </p:cNvSpPr>
            <p:nvPr/>
          </p:nvSpPr>
          <p:spPr bwMode="auto">
            <a:xfrm>
              <a:off x="2483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Oval 881"/>
            <p:cNvSpPr>
              <a:spLocks noChangeArrowheads="1"/>
            </p:cNvSpPr>
            <p:nvPr/>
          </p:nvSpPr>
          <p:spPr bwMode="auto">
            <a:xfrm>
              <a:off x="2379" y="149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882"/>
            <p:cNvSpPr>
              <a:spLocks noEditPoints="1"/>
            </p:cNvSpPr>
            <p:nvPr/>
          </p:nvSpPr>
          <p:spPr bwMode="auto">
            <a:xfrm>
              <a:off x="237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Oval 883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884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Oval 885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886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Oval 887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888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Oval 889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890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Oval 891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892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Oval 893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894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Oval 895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896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Oval 89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89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899"/>
            <p:cNvSpPr>
              <a:spLocks/>
            </p:cNvSpPr>
            <p:nvPr/>
          </p:nvSpPr>
          <p:spPr bwMode="auto">
            <a:xfrm>
              <a:off x="2284" y="944"/>
              <a:ext cx="1475" cy="1251"/>
            </a:xfrm>
            <a:custGeom>
              <a:avLst/>
              <a:gdLst>
                <a:gd name="T0" fmla="*/ 681 w 1475"/>
                <a:gd name="T1" fmla="*/ 1251 h 1251"/>
                <a:gd name="T2" fmla="*/ 794 w 1475"/>
                <a:gd name="T3" fmla="*/ 910 h 1251"/>
                <a:gd name="T4" fmla="*/ 1134 w 1475"/>
                <a:gd name="T5" fmla="*/ 796 h 1251"/>
                <a:gd name="T6" fmla="*/ 1361 w 1475"/>
                <a:gd name="T7" fmla="*/ 569 h 1251"/>
                <a:gd name="T8" fmla="*/ 1475 w 1475"/>
                <a:gd name="T9" fmla="*/ 455 h 1251"/>
                <a:gd name="T10" fmla="*/ 1475 w 1475"/>
                <a:gd name="T11" fmla="*/ 682 h 1251"/>
                <a:gd name="T12" fmla="*/ 1475 w 1475"/>
                <a:gd name="T13" fmla="*/ 682 h 1251"/>
                <a:gd name="T14" fmla="*/ 1475 w 1475"/>
                <a:gd name="T15" fmla="*/ 796 h 1251"/>
                <a:gd name="T16" fmla="*/ 1248 w 1475"/>
                <a:gd name="T17" fmla="*/ 910 h 1251"/>
                <a:gd name="T18" fmla="*/ 1021 w 1475"/>
                <a:gd name="T19" fmla="*/ 1023 h 1251"/>
                <a:gd name="T20" fmla="*/ 794 w 1475"/>
                <a:gd name="T21" fmla="*/ 1137 h 1251"/>
                <a:gd name="T22" fmla="*/ 567 w 1475"/>
                <a:gd name="T23" fmla="*/ 1251 h 1251"/>
                <a:gd name="T24" fmla="*/ 454 w 1475"/>
                <a:gd name="T25" fmla="*/ 1023 h 1251"/>
                <a:gd name="T26" fmla="*/ 340 w 1475"/>
                <a:gd name="T27" fmla="*/ 796 h 1251"/>
                <a:gd name="T28" fmla="*/ 227 w 1475"/>
                <a:gd name="T29" fmla="*/ 569 h 1251"/>
                <a:gd name="T30" fmla="*/ 113 w 1475"/>
                <a:gd name="T31" fmla="*/ 341 h 1251"/>
                <a:gd name="T32" fmla="*/ 0 w 1475"/>
                <a:gd name="T33" fmla="*/ 114 h 1251"/>
                <a:gd name="T34" fmla="*/ 0 w 1475"/>
                <a:gd name="T35" fmla="*/ 0 h 1251"/>
                <a:gd name="T36" fmla="*/ 113 w 1475"/>
                <a:gd name="T37" fmla="*/ 0 h 1251"/>
                <a:gd name="T38" fmla="*/ 113 w 1475"/>
                <a:gd name="T39" fmla="*/ 0 h 1251"/>
                <a:gd name="T40" fmla="*/ 113 w 1475"/>
                <a:gd name="T41" fmla="*/ 228 h 1251"/>
                <a:gd name="T42" fmla="*/ 0 w 1475"/>
                <a:gd name="T43" fmla="*/ 114 h 1251"/>
                <a:gd name="T44" fmla="*/ 0 w 1475"/>
                <a:gd name="T45" fmla="*/ 114 h 1251"/>
                <a:gd name="T46" fmla="*/ 0 w 1475"/>
                <a:gd name="T47" fmla="*/ 341 h 1251"/>
                <a:gd name="T48" fmla="*/ 227 w 1475"/>
                <a:gd name="T49" fmla="*/ 228 h 1251"/>
                <a:gd name="T50" fmla="*/ 454 w 1475"/>
                <a:gd name="T51" fmla="*/ 114 h 1251"/>
                <a:gd name="T52" fmla="*/ 681 w 1475"/>
                <a:gd name="T5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5" h="1251">
                  <a:moveTo>
                    <a:pt x="681" y="1251"/>
                  </a:moveTo>
                  <a:lnTo>
                    <a:pt x="794" y="910"/>
                  </a:lnTo>
                  <a:lnTo>
                    <a:pt x="1134" y="796"/>
                  </a:lnTo>
                  <a:lnTo>
                    <a:pt x="1361" y="569"/>
                  </a:lnTo>
                  <a:lnTo>
                    <a:pt x="1475" y="455"/>
                  </a:lnTo>
                  <a:lnTo>
                    <a:pt x="1475" y="682"/>
                  </a:lnTo>
                  <a:lnTo>
                    <a:pt x="1475" y="682"/>
                  </a:lnTo>
                  <a:lnTo>
                    <a:pt x="1475" y="796"/>
                  </a:lnTo>
                  <a:lnTo>
                    <a:pt x="1248" y="910"/>
                  </a:lnTo>
                  <a:lnTo>
                    <a:pt x="1021" y="1023"/>
                  </a:lnTo>
                  <a:lnTo>
                    <a:pt x="794" y="1137"/>
                  </a:lnTo>
                  <a:lnTo>
                    <a:pt x="567" y="1251"/>
                  </a:lnTo>
                  <a:lnTo>
                    <a:pt x="454" y="1023"/>
                  </a:lnTo>
                  <a:lnTo>
                    <a:pt x="340" y="796"/>
                  </a:lnTo>
                  <a:lnTo>
                    <a:pt x="227" y="569"/>
                  </a:lnTo>
                  <a:lnTo>
                    <a:pt x="113" y="341"/>
                  </a:lnTo>
                  <a:lnTo>
                    <a:pt x="0" y="114"/>
                  </a:lnTo>
                  <a:lnTo>
                    <a:pt x="0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28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341"/>
                  </a:lnTo>
                  <a:lnTo>
                    <a:pt x="227" y="228"/>
                  </a:lnTo>
                  <a:lnTo>
                    <a:pt x="454" y="114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FF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90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90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Oval 902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903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Oval 904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905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906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907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Oval 908"/>
            <p:cNvSpPr>
              <a:spLocks noChangeArrowheads="1"/>
            </p:cNvSpPr>
            <p:nvPr/>
          </p:nvSpPr>
          <p:spPr bwMode="auto">
            <a:xfrm>
              <a:off x="3740" y="1380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909"/>
            <p:cNvSpPr>
              <a:spLocks noEditPoints="1"/>
            </p:cNvSpPr>
            <p:nvPr/>
          </p:nvSpPr>
          <p:spPr bwMode="auto">
            <a:xfrm>
              <a:off x="373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Oval 910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911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Oval 912"/>
            <p:cNvSpPr>
              <a:spLocks noChangeArrowheads="1"/>
            </p:cNvSpPr>
            <p:nvPr/>
          </p:nvSpPr>
          <p:spPr bwMode="auto">
            <a:xfrm>
              <a:off x="3740" y="1608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913"/>
            <p:cNvSpPr>
              <a:spLocks noEditPoints="1"/>
            </p:cNvSpPr>
            <p:nvPr/>
          </p:nvSpPr>
          <p:spPr bwMode="auto">
            <a:xfrm>
              <a:off x="373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Oval 914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915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Oval 916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917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Oval 918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919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Oval 920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921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Oval 922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923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Oval 924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925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Oval 926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927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Oval 928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929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Oval 930"/>
            <p:cNvSpPr>
              <a:spLocks noChangeArrowheads="1"/>
            </p:cNvSpPr>
            <p:nvPr/>
          </p:nvSpPr>
          <p:spPr bwMode="auto">
            <a:xfrm>
              <a:off x="2379" y="1267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931"/>
            <p:cNvSpPr>
              <a:spLocks noEditPoints="1"/>
            </p:cNvSpPr>
            <p:nvPr/>
          </p:nvSpPr>
          <p:spPr bwMode="auto">
            <a:xfrm>
              <a:off x="237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Oval 932"/>
            <p:cNvSpPr>
              <a:spLocks noChangeArrowheads="1"/>
            </p:cNvSpPr>
            <p:nvPr/>
          </p:nvSpPr>
          <p:spPr bwMode="auto">
            <a:xfrm>
              <a:off x="2265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933"/>
            <p:cNvSpPr>
              <a:spLocks noEditPoints="1"/>
            </p:cNvSpPr>
            <p:nvPr/>
          </p:nvSpPr>
          <p:spPr bwMode="auto">
            <a:xfrm>
              <a:off x="2256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Oval 934"/>
            <p:cNvSpPr>
              <a:spLocks noChangeArrowheads="1"/>
            </p:cNvSpPr>
            <p:nvPr/>
          </p:nvSpPr>
          <p:spPr bwMode="auto">
            <a:xfrm>
              <a:off x="2265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935"/>
            <p:cNvSpPr>
              <a:spLocks noEditPoints="1"/>
            </p:cNvSpPr>
            <p:nvPr/>
          </p:nvSpPr>
          <p:spPr bwMode="auto">
            <a:xfrm>
              <a:off x="2256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Oval 936"/>
            <p:cNvSpPr>
              <a:spLocks noChangeArrowheads="1"/>
            </p:cNvSpPr>
            <p:nvPr/>
          </p:nvSpPr>
          <p:spPr bwMode="auto">
            <a:xfrm>
              <a:off x="2379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937"/>
            <p:cNvSpPr>
              <a:spLocks noEditPoints="1"/>
            </p:cNvSpPr>
            <p:nvPr/>
          </p:nvSpPr>
          <p:spPr bwMode="auto">
            <a:xfrm>
              <a:off x="237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Oval 938"/>
            <p:cNvSpPr>
              <a:spLocks noChangeArrowheads="1"/>
            </p:cNvSpPr>
            <p:nvPr/>
          </p:nvSpPr>
          <p:spPr bwMode="auto">
            <a:xfrm>
              <a:off x="2379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939"/>
            <p:cNvSpPr>
              <a:spLocks noEditPoints="1"/>
            </p:cNvSpPr>
            <p:nvPr/>
          </p:nvSpPr>
          <p:spPr bwMode="auto">
            <a:xfrm>
              <a:off x="237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Oval 940"/>
            <p:cNvSpPr>
              <a:spLocks noChangeArrowheads="1"/>
            </p:cNvSpPr>
            <p:nvPr/>
          </p:nvSpPr>
          <p:spPr bwMode="auto">
            <a:xfrm>
              <a:off x="2379" y="115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941"/>
            <p:cNvSpPr>
              <a:spLocks noEditPoints="1"/>
            </p:cNvSpPr>
            <p:nvPr/>
          </p:nvSpPr>
          <p:spPr bwMode="auto">
            <a:xfrm>
              <a:off x="237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Oval 942"/>
            <p:cNvSpPr>
              <a:spLocks noChangeArrowheads="1"/>
            </p:cNvSpPr>
            <p:nvPr/>
          </p:nvSpPr>
          <p:spPr bwMode="auto">
            <a:xfrm>
              <a:off x="2265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943"/>
            <p:cNvSpPr>
              <a:spLocks noEditPoints="1"/>
            </p:cNvSpPr>
            <p:nvPr/>
          </p:nvSpPr>
          <p:spPr bwMode="auto">
            <a:xfrm>
              <a:off x="2256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Oval 944"/>
            <p:cNvSpPr>
              <a:spLocks noChangeArrowheads="1"/>
            </p:cNvSpPr>
            <p:nvPr/>
          </p:nvSpPr>
          <p:spPr bwMode="auto">
            <a:xfrm>
              <a:off x="2265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945"/>
            <p:cNvSpPr>
              <a:spLocks noEditPoints="1"/>
            </p:cNvSpPr>
            <p:nvPr/>
          </p:nvSpPr>
          <p:spPr bwMode="auto">
            <a:xfrm>
              <a:off x="2256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Oval 946"/>
            <p:cNvSpPr>
              <a:spLocks noChangeArrowheads="1"/>
            </p:cNvSpPr>
            <p:nvPr/>
          </p:nvSpPr>
          <p:spPr bwMode="auto">
            <a:xfrm>
              <a:off x="2265" y="1267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947"/>
            <p:cNvSpPr>
              <a:spLocks noEditPoints="1"/>
            </p:cNvSpPr>
            <p:nvPr/>
          </p:nvSpPr>
          <p:spPr bwMode="auto">
            <a:xfrm>
              <a:off x="2256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Oval 948"/>
            <p:cNvSpPr>
              <a:spLocks noChangeArrowheads="1"/>
            </p:cNvSpPr>
            <p:nvPr/>
          </p:nvSpPr>
          <p:spPr bwMode="auto">
            <a:xfrm>
              <a:off x="2492" y="1153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949"/>
            <p:cNvSpPr>
              <a:spLocks noEditPoints="1"/>
            </p:cNvSpPr>
            <p:nvPr/>
          </p:nvSpPr>
          <p:spPr bwMode="auto">
            <a:xfrm>
              <a:off x="2483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Oval 950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951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Oval 952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953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95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95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956"/>
            <p:cNvSpPr>
              <a:spLocks/>
            </p:cNvSpPr>
            <p:nvPr/>
          </p:nvSpPr>
          <p:spPr bwMode="auto">
            <a:xfrm>
              <a:off x="2624" y="944"/>
              <a:ext cx="454" cy="1251"/>
            </a:xfrm>
            <a:custGeom>
              <a:avLst/>
              <a:gdLst>
                <a:gd name="T0" fmla="*/ 341 w 454"/>
                <a:gd name="T1" fmla="*/ 1251 h 1251"/>
                <a:gd name="T2" fmla="*/ 341 w 454"/>
                <a:gd name="T3" fmla="*/ 1023 h 1251"/>
                <a:gd name="T4" fmla="*/ 341 w 454"/>
                <a:gd name="T5" fmla="*/ 796 h 1251"/>
                <a:gd name="T6" fmla="*/ 227 w 454"/>
                <a:gd name="T7" fmla="*/ 569 h 1251"/>
                <a:gd name="T8" fmla="*/ 114 w 454"/>
                <a:gd name="T9" fmla="*/ 341 h 1251"/>
                <a:gd name="T10" fmla="*/ 454 w 454"/>
                <a:gd name="T11" fmla="*/ 569 h 1251"/>
                <a:gd name="T12" fmla="*/ 227 w 454"/>
                <a:gd name="T13" fmla="*/ 682 h 1251"/>
                <a:gd name="T14" fmla="*/ 114 w 454"/>
                <a:gd name="T15" fmla="*/ 455 h 1251"/>
                <a:gd name="T16" fmla="*/ 0 w 454"/>
                <a:gd name="T17" fmla="*/ 228 h 1251"/>
                <a:gd name="T18" fmla="*/ 227 w 454"/>
                <a:gd name="T19" fmla="*/ 114 h 1251"/>
                <a:gd name="T20" fmla="*/ 454 w 454"/>
                <a:gd name="T21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4" h="1251">
                  <a:moveTo>
                    <a:pt x="341" y="1251"/>
                  </a:moveTo>
                  <a:lnTo>
                    <a:pt x="341" y="1023"/>
                  </a:lnTo>
                  <a:lnTo>
                    <a:pt x="341" y="796"/>
                  </a:lnTo>
                  <a:lnTo>
                    <a:pt x="227" y="569"/>
                  </a:lnTo>
                  <a:lnTo>
                    <a:pt x="114" y="341"/>
                  </a:lnTo>
                  <a:lnTo>
                    <a:pt x="454" y="569"/>
                  </a:lnTo>
                  <a:lnTo>
                    <a:pt x="227" y="682"/>
                  </a:lnTo>
                  <a:lnTo>
                    <a:pt x="114" y="455"/>
                  </a:lnTo>
                  <a:lnTo>
                    <a:pt x="0" y="228"/>
                  </a:lnTo>
                  <a:lnTo>
                    <a:pt x="227" y="114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Oval 95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95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Oval 959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960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Oval 961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962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Oval 963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964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Oval 965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966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Oval 967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968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969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970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Oval 971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972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Oval 973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974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975"/>
            <p:cNvSpPr>
              <a:spLocks noChangeArrowheads="1"/>
            </p:cNvSpPr>
            <p:nvPr/>
          </p:nvSpPr>
          <p:spPr bwMode="auto">
            <a:xfrm>
              <a:off x="2833" y="1039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976"/>
            <p:cNvSpPr>
              <a:spLocks noEditPoints="1"/>
            </p:cNvSpPr>
            <p:nvPr/>
          </p:nvSpPr>
          <p:spPr bwMode="auto">
            <a:xfrm>
              <a:off x="2823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977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978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Oval 97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98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981"/>
            <p:cNvSpPr>
              <a:spLocks/>
            </p:cNvSpPr>
            <p:nvPr/>
          </p:nvSpPr>
          <p:spPr bwMode="auto">
            <a:xfrm>
              <a:off x="2965" y="944"/>
              <a:ext cx="680" cy="1478"/>
            </a:xfrm>
            <a:custGeom>
              <a:avLst/>
              <a:gdLst>
                <a:gd name="T0" fmla="*/ 0 w 680"/>
                <a:gd name="T1" fmla="*/ 1251 h 1478"/>
                <a:gd name="T2" fmla="*/ 227 w 680"/>
                <a:gd name="T3" fmla="*/ 1478 h 1478"/>
                <a:gd name="T4" fmla="*/ 453 w 680"/>
                <a:gd name="T5" fmla="*/ 1251 h 1478"/>
                <a:gd name="T6" fmla="*/ 453 w 680"/>
                <a:gd name="T7" fmla="*/ 1251 h 1478"/>
                <a:gd name="T8" fmla="*/ 453 w 680"/>
                <a:gd name="T9" fmla="*/ 796 h 1478"/>
                <a:gd name="T10" fmla="*/ 680 w 680"/>
                <a:gd name="T11" fmla="*/ 569 h 1478"/>
                <a:gd name="T12" fmla="*/ 680 w 680"/>
                <a:gd name="T13" fmla="*/ 114 h 1478"/>
                <a:gd name="T14" fmla="*/ 453 w 680"/>
                <a:gd name="T15" fmla="*/ 341 h 1478"/>
                <a:gd name="T16" fmla="*/ 453 w 680"/>
                <a:gd name="T17" fmla="*/ 0 h 1478"/>
                <a:gd name="T18" fmla="*/ 0 w 680"/>
                <a:gd name="T19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0" h="1478">
                  <a:moveTo>
                    <a:pt x="0" y="1251"/>
                  </a:moveTo>
                  <a:lnTo>
                    <a:pt x="227" y="1478"/>
                  </a:lnTo>
                  <a:lnTo>
                    <a:pt x="453" y="1251"/>
                  </a:lnTo>
                  <a:lnTo>
                    <a:pt x="453" y="1251"/>
                  </a:lnTo>
                  <a:lnTo>
                    <a:pt x="453" y="796"/>
                  </a:lnTo>
                  <a:lnTo>
                    <a:pt x="680" y="569"/>
                  </a:lnTo>
                  <a:lnTo>
                    <a:pt x="680" y="114"/>
                  </a:lnTo>
                  <a:lnTo>
                    <a:pt x="453" y="341"/>
                  </a:lnTo>
                  <a:lnTo>
                    <a:pt x="453" y="0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Oval 98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98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Oval 984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985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Oval 986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987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Oval 988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989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Oval 990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991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Oval 992"/>
            <p:cNvSpPr>
              <a:spLocks noChangeArrowheads="1"/>
            </p:cNvSpPr>
            <p:nvPr/>
          </p:nvSpPr>
          <p:spPr bwMode="auto">
            <a:xfrm>
              <a:off x="3627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993"/>
            <p:cNvSpPr>
              <a:spLocks noEditPoints="1"/>
            </p:cNvSpPr>
            <p:nvPr/>
          </p:nvSpPr>
          <p:spPr bwMode="auto">
            <a:xfrm>
              <a:off x="3617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Oval 994"/>
            <p:cNvSpPr>
              <a:spLocks noChangeArrowheads="1"/>
            </p:cNvSpPr>
            <p:nvPr/>
          </p:nvSpPr>
          <p:spPr bwMode="auto">
            <a:xfrm>
              <a:off x="3627" y="103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995"/>
            <p:cNvSpPr>
              <a:spLocks noEditPoints="1"/>
            </p:cNvSpPr>
            <p:nvPr/>
          </p:nvSpPr>
          <p:spPr bwMode="auto">
            <a:xfrm>
              <a:off x="3617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Oval 996"/>
            <p:cNvSpPr>
              <a:spLocks noChangeArrowheads="1"/>
            </p:cNvSpPr>
            <p:nvPr/>
          </p:nvSpPr>
          <p:spPr bwMode="auto">
            <a:xfrm>
              <a:off x="3400" y="1267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997"/>
            <p:cNvSpPr>
              <a:spLocks noEditPoints="1"/>
            </p:cNvSpPr>
            <p:nvPr/>
          </p:nvSpPr>
          <p:spPr bwMode="auto">
            <a:xfrm>
              <a:off x="3391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Oval 998"/>
            <p:cNvSpPr>
              <a:spLocks noChangeArrowheads="1"/>
            </p:cNvSpPr>
            <p:nvPr/>
          </p:nvSpPr>
          <p:spPr bwMode="auto">
            <a:xfrm>
              <a:off x="3400" y="92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999"/>
            <p:cNvSpPr>
              <a:spLocks noEditPoints="1"/>
            </p:cNvSpPr>
            <p:nvPr/>
          </p:nvSpPr>
          <p:spPr bwMode="auto">
            <a:xfrm>
              <a:off x="339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Oval 1000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001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100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00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004"/>
            <p:cNvSpPr>
              <a:spLocks/>
            </p:cNvSpPr>
            <p:nvPr/>
          </p:nvSpPr>
          <p:spPr bwMode="auto">
            <a:xfrm>
              <a:off x="2397" y="944"/>
              <a:ext cx="1021" cy="1251"/>
            </a:xfrm>
            <a:custGeom>
              <a:avLst/>
              <a:gdLst>
                <a:gd name="T0" fmla="*/ 568 w 1021"/>
                <a:gd name="T1" fmla="*/ 1251 h 1251"/>
                <a:gd name="T2" fmla="*/ 568 w 1021"/>
                <a:gd name="T3" fmla="*/ 796 h 1251"/>
                <a:gd name="T4" fmla="*/ 341 w 1021"/>
                <a:gd name="T5" fmla="*/ 569 h 1251"/>
                <a:gd name="T6" fmla="*/ 0 w 1021"/>
                <a:gd name="T7" fmla="*/ 341 h 1251"/>
                <a:gd name="T8" fmla="*/ 568 w 1021"/>
                <a:gd name="T9" fmla="*/ 228 h 1251"/>
                <a:gd name="T10" fmla="*/ 795 w 1021"/>
                <a:gd name="T11" fmla="*/ 0 h 1251"/>
                <a:gd name="T12" fmla="*/ 1021 w 1021"/>
                <a:gd name="T13" fmla="*/ 114 h 1251"/>
                <a:gd name="T14" fmla="*/ 681 w 1021"/>
                <a:gd name="T15" fmla="*/ 228 h 1251"/>
                <a:gd name="T16" fmla="*/ 681 w 1021"/>
                <a:gd name="T1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1" h="1251">
                  <a:moveTo>
                    <a:pt x="568" y="1251"/>
                  </a:moveTo>
                  <a:lnTo>
                    <a:pt x="568" y="796"/>
                  </a:lnTo>
                  <a:lnTo>
                    <a:pt x="341" y="569"/>
                  </a:lnTo>
                  <a:lnTo>
                    <a:pt x="0" y="341"/>
                  </a:lnTo>
                  <a:lnTo>
                    <a:pt x="568" y="228"/>
                  </a:lnTo>
                  <a:lnTo>
                    <a:pt x="795" y="0"/>
                  </a:lnTo>
                  <a:lnTo>
                    <a:pt x="1021" y="114"/>
                  </a:lnTo>
                  <a:lnTo>
                    <a:pt x="681" y="228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Oval 100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00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Oval 1007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008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Oval 1010"/>
          <p:cNvSpPr>
            <a:spLocks noChangeArrowheads="1"/>
          </p:cNvSpPr>
          <p:nvPr/>
        </p:nvSpPr>
        <p:spPr bwMode="auto">
          <a:xfrm>
            <a:off x="4316412" y="2371726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011"/>
          <p:cNvSpPr>
            <a:spLocks noEditPoints="1"/>
          </p:cNvSpPr>
          <p:nvPr/>
        </p:nvSpPr>
        <p:spPr bwMode="auto">
          <a:xfrm>
            <a:off x="4302125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Oval 1012"/>
          <p:cNvSpPr>
            <a:spLocks noChangeArrowheads="1"/>
          </p:cNvSpPr>
          <p:nvPr/>
        </p:nvSpPr>
        <p:spPr bwMode="auto">
          <a:xfrm>
            <a:off x="3776662" y="2011363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013"/>
          <p:cNvSpPr>
            <a:spLocks noEditPoints="1"/>
          </p:cNvSpPr>
          <p:nvPr/>
        </p:nvSpPr>
        <p:spPr bwMode="auto">
          <a:xfrm>
            <a:off x="3762375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Oval 1014"/>
          <p:cNvSpPr>
            <a:spLocks noChangeArrowheads="1"/>
          </p:cNvSpPr>
          <p:nvPr/>
        </p:nvSpPr>
        <p:spPr bwMode="auto">
          <a:xfrm>
            <a:off x="4676775" y="1830388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015"/>
          <p:cNvSpPr>
            <a:spLocks noEditPoints="1"/>
          </p:cNvSpPr>
          <p:nvPr/>
        </p:nvSpPr>
        <p:spPr bwMode="auto">
          <a:xfrm>
            <a:off x="466248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1016"/>
          <p:cNvSpPr>
            <a:spLocks noChangeArrowheads="1"/>
          </p:cNvSpPr>
          <p:nvPr/>
        </p:nvSpPr>
        <p:spPr bwMode="auto">
          <a:xfrm>
            <a:off x="5037138" y="1470026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017"/>
          <p:cNvSpPr>
            <a:spLocks noEditPoints="1"/>
          </p:cNvSpPr>
          <p:nvPr/>
        </p:nvSpPr>
        <p:spPr bwMode="auto">
          <a:xfrm>
            <a:off x="5022850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Oval 1018"/>
          <p:cNvSpPr>
            <a:spLocks noChangeArrowheads="1"/>
          </p:cNvSpPr>
          <p:nvPr/>
        </p:nvSpPr>
        <p:spPr bwMode="auto">
          <a:xfrm>
            <a:off x="5397500" y="1649413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019"/>
          <p:cNvSpPr>
            <a:spLocks noEditPoints="1"/>
          </p:cNvSpPr>
          <p:nvPr/>
        </p:nvSpPr>
        <p:spPr bwMode="auto">
          <a:xfrm>
            <a:off x="5383213" y="16351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1020"/>
          <p:cNvSpPr>
            <a:spLocks noChangeArrowheads="1"/>
          </p:cNvSpPr>
          <p:nvPr/>
        </p:nvSpPr>
        <p:spPr bwMode="auto">
          <a:xfrm>
            <a:off x="4856163" y="1830388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021"/>
          <p:cNvSpPr>
            <a:spLocks noEditPoints="1"/>
          </p:cNvSpPr>
          <p:nvPr/>
        </p:nvSpPr>
        <p:spPr bwMode="auto">
          <a:xfrm>
            <a:off x="4841875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1022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023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1024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1025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1026"/>
          <p:cNvSpPr>
            <a:spLocks/>
          </p:cNvSpPr>
          <p:nvPr/>
        </p:nvSpPr>
        <p:spPr bwMode="auto">
          <a:xfrm>
            <a:off x="3625850" y="1498601"/>
            <a:ext cx="2160588" cy="2527300"/>
          </a:xfrm>
          <a:custGeom>
            <a:avLst/>
            <a:gdLst>
              <a:gd name="T0" fmla="*/ 681 w 1361"/>
              <a:gd name="T1" fmla="*/ 1251 h 1592"/>
              <a:gd name="T2" fmla="*/ 1021 w 1361"/>
              <a:gd name="T3" fmla="*/ 1251 h 1592"/>
              <a:gd name="T4" fmla="*/ 1021 w 1361"/>
              <a:gd name="T5" fmla="*/ 1592 h 1592"/>
              <a:gd name="T6" fmla="*/ 681 w 1361"/>
              <a:gd name="T7" fmla="*/ 1592 h 1592"/>
              <a:gd name="T8" fmla="*/ 340 w 1361"/>
              <a:gd name="T9" fmla="*/ 1592 h 1592"/>
              <a:gd name="T10" fmla="*/ 340 w 1361"/>
              <a:gd name="T11" fmla="*/ 1251 h 1592"/>
              <a:gd name="T12" fmla="*/ 340 w 1361"/>
              <a:gd name="T13" fmla="*/ 910 h 1592"/>
              <a:gd name="T14" fmla="*/ 340 w 1361"/>
              <a:gd name="T15" fmla="*/ 569 h 1592"/>
              <a:gd name="T16" fmla="*/ 340 w 1361"/>
              <a:gd name="T17" fmla="*/ 228 h 1592"/>
              <a:gd name="T18" fmla="*/ 340 w 1361"/>
              <a:gd name="T19" fmla="*/ 0 h 1592"/>
              <a:gd name="T20" fmla="*/ 0 w 1361"/>
              <a:gd name="T21" fmla="*/ 0 h 1592"/>
              <a:gd name="T22" fmla="*/ 0 w 1361"/>
              <a:gd name="T23" fmla="*/ 341 h 1592"/>
              <a:gd name="T24" fmla="*/ 340 w 1361"/>
              <a:gd name="T25" fmla="*/ 341 h 1592"/>
              <a:gd name="T26" fmla="*/ 681 w 1361"/>
              <a:gd name="T27" fmla="*/ 341 h 1592"/>
              <a:gd name="T28" fmla="*/ 1021 w 1361"/>
              <a:gd name="T29" fmla="*/ 341 h 1592"/>
              <a:gd name="T30" fmla="*/ 1021 w 1361"/>
              <a:gd name="T31" fmla="*/ 0 h 1592"/>
              <a:gd name="T32" fmla="*/ 1361 w 1361"/>
              <a:gd name="T33" fmla="*/ 0 h 1592"/>
              <a:gd name="T34" fmla="*/ 1361 w 1361"/>
              <a:gd name="T35" fmla="*/ 341 h 1592"/>
              <a:gd name="T36" fmla="*/ 1021 w 1361"/>
              <a:gd name="T37" fmla="*/ 341 h 1592"/>
              <a:gd name="T38" fmla="*/ 681 w 1361"/>
              <a:gd name="T39" fmla="*/ 341 h 1592"/>
              <a:gd name="T40" fmla="*/ 340 w 1361"/>
              <a:gd name="T41" fmla="*/ 341 h 1592"/>
              <a:gd name="T42" fmla="*/ 340 w 1361"/>
              <a:gd name="T43" fmla="*/ 682 h 1592"/>
              <a:gd name="T44" fmla="*/ 681 w 1361"/>
              <a:gd name="T45" fmla="*/ 682 h 1592"/>
              <a:gd name="T46" fmla="*/ 681 w 1361"/>
              <a:gd name="T47" fmla="*/ 1023 h 1592"/>
              <a:gd name="T48" fmla="*/ 1021 w 1361"/>
              <a:gd name="T49" fmla="*/ 1023 h 1592"/>
              <a:gd name="T50" fmla="*/ 1021 w 1361"/>
              <a:gd name="T51" fmla="*/ 682 h 1592"/>
              <a:gd name="T52" fmla="*/ 1021 w 1361"/>
              <a:gd name="T53" fmla="*/ 341 h 1592"/>
              <a:gd name="T54" fmla="*/ 1021 w 1361"/>
              <a:gd name="T55" fmla="*/ 0 h 1592"/>
              <a:gd name="T56" fmla="*/ 1361 w 1361"/>
              <a:gd name="T57" fmla="*/ 0 h 1592"/>
              <a:gd name="T58" fmla="*/ 1021 w 1361"/>
              <a:gd name="T59" fmla="*/ 0 h 1592"/>
              <a:gd name="T60" fmla="*/ 681 w 1361"/>
              <a:gd name="T61" fmla="*/ 0 h 1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61" h="1592">
                <a:moveTo>
                  <a:pt x="681" y="1251"/>
                </a:moveTo>
                <a:lnTo>
                  <a:pt x="1021" y="1251"/>
                </a:lnTo>
                <a:lnTo>
                  <a:pt x="1021" y="1592"/>
                </a:lnTo>
                <a:lnTo>
                  <a:pt x="681" y="1592"/>
                </a:lnTo>
                <a:lnTo>
                  <a:pt x="340" y="1592"/>
                </a:lnTo>
                <a:lnTo>
                  <a:pt x="340" y="1251"/>
                </a:lnTo>
                <a:lnTo>
                  <a:pt x="340" y="910"/>
                </a:lnTo>
                <a:lnTo>
                  <a:pt x="340" y="569"/>
                </a:lnTo>
                <a:lnTo>
                  <a:pt x="340" y="228"/>
                </a:lnTo>
                <a:lnTo>
                  <a:pt x="340" y="0"/>
                </a:lnTo>
                <a:lnTo>
                  <a:pt x="0" y="0"/>
                </a:lnTo>
                <a:lnTo>
                  <a:pt x="0" y="341"/>
                </a:lnTo>
                <a:lnTo>
                  <a:pt x="340" y="341"/>
                </a:lnTo>
                <a:lnTo>
                  <a:pt x="681" y="341"/>
                </a:lnTo>
                <a:lnTo>
                  <a:pt x="1021" y="341"/>
                </a:lnTo>
                <a:lnTo>
                  <a:pt x="1021" y="0"/>
                </a:lnTo>
                <a:lnTo>
                  <a:pt x="1361" y="0"/>
                </a:lnTo>
                <a:lnTo>
                  <a:pt x="1361" y="341"/>
                </a:lnTo>
                <a:lnTo>
                  <a:pt x="1021" y="341"/>
                </a:lnTo>
                <a:lnTo>
                  <a:pt x="681" y="341"/>
                </a:lnTo>
                <a:lnTo>
                  <a:pt x="340" y="341"/>
                </a:lnTo>
                <a:lnTo>
                  <a:pt x="340" y="682"/>
                </a:lnTo>
                <a:lnTo>
                  <a:pt x="681" y="682"/>
                </a:lnTo>
                <a:lnTo>
                  <a:pt x="681" y="1023"/>
                </a:lnTo>
                <a:lnTo>
                  <a:pt x="1021" y="1023"/>
                </a:lnTo>
                <a:lnTo>
                  <a:pt x="1021" y="682"/>
                </a:lnTo>
                <a:lnTo>
                  <a:pt x="1021" y="341"/>
                </a:lnTo>
                <a:lnTo>
                  <a:pt x="1021" y="0"/>
                </a:lnTo>
                <a:lnTo>
                  <a:pt x="1361" y="0"/>
                </a:lnTo>
                <a:lnTo>
                  <a:pt x="1021" y="0"/>
                </a:lnTo>
                <a:lnTo>
                  <a:pt x="681" y="0"/>
                </a:lnTo>
              </a:path>
            </a:pathLst>
          </a:custGeom>
          <a:noFill/>
          <a:ln w="28575" cap="flat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Oval 1027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1028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1029"/>
          <p:cNvSpPr>
            <a:spLocks noChangeArrowheads="1"/>
          </p:cNvSpPr>
          <p:nvPr/>
        </p:nvSpPr>
        <p:spPr bwMode="auto">
          <a:xfrm>
            <a:off x="5216525" y="34544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1030"/>
          <p:cNvSpPr>
            <a:spLocks noEditPoints="1"/>
          </p:cNvSpPr>
          <p:nvPr/>
        </p:nvSpPr>
        <p:spPr bwMode="auto">
          <a:xfrm>
            <a:off x="520223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1031"/>
          <p:cNvSpPr>
            <a:spLocks noChangeArrowheads="1"/>
          </p:cNvSpPr>
          <p:nvPr/>
        </p:nvSpPr>
        <p:spPr bwMode="auto">
          <a:xfrm>
            <a:off x="5216525" y="399732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1032"/>
          <p:cNvSpPr>
            <a:spLocks noEditPoints="1"/>
          </p:cNvSpPr>
          <p:nvPr/>
        </p:nvSpPr>
        <p:spPr bwMode="auto">
          <a:xfrm>
            <a:off x="520223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Oval 1033"/>
          <p:cNvSpPr>
            <a:spLocks noChangeArrowheads="1"/>
          </p:cNvSpPr>
          <p:nvPr/>
        </p:nvSpPr>
        <p:spPr bwMode="auto">
          <a:xfrm>
            <a:off x="4676775" y="399732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1034"/>
          <p:cNvSpPr>
            <a:spLocks noEditPoints="1"/>
          </p:cNvSpPr>
          <p:nvPr/>
        </p:nvSpPr>
        <p:spPr bwMode="auto">
          <a:xfrm>
            <a:off x="466248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Oval 1035"/>
          <p:cNvSpPr>
            <a:spLocks noChangeArrowheads="1"/>
          </p:cNvSpPr>
          <p:nvPr/>
        </p:nvSpPr>
        <p:spPr bwMode="auto">
          <a:xfrm>
            <a:off x="4137025" y="399732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1036"/>
          <p:cNvSpPr>
            <a:spLocks noEditPoints="1"/>
          </p:cNvSpPr>
          <p:nvPr/>
        </p:nvSpPr>
        <p:spPr bwMode="auto">
          <a:xfrm>
            <a:off x="4122737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Oval 1037"/>
          <p:cNvSpPr>
            <a:spLocks noChangeArrowheads="1"/>
          </p:cNvSpPr>
          <p:nvPr/>
        </p:nvSpPr>
        <p:spPr bwMode="auto">
          <a:xfrm>
            <a:off x="4137025" y="34544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1038"/>
          <p:cNvSpPr>
            <a:spLocks noEditPoints="1"/>
          </p:cNvSpPr>
          <p:nvPr/>
        </p:nvSpPr>
        <p:spPr bwMode="auto">
          <a:xfrm>
            <a:off x="4122737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Oval 1039"/>
          <p:cNvSpPr>
            <a:spLocks noChangeArrowheads="1"/>
          </p:cNvSpPr>
          <p:nvPr/>
        </p:nvSpPr>
        <p:spPr bwMode="auto">
          <a:xfrm>
            <a:off x="4137025" y="29130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1040"/>
          <p:cNvSpPr>
            <a:spLocks noEditPoints="1"/>
          </p:cNvSpPr>
          <p:nvPr/>
        </p:nvSpPr>
        <p:spPr bwMode="auto">
          <a:xfrm>
            <a:off x="4122737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Oval 1041"/>
          <p:cNvSpPr>
            <a:spLocks noChangeArrowheads="1"/>
          </p:cNvSpPr>
          <p:nvPr/>
        </p:nvSpPr>
        <p:spPr bwMode="auto">
          <a:xfrm>
            <a:off x="4137025" y="23717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1042"/>
          <p:cNvSpPr>
            <a:spLocks noEditPoints="1"/>
          </p:cNvSpPr>
          <p:nvPr/>
        </p:nvSpPr>
        <p:spPr bwMode="auto">
          <a:xfrm>
            <a:off x="4122737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Oval 1043"/>
          <p:cNvSpPr>
            <a:spLocks noChangeArrowheads="1"/>
          </p:cNvSpPr>
          <p:nvPr/>
        </p:nvSpPr>
        <p:spPr bwMode="auto">
          <a:xfrm>
            <a:off x="4137025" y="183038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1044"/>
          <p:cNvSpPr>
            <a:spLocks noEditPoints="1"/>
          </p:cNvSpPr>
          <p:nvPr/>
        </p:nvSpPr>
        <p:spPr bwMode="auto">
          <a:xfrm>
            <a:off x="4122737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Oval 1045"/>
          <p:cNvSpPr>
            <a:spLocks noChangeArrowheads="1"/>
          </p:cNvSpPr>
          <p:nvPr/>
        </p:nvSpPr>
        <p:spPr bwMode="auto">
          <a:xfrm>
            <a:off x="413702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1046"/>
          <p:cNvSpPr>
            <a:spLocks noEditPoints="1"/>
          </p:cNvSpPr>
          <p:nvPr/>
        </p:nvSpPr>
        <p:spPr bwMode="auto">
          <a:xfrm>
            <a:off x="4122737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Oval 1047"/>
          <p:cNvSpPr>
            <a:spLocks noChangeArrowheads="1"/>
          </p:cNvSpPr>
          <p:nvPr/>
        </p:nvSpPr>
        <p:spPr bwMode="auto">
          <a:xfrm>
            <a:off x="3595687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1048"/>
          <p:cNvSpPr>
            <a:spLocks noEditPoints="1"/>
          </p:cNvSpPr>
          <p:nvPr/>
        </p:nvSpPr>
        <p:spPr bwMode="auto">
          <a:xfrm>
            <a:off x="3581400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Oval 1049"/>
          <p:cNvSpPr>
            <a:spLocks noChangeArrowheads="1"/>
          </p:cNvSpPr>
          <p:nvPr/>
        </p:nvSpPr>
        <p:spPr bwMode="auto">
          <a:xfrm>
            <a:off x="3595687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1050"/>
          <p:cNvSpPr>
            <a:spLocks noEditPoints="1"/>
          </p:cNvSpPr>
          <p:nvPr/>
        </p:nvSpPr>
        <p:spPr bwMode="auto">
          <a:xfrm>
            <a:off x="3581400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Oval 1051"/>
          <p:cNvSpPr>
            <a:spLocks noChangeArrowheads="1"/>
          </p:cNvSpPr>
          <p:nvPr/>
        </p:nvSpPr>
        <p:spPr bwMode="auto">
          <a:xfrm>
            <a:off x="413702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1052"/>
          <p:cNvSpPr>
            <a:spLocks noEditPoints="1"/>
          </p:cNvSpPr>
          <p:nvPr/>
        </p:nvSpPr>
        <p:spPr bwMode="auto">
          <a:xfrm>
            <a:off x="4122737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Oval 1053"/>
          <p:cNvSpPr>
            <a:spLocks noChangeArrowheads="1"/>
          </p:cNvSpPr>
          <p:nvPr/>
        </p:nvSpPr>
        <p:spPr bwMode="auto">
          <a:xfrm>
            <a:off x="467677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1054"/>
          <p:cNvSpPr>
            <a:spLocks noEditPoints="1"/>
          </p:cNvSpPr>
          <p:nvPr/>
        </p:nvSpPr>
        <p:spPr bwMode="auto">
          <a:xfrm>
            <a:off x="466248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Oval 1055"/>
          <p:cNvSpPr>
            <a:spLocks noChangeArrowheads="1"/>
          </p:cNvSpPr>
          <p:nvPr/>
        </p:nvSpPr>
        <p:spPr bwMode="auto">
          <a:xfrm>
            <a:off x="521652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1056"/>
          <p:cNvSpPr>
            <a:spLocks noEditPoints="1"/>
          </p:cNvSpPr>
          <p:nvPr/>
        </p:nvSpPr>
        <p:spPr bwMode="auto">
          <a:xfrm>
            <a:off x="520223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Oval 1057"/>
          <p:cNvSpPr>
            <a:spLocks noChangeArrowheads="1"/>
          </p:cNvSpPr>
          <p:nvPr/>
        </p:nvSpPr>
        <p:spPr bwMode="auto">
          <a:xfrm>
            <a:off x="521652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1058"/>
          <p:cNvSpPr>
            <a:spLocks noEditPoints="1"/>
          </p:cNvSpPr>
          <p:nvPr/>
        </p:nvSpPr>
        <p:spPr bwMode="auto">
          <a:xfrm>
            <a:off x="520223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Oval 1059"/>
          <p:cNvSpPr>
            <a:spLocks noChangeArrowheads="1"/>
          </p:cNvSpPr>
          <p:nvPr/>
        </p:nvSpPr>
        <p:spPr bwMode="auto">
          <a:xfrm>
            <a:off x="5757863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1060"/>
          <p:cNvSpPr>
            <a:spLocks noEditPoints="1"/>
          </p:cNvSpPr>
          <p:nvPr/>
        </p:nvSpPr>
        <p:spPr bwMode="auto">
          <a:xfrm>
            <a:off x="5741988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Oval 1061"/>
          <p:cNvSpPr>
            <a:spLocks noChangeArrowheads="1"/>
          </p:cNvSpPr>
          <p:nvPr/>
        </p:nvSpPr>
        <p:spPr bwMode="auto">
          <a:xfrm>
            <a:off x="5757863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1062"/>
          <p:cNvSpPr>
            <a:spLocks noEditPoints="1"/>
          </p:cNvSpPr>
          <p:nvPr/>
        </p:nvSpPr>
        <p:spPr bwMode="auto">
          <a:xfrm>
            <a:off x="5741988" y="199548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Oval 1063"/>
          <p:cNvSpPr>
            <a:spLocks noChangeArrowheads="1"/>
          </p:cNvSpPr>
          <p:nvPr/>
        </p:nvSpPr>
        <p:spPr bwMode="auto">
          <a:xfrm>
            <a:off x="521652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1064"/>
          <p:cNvSpPr>
            <a:spLocks noEditPoints="1"/>
          </p:cNvSpPr>
          <p:nvPr/>
        </p:nvSpPr>
        <p:spPr bwMode="auto">
          <a:xfrm>
            <a:off x="520223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Oval 1065"/>
          <p:cNvSpPr>
            <a:spLocks noChangeArrowheads="1"/>
          </p:cNvSpPr>
          <p:nvPr/>
        </p:nvSpPr>
        <p:spPr bwMode="auto">
          <a:xfrm>
            <a:off x="467677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1066"/>
          <p:cNvSpPr>
            <a:spLocks noEditPoints="1"/>
          </p:cNvSpPr>
          <p:nvPr/>
        </p:nvSpPr>
        <p:spPr bwMode="auto">
          <a:xfrm>
            <a:off x="466248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Oval 1067"/>
          <p:cNvSpPr>
            <a:spLocks noChangeArrowheads="1"/>
          </p:cNvSpPr>
          <p:nvPr/>
        </p:nvSpPr>
        <p:spPr bwMode="auto">
          <a:xfrm>
            <a:off x="413702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1068"/>
          <p:cNvSpPr>
            <a:spLocks noEditPoints="1"/>
          </p:cNvSpPr>
          <p:nvPr/>
        </p:nvSpPr>
        <p:spPr bwMode="auto">
          <a:xfrm>
            <a:off x="4122737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Oval 1069"/>
          <p:cNvSpPr>
            <a:spLocks noChangeArrowheads="1"/>
          </p:cNvSpPr>
          <p:nvPr/>
        </p:nvSpPr>
        <p:spPr bwMode="auto">
          <a:xfrm>
            <a:off x="4137025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1070"/>
          <p:cNvSpPr>
            <a:spLocks noEditPoints="1"/>
          </p:cNvSpPr>
          <p:nvPr/>
        </p:nvSpPr>
        <p:spPr bwMode="auto">
          <a:xfrm>
            <a:off x="4122737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Oval 1071"/>
          <p:cNvSpPr>
            <a:spLocks noChangeArrowheads="1"/>
          </p:cNvSpPr>
          <p:nvPr/>
        </p:nvSpPr>
        <p:spPr bwMode="auto">
          <a:xfrm>
            <a:off x="4676775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1072"/>
          <p:cNvSpPr>
            <a:spLocks noEditPoints="1"/>
          </p:cNvSpPr>
          <p:nvPr/>
        </p:nvSpPr>
        <p:spPr bwMode="auto">
          <a:xfrm>
            <a:off x="4662488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Oval 1073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1074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Oval 1075"/>
          <p:cNvSpPr>
            <a:spLocks noChangeArrowheads="1"/>
          </p:cNvSpPr>
          <p:nvPr/>
        </p:nvSpPr>
        <p:spPr bwMode="auto">
          <a:xfrm>
            <a:off x="5216525" y="309403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1076"/>
          <p:cNvSpPr>
            <a:spLocks noEditPoints="1"/>
          </p:cNvSpPr>
          <p:nvPr/>
        </p:nvSpPr>
        <p:spPr bwMode="auto">
          <a:xfrm>
            <a:off x="520223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Oval 1077"/>
          <p:cNvSpPr>
            <a:spLocks noChangeArrowheads="1"/>
          </p:cNvSpPr>
          <p:nvPr/>
        </p:nvSpPr>
        <p:spPr bwMode="auto">
          <a:xfrm>
            <a:off x="5216525" y="25527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1078"/>
          <p:cNvSpPr>
            <a:spLocks noEditPoints="1"/>
          </p:cNvSpPr>
          <p:nvPr/>
        </p:nvSpPr>
        <p:spPr bwMode="auto">
          <a:xfrm>
            <a:off x="5202238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Oval 1079"/>
          <p:cNvSpPr>
            <a:spLocks noChangeArrowheads="1"/>
          </p:cNvSpPr>
          <p:nvPr/>
        </p:nvSpPr>
        <p:spPr bwMode="auto">
          <a:xfrm>
            <a:off x="521652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1080"/>
          <p:cNvSpPr>
            <a:spLocks noEditPoints="1"/>
          </p:cNvSpPr>
          <p:nvPr/>
        </p:nvSpPr>
        <p:spPr bwMode="auto">
          <a:xfrm>
            <a:off x="520223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Oval 1081"/>
          <p:cNvSpPr>
            <a:spLocks noChangeArrowheads="1"/>
          </p:cNvSpPr>
          <p:nvPr/>
        </p:nvSpPr>
        <p:spPr bwMode="auto">
          <a:xfrm>
            <a:off x="521652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1082"/>
          <p:cNvSpPr>
            <a:spLocks noEditPoints="1"/>
          </p:cNvSpPr>
          <p:nvPr/>
        </p:nvSpPr>
        <p:spPr bwMode="auto">
          <a:xfrm>
            <a:off x="520223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Oval 1083"/>
          <p:cNvSpPr>
            <a:spLocks noChangeArrowheads="1"/>
          </p:cNvSpPr>
          <p:nvPr/>
        </p:nvSpPr>
        <p:spPr bwMode="auto">
          <a:xfrm>
            <a:off x="5757863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1084"/>
          <p:cNvSpPr>
            <a:spLocks noEditPoints="1"/>
          </p:cNvSpPr>
          <p:nvPr/>
        </p:nvSpPr>
        <p:spPr bwMode="auto">
          <a:xfrm>
            <a:off x="5741988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Oval 1085"/>
          <p:cNvSpPr>
            <a:spLocks noChangeArrowheads="1"/>
          </p:cNvSpPr>
          <p:nvPr/>
        </p:nvSpPr>
        <p:spPr bwMode="auto">
          <a:xfrm>
            <a:off x="521652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1086"/>
          <p:cNvSpPr>
            <a:spLocks noEditPoints="1"/>
          </p:cNvSpPr>
          <p:nvPr/>
        </p:nvSpPr>
        <p:spPr bwMode="auto">
          <a:xfrm>
            <a:off x="520223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Oval 1087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1088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Oval 1089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1090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1091"/>
          <p:cNvSpPr>
            <a:spLocks/>
          </p:cNvSpPr>
          <p:nvPr/>
        </p:nvSpPr>
        <p:spPr bwMode="auto">
          <a:xfrm>
            <a:off x="3625850" y="1498601"/>
            <a:ext cx="1081088" cy="1985963"/>
          </a:xfrm>
          <a:custGeom>
            <a:avLst/>
            <a:gdLst>
              <a:gd name="T0" fmla="*/ 681 w 681"/>
              <a:gd name="T1" fmla="*/ 1251 h 1251"/>
              <a:gd name="T2" fmla="*/ 454 w 681"/>
              <a:gd name="T3" fmla="*/ 1023 h 1251"/>
              <a:gd name="T4" fmla="*/ 227 w 681"/>
              <a:gd name="T5" fmla="*/ 796 h 1251"/>
              <a:gd name="T6" fmla="*/ 113 w 681"/>
              <a:gd name="T7" fmla="*/ 569 h 1251"/>
              <a:gd name="T8" fmla="*/ 0 w 681"/>
              <a:gd name="T9" fmla="*/ 341 h 1251"/>
              <a:gd name="T10" fmla="*/ 0 w 681"/>
              <a:gd name="T11" fmla="*/ 114 h 1251"/>
              <a:gd name="T12" fmla="*/ 0 w 681"/>
              <a:gd name="T13" fmla="*/ 0 h 1251"/>
              <a:gd name="T14" fmla="*/ 227 w 681"/>
              <a:gd name="T15" fmla="*/ 0 h 1251"/>
              <a:gd name="T16" fmla="*/ 454 w 681"/>
              <a:gd name="T17" fmla="*/ 0 h 1251"/>
              <a:gd name="T18" fmla="*/ 681 w 681"/>
              <a:gd name="T19" fmla="*/ 0 h 1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81" h="1251">
                <a:moveTo>
                  <a:pt x="681" y="1251"/>
                </a:moveTo>
                <a:lnTo>
                  <a:pt x="454" y="1023"/>
                </a:lnTo>
                <a:lnTo>
                  <a:pt x="227" y="796"/>
                </a:lnTo>
                <a:lnTo>
                  <a:pt x="113" y="569"/>
                </a:lnTo>
                <a:lnTo>
                  <a:pt x="0" y="341"/>
                </a:lnTo>
                <a:lnTo>
                  <a:pt x="0" y="114"/>
                </a:lnTo>
                <a:lnTo>
                  <a:pt x="0" y="0"/>
                </a:lnTo>
                <a:lnTo>
                  <a:pt x="227" y="0"/>
                </a:lnTo>
                <a:lnTo>
                  <a:pt x="454" y="0"/>
                </a:lnTo>
                <a:lnTo>
                  <a:pt x="681" y="0"/>
                </a:lnTo>
              </a:path>
            </a:pathLst>
          </a:custGeom>
          <a:noFill/>
          <a:ln w="28575" cap="flat">
            <a:solidFill>
              <a:srgbClr val="CC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Oval 1092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1093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Oval 1094"/>
          <p:cNvSpPr>
            <a:spLocks noChangeArrowheads="1"/>
          </p:cNvSpPr>
          <p:nvPr/>
        </p:nvSpPr>
        <p:spPr bwMode="auto">
          <a:xfrm>
            <a:off x="4316412" y="309403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1095"/>
          <p:cNvSpPr>
            <a:spLocks noEditPoints="1"/>
          </p:cNvSpPr>
          <p:nvPr/>
        </p:nvSpPr>
        <p:spPr bwMode="auto">
          <a:xfrm>
            <a:off x="4302125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Oval 1096"/>
          <p:cNvSpPr>
            <a:spLocks noChangeArrowheads="1"/>
          </p:cNvSpPr>
          <p:nvPr/>
        </p:nvSpPr>
        <p:spPr bwMode="auto">
          <a:xfrm>
            <a:off x="3956050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97"/>
          <p:cNvSpPr>
            <a:spLocks noEditPoints="1"/>
          </p:cNvSpPr>
          <p:nvPr/>
        </p:nvSpPr>
        <p:spPr bwMode="auto">
          <a:xfrm>
            <a:off x="3941762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Oval 1098"/>
          <p:cNvSpPr>
            <a:spLocks noChangeArrowheads="1"/>
          </p:cNvSpPr>
          <p:nvPr/>
        </p:nvSpPr>
        <p:spPr bwMode="auto">
          <a:xfrm>
            <a:off x="3776662" y="23717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99"/>
          <p:cNvSpPr>
            <a:spLocks noEditPoints="1"/>
          </p:cNvSpPr>
          <p:nvPr/>
        </p:nvSpPr>
        <p:spPr bwMode="auto">
          <a:xfrm>
            <a:off x="3762375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Oval 1100"/>
          <p:cNvSpPr>
            <a:spLocks noChangeArrowheads="1"/>
          </p:cNvSpPr>
          <p:nvPr/>
        </p:nvSpPr>
        <p:spPr bwMode="auto">
          <a:xfrm>
            <a:off x="3595687" y="20113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101"/>
          <p:cNvSpPr>
            <a:spLocks noEditPoints="1"/>
          </p:cNvSpPr>
          <p:nvPr/>
        </p:nvSpPr>
        <p:spPr bwMode="auto">
          <a:xfrm>
            <a:off x="3581400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Oval 1102"/>
          <p:cNvSpPr>
            <a:spLocks noChangeArrowheads="1"/>
          </p:cNvSpPr>
          <p:nvPr/>
        </p:nvSpPr>
        <p:spPr bwMode="auto">
          <a:xfrm>
            <a:off x="3595687" y="164941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103"/>
          <p:cNvSpPr>
            <a:spLocks noEditPoints="1"/>
          </p:cNvSpPr>
          <p:nvPr/>
        </p:nvSpPr>
        <p:spPr bwMode="auto">
          <a:xfrm>
            <a:off x="3581400" y="16351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Oval 1104"/>
          <p:cNvSpPr>
            <a:spLocks noChangeArrowheads="1"/>
          </p:cNvSpPr>
          <p:nvPr/>
        </p:nvSpPr>
        <p:spPr bwMode="auto">
          <a:xfrm>
            <a:off x="3595687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105"/>
          <p:cNvSpPr>
            <a:spLocks noEditPoints="1"/>
          </p:cNvSpPr>
          <p:nvPr/>
        </p:nvSpPr>
        <p:spPr bwMode="auto">
          <a:xfrm>
            <a:off x="3581400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106"/>
          <p:cNvSpPr>
            <a:spLocks noChangeArrowheads="1"/>
          </p:cNvSpPr>
          <p:nvPr/>
        </p:nvSpPr>
        <p:spPr bwMode="auto">
          <a:xfrm>
            <a:off x="3956050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7"/>
          <p:cNvSpPr>
            <a:spLocks noEditPoints="1"/>
          </p:cNvSpPr>
          <p:nvPr/>
        </p:nvSpPr>
        <p:spPr bwMode="auto">
          <a:xfrm>
            <a:off x="3941762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1108"/>
          <p:cNvSpPr>
            <a:spLocks noChangeArrowheads="1"/>
          </p:cNvSpPr>
          <p:nvPr/>
        </p:nvSpPr>
        <p:spPr bwMode="auto">
          <a:xfrm>
            <a:off x="4316412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09"/>
          <p:cNvSpPr>
            <a:spLocks noEditPoints="1"/>
          </p:cNvSpPr>
          <p:nvPr/>
        </p:nvSpPr>
        <p:spPr bwMode="auto">
          <a:xfrm>
            <a:off x="4302125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1110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11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1112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13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14"/>
          <p:cNvSpPr>
            <a:spLocks/>
          </p:cNvSpPr>
          <p:nvPr/>
        </p:nvSpPr>
        <p:spPr bwMode="auto">
          <a:xfrm>
            <a:off x="4706938" y="1498601"/>
            <a:ext cx="360363" cy="2346325"/>
          </a:xfrm>
          <a:custGeom>
            <a:avLst/>
            <a:gdLst>
              <a:gd name="T0" fmla="*/ 0 w 227"/>
              <a:gd name="T1" fmla="*/ 1251 h 1478"/>
              <a:gd name="T2" fmla="*/ 227 w 227"/>
              <a:gd name="T3" fmla="*/ 1478 h 1478"/>
              <a:gd name="T4" fmla="*/ 227 w 227"/>
              <a:gd name="T5" fmla="*/ 1251 h 1478"/>
              <a:gd name="T6" fmla="*/ 227 w 227"/>
              <a:gd name="T7" fmla="*/ 1023 h 1478"/>
              <a:gd name="T8" fmla="*/ 227 w 227"/>
              <a:gd name="T9" fmla="*/ 796 h 1478"/>
              <a:gd name="T10" fmla="*/ 227 w 227"/>
              <a:gd name="T11" fmla="*/ 569 h 1478"/>
              <a:gd name="T12" fmla="*/ 227 w 227"/>
              <a:gd name="T13" fmla="*/ 341 h 1478"/>
              <a:gd name="T14" fmla="*/ 227 w 227"/>
              <a:gd name="T15" fmla="*/ 114 h 1478"/>
              <a:gd name="T16" fmla="*/ 113 w 227"/>
              <a:gd name="T1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7" h="1478">
                <a:moveTo>
                  <a:pt x="0" y="1251"/>
                </a:moveTo>
                <a:lnTo>
                  <a:pt x="227" y="1478"/>
                </a:lnTo>
                <a:lnTo>
                  <a:pt x="227" y="1251"/>
                </a:lnTo>
                <a:lnTo>
                  <a:pt x="227" y="1023"/>
                </a:lnTo>
                <a:lnTo>
                  <a:pt x="227" y="796"/>
                </a:lnTo>
                <a:lnTo>
                  <a:pt x="227" y="569"/>
                </a:lnTo>
                <a:lnTo>
                  <a:pt x="227" y="341"/>
                </a:lnTo>
                <a:lnTo>
                  <a:pt x="227" y="114"/>
                </a:lnTo>
                <a:lnTo>
                  <a:pt x="113" y="0"/>
                </a:lnTo>
              </a:path>
            </a:pathLst>
          </a:custGeom>
          <a:noFill/>
          <a:ln w="28575" cap="flat">
            <a:solidFill>
              <a:srgbClr val="99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1115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16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1117"/>
          <p:cNvSpPr>
            <a:spLocks noChangeArrowheads="1"/>
          </p:cNvSpPr>
          <p:nvPr/>
        </p:nvSpPr>
        <p:spPr bwMode="auto">
          <a:xfrm>
            <a:off x="5037138" y="38163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118"/>
          <p:cNvSpPr>
            <a:spLocks noEditPoints="1"/>
          </p:cNvSpPr>
          <p:nvPr/>
        </p:nvSpPr>
        <p:spPr bwMode="auto">
          <a:xfrm>
            <a:off x="5022850" y="380047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1119"/>
          <p:cNvSpPr>
            <a:spLocks noChangeArrowheads="1"/>
          </p:cNvSpPr>
          <p:nvPr/>
        </p:nvSpPr>
        <p:spPr bwMode="auto">
          <a:xfrm>
            <a:off x="5037138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120"/>
          <p:cNvSpPr>
            <a:spLocks noEditPoints="1"/>
          </p:cNvSpPr>
          <p:nvPr/>
        </p:nvSpPr>
        <p:spPr bwMode="auto">
          <a:xfrm>
            <a:off x="5022850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1121"/>
          <p:cNvSpPr>
            <a:spLocks noChangeArrowheads="1"/>
          </p:cNvSpPr>
          <p:nvPr/>
        </p:nvSpPr>
        <p:spPr bwMode="auto">
          <a:xfrm>
            <a:off x="5037138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122"/>
          <p:cNvSpPr>
            <a:spLocks noEditPoints="1"/>
          </p:cNvSpPr>
          <p:nvPr/>
        </p:nvSpPr>
        <p:spPr bwMode="auto">
          <a:xfrm>
            <a:off x="5022850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1123"/>
          <p:cNvSpPr>
            <a:spLocks noChangeArrowheads="1"/>
          </p:cNvSpPr>
          <p:nvPr/>
        </p:nvSpPr>
        <p:spPr bwMode="auto">
          <a:xfrm>
            <a:off x="5037138" y="273367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124"/>
          <p:cNvSpPr>
            <a:spLocks noEditPoints="1"/>
          </p:cNvSpPr>
          <p:nvPr/>
        </p:nvSpPr>
        <p:spPr bwMode="auto">
          <a:xfrm>
            <a:off x="5022850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Oval 1125"/>
          <p:cNvSpPr>
            <a:spLocks noChangeArrowheads="1"/>
          </p:cNvSpPr>
          <p:nvPr/>
        </p:nvSpPr>
        <p:spPr bwMode="auto">
          <a:xfrm>
            <a:off x="5037138" y="23717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126"/>
          <p:cNvSpPr>
            <a:spLocks noEditPoints="1"/>
          </p:cNvSpPr>
          <p:nvPr/>
        </p:nvSpPr>
        <p:spPr bwMode="auto">
          <a:xfrm>
            <a:off x="5022850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Oval 1127"/>
          <p:cNvSpPr>
            <a:spLocks noChangeArrowheads="1"/>
          </p:cNvSpPr>
          <p:nvPr/>
        </p:nvSpPr>
        <p:spPr bwMode="auto">
          <a:xfrm>
            <a:off x="5037138" y="20113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128"/>
          <p:cNvSpPr>
            <a:spLocks noEditPoints="1"/>
          </p:cNvSpPr>
          <p:nvPr/>
        </p:nvSpPr>
        <p:spPr bwMode="auto">
          <a:xfrm>
            <a:off x="5022850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Oval 1129"/>
          <p:cNvSpPr>
            <a:spLocks noChangeArrowheads="1"/>
          </p:cNvSpPr>
          <p:nvPr/>
        </p:nvSpPr>
        <p:spPr bwMode="auto">
          <a:xfrm>
            <a:off x="5037138" y="16494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130"/>
          <p:cNvSpPr>
            <a:spLocks noEditPoints="1"/>
          </p:cNvSpPr>
          <p:nvPr/>
        </p:nvSpPr>
        <p:spPr bwMode="auto">
          <a:xfrm>
            <a:off x="5022850" y="16351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Oval 1131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132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3" name="TextBox 1132"/>
          <p:cNvSpPr txBox="1"/>
          <p:nvPr/>
        </p:nvSpPr>
        <p:spPr>
          <a:xfrm>
            <a:off x="4206241" y="574766"/>
            <a:ext cx="7993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Taxis 1</a:t>
            </a:r>
            <a:endParaRPr lang="en-US" dirty="0"/>
          </a:p>
        </p:txBody>
      </p:sp>
      <p:sp>
        <p:nvSpPr>
          <p:cNvPr id="1134" name="TextBox 1133"/>
          <p:cNvSpPr txBox="1"/>
          <p:nvPr/>
        </p:nvSpPr>
        <p:spPr>
          <a:xfrm>
            <a:off x="0" y="1276538"/>
            <a:ext cx="305101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Video is of 20 students’ results from Taxis condition 1, a single sensor that makes two samples consecutively, then compares them.</a:t>
            </a:r>
          </a:p>
          <a:p>
            <a:endParaRPr lang="en-US" dirty="0"/>
          </a:p>
          <a:p>
            <a:r>
              <a:rPr lang="en-US" dirty="0"/>
              <a:t>T</a:t>
            </a:r>
            <a:r>
              <a:rPr lang="en-US" dirty="0" smtClean="0"/>
              <a:t>here is goal-ward motion as seen by the bias near the goal.</a:t>
            </a:r>
          </a:p>
          <a:p>
            <a:endParaRPr lang="en-US" dirty="0"/>
          </a:p>
          <a:p>
            <a:r>
              <a:rPr lang="en-US" dirty="0" smtClean="0"/>
              <a:t>Is this more efficient than making two samples simultaneously?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022469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05"/>
          <p:cNvGrpSpPr>
            <a:grpSpLocks/>
          </p:cNvGrpSpPr>
          <p:nvPr/>
        </p:nvGrpSpPr>
        <p:grpSpPr bwMode="auto">
          <a:xfrm>
            <a:off x="3443287" y="1408113"/>
            <a:ext cx="2622550" cy="3887788"/>
            <a:chOff x="2169" y="887"/>
            <a:chExt cx="1652" cy="2449"/>
          </a:xfrm>
        </p:grpSpPr>
        <p:sp>
          <p:nvSpPr>
            <p:cNvPr id="746" name="Rectangle 5"/>
            <p:cNvSpPr>
              <a:spLocks noChangeArrowheads="1"/>
            </p:cNvSpPr>
            <p:nvPr/>
          </p:nvSpPr>
          <p:spPr bwMode="auto">
            <a:xfrm>
              <a:off x="2170" y="887"/>
              <a:ext cx="1645" cy="24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Rectangle 6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7"/>
            <p:cNvSpPr>
              <a:spLocks noEditPoints="1"/>
            </p:cNvSpPr>
            <p:nvPr/>
          </p:nvSpPr>
          <p:spPr bwMode="auto">
            <a:xfrm>
              <a:off x="216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Rectangle 8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Rectangle 9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10"/>
            <p:cNvSpPr>
              <a:spLocks noEditPoints="1"/>
            </p:cNvSpPr>
            <p:nvPr/>
          </p:nvSpPr>
          <p:spPr bwMode="auto">
            <a:xfrm>
              <a:off x="222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Rectangle 11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Rectangle 12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13"/>
            <p:cNvSpPr>
              <a:spLocks noEditPoints="1"/>
            </p:cNvSpPr>
            <p:nvPr/>
          </p:nvSpPr>
          <p:spPr bwMode="auto">
            <a:xfrm>
              <a:off x="2282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Rectangle 14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Rectangle 15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16"/>
            <p:cNvSpPr>
              <a:spLocks noEditPoints="1"/>
            </p:cNvSpPr>
            <p:nvPr/>
          </p:nvSpPr>
          <p:spPr bwMode="auto">
            <a:xfrm>
              <a:off x="233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Rectangle 17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Rectangle 18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19"/>
            <p:cNvSpPr>
              <a:spLocks noEditPoints="1"/>
            </p:cNvSpPr>
            <p:nvPr/>
          </p:nvSpPr>
          <p:spPr bwMode="auto">
            <a:xfrm>
              <a:off x="239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Rectangle 20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Rectangle 21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22"/>
            <p:cNvSpPr>
              <a:spLocks noEditPoints="1"/>
            </p:cNvSpPr>
            <p:nvPr/>
          </p:nvSpPr>
          <p:spPr bwMode="auto">
            <a:xfrm>
              <a:off x="2453" y="892"/>
              <a:ext cx="2" cy="2440"/>
            </a:xfrm>
            <a:custGeom>
              <a:avLst/>
              <a:gdLst>
                <a:gd name="T0" fmla="*/ 2 w 2"/>
                <a:gd name="T1" fmla="*/ 2384 h 2440"/>
                <a:gd name="T2" fmla="*/ 2 w 2"/>
                <a:gd name="T3" fmla="*/ 2343 h 2440"/>
                <a:gd name="T4" fmla="*/ 0 w 2"/>
                <a:gd name="T5" fmla="*/ 2306 h 2440"/>
                <a:gd name="T6" fmla="*/ 0 w 2"/>
                <a:gd name="T7" fmla="*/ 2274 h 2440"/>
                <a:gd name="T8" fmla="*/ 2 w 2"/>
                <a:gd name="T9" fmla="*/ 2237 h 2440"/>
                <a:gd name="T10" fmla="*/ 2 w 2"/>
                <a:gd name="T11" fmla="*/ 2181 h 2440"/>
                <a:gd name="T12" fmla="*/ 2 w 2"/>
                <a:gd name="T13" fmla="*/ 2140 h 2440"/>
                <a:gd name="T14" fmla="*/ 0 w 2"/>
                <a:gd name="T15" fmla="*/ 2103 h 2440"/>
                <a:gd name="T16" fmla="*/ 0 w 2"/>
                <a:gd name="T17" fmla="*/ 2071 h 2440"/>
                <a:gd name="T18" fmla="*/ 2 w 2"/>
                <a:gd name="T19" fmla="*/ 2034 h 2440"/>
                <a:gd name="T20" fmla="*/ 2 w 2"/>
                <a:gd name="T21" fmla="*/ 1978 h 2440"/>
                <a:gd name="T22" fmla="*/ 2 w 2"/>
                <a:gd name="T23" fmla="*/ 1937 h 2440"/>
                <a:gd name="T24" fmla="*/ 0 w 2"/>
                <a:gd name="T25" fmla="*/ 1900 h 2440"/>
                <a:gd name="T26" fmla="*/ 0 w 2"/>
                <a:gd name="T27" fmla="*/ 1868 h 2440"/>
                <a:gd name="T28" fmla="*/ 2 w 2"/>
                <a:gd name="T29" fmla="*/ 1831 h 2440"/>
                <a:gd name="T30" fmla="*/ 2 w 2"/>
                <a:gd name="T31" fmla="*/ 1775 h 2440"/>
                <a:gd name="T32" fmla="*/ 2 w 2"/>
                <a:gd name="T33" fmla="*/ 1734 h 2440"/>
                <a:gd name="T34" fmla="*/ 0 w 2"/>
                <a:gd name="T35" fmla="*/ 1697 h 2440"/>
                <a:gd name="T36" fmla="*/ 0 w 2"/>
                <a:gd name="T37" fmla="*/ 1665 h 2440"/>
                <a:gd name="T38" fmla="*/ 2 w 2"/>
                <a:gd name="T39" fmla="*/ 1628 h 2440"/>
                <a:gd name="T40" fmla="*/ 2 w 2"/>
                <a:gd name="T41" fmla="*/ 1572 h 2440"/>
                <a:gd name="T42" fmla="*/ 2 w 2"/>
                <a:gd name="T43" fmla="*/ 1531 h 2440"/>
                <a:gd name="T44" fmla="*/ 0 w 2"/>
                <a:gd name="T45" fmla="*/ 1494 h 2440"/>
                <a:gd name="T46" fmla="*/ 0 w 2"/>
                <a:gd name="T47" fmla="*/ 1462 h 2440"/>
                <a:gd name="T48" fmla="*/ 2 w 2"/>
                <a:gd name="T49" fmla="*/ 1425 h 2440"/>
                <a:gd name="T50" fmla="*/ 2 w 2"/>
                <a:gd name="T51" fmla="*/ 1370 h 2440"/>
                <a:gd name="T52" fmla="*/ 2 w 2"/>
                <a:gd name="T53" fmla="*/ 1328 h 2440"/>
                <a:gd name="T54" fmla="*/ 0 w 2"/>
                <a:gd name="T55" fmla="*/ 1291 h 2440"/>
                <a:gd name="T56" fmla="*/ 0 w 2"/>
                <a:gd name="T57" fmla="*/ 1259 h 2440"/>
                <a:gd name="T58" fmla="*/ 2 w 2"/>
                <a:gd name="T59" fmla="*/ 1222 h 2440"/>
                <a:gd name="T60" fmla="*/ 2 w 2"/>
                <a:gd name="T61" fmla="*/ 1167 h 2440"/>
                <a:gd name="T62" fmla="*/ 2 w 2"/>
                <a:gd name="T63" fmla="*/ 1125 h 2440"/>
                <a:gd name="T64" fmla="*/ 0 w 2"/>
                <a:gd name="T65" fmla="*/ 1088 h 2440"/>
                <a:gd name="T66" fmla="*/ 0 w 2"/>
                <a:gd name="T67" fmla="*/ 1056 h 2440"/>
                <a:gd name="T68" fmla="*/ 2 w 2"/>
                <a:gd name="T69" fmla="*/ 1019 h 2440"/>
                <a:gd name="T70" fmla="*/ 2 w 2"/>
                <a:gd name="T71" fmla="*/ 964 h 2440"/>
                <a:gd name="T72" fmla="*/ 2 w 2"/>
                <a:gd name="T73" fmla="*/ 922 h 2440"/>
                <a:gd name="T74" fmla="*/ 0 w 2"/>
                <a:gd name="T75" fmla="*/ 885 h 2440"/>
                <a:gd name="T76" fmla="*/ 0 w 2"/>
                <a:gd name="T77" fmla="*/ 853 h 2440"/>
                <a:gd name="T78" fmla="*/ 2 w 2"/>
                <a:gd name="T79" fmla="*/ 816 h 2440"/>
                <a:gd name="T80" fmla="*/ 2 w 2"/>
                <a:gd name="T81" fmla="*/ 761 h 2440"/>
                <a:gd name="T82" fmla="*/ 2 w 2"/>
                <a:gd name="T83" fmla="*/ 719 h 2440"/>
                <a:gd name="T84" fmla="*/ 0 w 2"/>
                <a:gd name="T85" fmla="*/ 682 h 2440"/>
                <a:gd name="T86" fmla="*/ 0 w 2"/>
                <a:gd name="T87" fmla="*/ 650 h 2440"/>
                <a:gd name="T88" fmla="*/ 2 w 2"/>
                <a:gd name="T89" fmla="*/ 613 h 2440"/>
                <a:gd name="T90" fmla="*/ 2 w 2"/>
                <a:gd name="T91" fmla="*/ 558 h 2440"/>
                <a:gd name="T92" fmla="*/ 2 w 2"/>
                <a:gd name="T93" fmla="*/ 516 h 2440"/>
                <a:gd name="T94" fmla="*/ 0 w 2"/>
                <a:gd name="T95" fmla="*/ 479 h 2440"/>
                <a:gd name="T96" fmla="*/ 0 w 2"/>
                <a:gd name="T97" fmla="*/ 447 h 2440"/>
                <a:gd name="T98" fmla="*/ 2 w 2"/>
                <a:gd name="T99" fmla="*/ 410 h 2440"/>
                <a:gd name="T100" fmla="*/ 2 w 2"/>
                <a:gd name="T101" fmla="*/ 355 h 2440"/>
                <a:gd name="T102" fmla="*/ 2 w 2"/>
                <a:gd name="T103" fmla="*/ 313 h 2440"/>
                <a:gd name="T104" fmla="*/ 0 w 2"/>
                <a:gd name="T105" fmla="*/ 276 h 2440"/>
                <a:gd name="T106" fmla="*/ 0 w 2"/>
                <a:gd name="T107" fmla="*/ 244 h 2440"/>
                <a:gd name="T108" fmla="*/ 2 w 2"/>
                <a:gd name="T109" fmla="*/ 207 h 2440"/>
                <a:gd name="T110" fmla="*/ 2 w 2"/>
                <a:gd name="T111" fmla="*/ 152 h 2440"/>
                <a:gd name="T112" fmla="*/ 2 w 2"/>
                <a:gd name="T113" fmla="*/ 110 h 2440"/>
                <a:gd name="T114" fmla="*/ 0 w 2"/>
                <a:gd name="T115" fmla="*/ 73 h 2440"/>
                <a:gd name="T116" fmla="*/ 0 w 2"/>
                <a:gd name="T117" fmla="*/ 41 h 2440"/>
                <a:gd name="T118" fmla="*/ 2 w 2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" h="2440">
                  <a:moveTo>
                    <a:pt x="2" y="2421"/>
                  </a:moveTo>
                  <a:lnTo>
                    <a:pt x="2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2" y="2421"/>
                  </a:lnTo>
                  <a:close/>
                  <a:moveTo>
                    <a:pt x="2" y="2403"/>
                  </a:moveTo>
                  <a:lnTo>
                    <a:pt x="2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2" y="2403"/>
                  </a:lnTo>
                  <a:close/>
                  <a:moveTo>
                    <a:pt x="2" y="2384"/>
                  </a:moveTo>
                  <a:lnTo>
                    <a:pt x="2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2" y="2384"/>
                  </a:lnTo>
                  <a:close/>
                  <a:moveTo>
                    <a:pt x="2" y="2366"/>
                  </a:moveTo>
                  <a:lnTo>
                    <a:pt x="2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2" y="2366"/>
                  </a:lnTo>
                  <a:close/>
                  <a:moveTo>
                    <a:pt x="2" y="2347"/>
                  </a:moveTo>
                  <a:lnTo>
                    <a:pt x="2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2" y="2347"/>
                  </a:lnTo>
                  <a:close/>
                  <a:moveTo>
                    <a:pt x="2" y="2329"/>
                  </a:moveTo>
                  <a:lnTo>
                    <a:pt x="2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2" y="2329"/>
                  </a:lnTo>
                  <a:close/>
                  <a:moveTo>
                    <a:pt x="2" y="2310"/>
                  </a:moveTo>
                  <a:lnTo>
                    <a:pt x="2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2" y="2310"/>
                  </a:lnTo>
                  <a:close/>
                  <a:moveTo>
                    <a:pt x="2" y="2292"/>
                  </a:moveTo>
                  <a:lnTo>
                    <a:pt x="2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2" y="2292"/>
                  </a:lnTo>
                  <a:close/>
                  <a:moveTo>
                    <a:pt x="2" y="2274"/>
                  </a:moveTo>
                  <a:lnTo>
                    <a:pt x="2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2" y="2274"/>
                  </a:lnTo>
                  <a:close/>
                  <a:moveTo>
                    <a:pt x="2" y="2255"/>
                  </a:moveTo>
                  <a:lnTo>
                    <a:pt x="2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2" y="2255"/>
                  </a:lnTo>
                  <a:close/>
                  <a:moveTo>
                    <a:pt x="2" y="2237"/>
                  </a:moveTo>
                  <a:lnTo>
                    <a:pt x="2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2" y="2237"/>
                  </a:lnTo>
                  <a:close/>
                  <a:moveTo>
                    <a:pt x="2" y="2218"/>
                  </a:moveTo>
                  <a:lnTo>
                    <a:pt x="2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2" y="2218"/>
                  </a:lnTo>
                  <a:close/>
                  <a:moveTo>
                    <a:pt x="2" y="2200"/>
                  </a:moveTo>
                  <a:lnTo>
                    <a:pt x="2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2" y="2200"/>
                  </a:lnTo>
                  <a:close/>
                  <a:moveTo>
                    <a:pt x="2" y="2181"/>
                  </a:moveTo>
                  <a:lnTo>
                    <a:pt x="2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2" y="2181"/>
                  </a:lnTo>
                  <a:close/>
                  <a:moveTo>
                    <a:pt x="2" y="2163"/>
                  </a:moveTo>
                  <a:lnTo>
                    <a:pt x="2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2" y="2163"/>
                  </a:lnTo>
                  <a:close/>
                  <a:moveTo>
                    <a:pt x="2" y="2144"/>
                  </a:moveTo>
                  <a:lnTo>
                    <a:pt x="2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2" y="2144"/>
                  </a:lnTo>
                  <a:close/>
                  <a:moveTo>
                    <a:pt x="2" y="2126"/>
                  </a:moveTo>
                  <a:lnTo>
                    <a:pt x="2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2" y="2126"/>
                  </a:lnTo>
                  <a:close/>
                  <a:moveTo>
                    <a:pt x="2" y="2107"/>
                  </a:moveTo>
                  <a:lnTo>
                    <a:pt x="2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2" y="2107"/>
                  </a:lnTo>
                  <a:close/>
                  <a:moveTo>
                    <a:pt x="2" y="2089"/>
                  </a:moveTo>
                  <a:lnTo>
                    <a:pt x="2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2" y="2089"/>
                  </a:lnTo>
                  <a:close/>
                  <a:moveTo>
                    <a:pt x="2" y="2071"/>
                  </a:moveTo>
                  <a:lnTo>
                    <a:pt x="2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2" y="2071"/>
                  </a:lnTo>
                  <a:close/>
                  <a:moveTo>
                    <a:pt x="2" y="2052"/>
                  </a:moveTo>
                  <a:lnTo>
                    <a:pt x="2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2" y="2052"/>
                  </a:lnTo>
                  <a:close/>
                  <a:moveTo>
                    <a:pt x="2" y="2034"/>
                  </a:moveTo>
                  <a:lnTo>
                    <a:pt x="2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2" y="2034"/>
                  </a:lnTo>
                  <a:close/>
                  <a:moveTo>
                    <a:pt x="2" y="2015"/>
                  </a:moveTo>
                  <a:lnTo>
                    <a:pt x="2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2" y="2015"/>
                  </a:lnTo>
                  <a:close/>
                  <a:moveTo>
                    <a:pt x="2" y="1997"/>
                  </a:moveTo>
                  <a:lnTo>
                    <a:pt x="2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2" y="1997"/>
                  </a:lnTo>
                  <a:close/>
                  <a:moveTo>
                    <a:pt x="2" y="1978"/>
                  </a:moveTo>
                  <a:lnTo>
                    <a:pt x="2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2" y="1978"/>
                  </a:lnTo>
                  <a:close/>
                  <a:moveTo>
                    <a:pt x="2" y="1960"/>
                  </a:moveTo>
                  <a:lnTo>
                    <a:pt x="2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2" y="1960"/>
                  </a:lnTo>
                  <a:close/>
                  <a:moveTo>
                    <a:pt x="2" y="1941"/>
                  </a:moveTo>
                  <a:lnTo>
                    <a:pt x="2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2" y="1941"/>
                  </a:lnTo>
                  <a:close/>
                  <a:moveTo>
                    <a:pt x="2" y="1923"/>
                  </a:moveTo>
                  <a:lnTo>
                    <a:pt x="2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2" y="1923"/>
                  </a:lnTo>
                  <a:close/>
                  <a:moveTo>
                    <a:pt x="2" y="1905"/>
                  </a:moveTo>
                  <a:lnTo>
                    <a:pt x="2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2" y="1905"/>
                  </a:lnTo>
                  <a:close/>
                  <a:moveTo>
                    <a:pt x="2" y="1886"/>
                  </a:moveTo>
                  <a:lnTo>
                    <a:pt x="2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2" y="1886"/>
                  </a:lnTo>
                  <a:close/>
                  <a:moveTo>
                    <a:pt x="2" y="1868"/>
                  </a:moveTo>
                  <a:lnTo>
                    <a:pt x="2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2" y="1868"/>
                  </a:lnTo>
                  <a:close/>
                  <a:moveTo>
                    <a:pt x="2" y="1849"/>
                  </a:moveTo>
                  <a:lnTo>
                    <a:pt x="2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2" y="1849"/>
                  </a:lnTo>
                  <a:close/>
                  <a:moveTo>
                    <a:pt x="2" y="1831"/>
                  </a:moveTo>
                  <a:lnTo>
                    <a:pt x="2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2" y="1831"/>
                  </a:lnTo>
                  <a:close/>
                  <a:moveTo>
                    <a:pt x="2" y="1812"/>
                  </a:moveTo>
                  <a:lnTo>
                    <a:pt x="2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2" y="1812"/>
                  </a:lnTo>
                  <a:close/>
                  <a:moveTo>
                    <a:pt x="2" y="1794"/>
                  </a:moveTo>
                  <a:lnTo>
                    <a:pt x="2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2" y="1794"/>
                  </a:lnTo>
                  <a:close/>
                  <a:moveTo>
                    <a:pt x="2" y="1775"/>
                  </a:moveTo>
                  <a:lnTo>
                    <a:pt x="2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2" y="1775"/>
                  </a:lnTo>
                  <a:close/>
                  <a:moveTo>
                    <a:pt x="2" y="1757"/>
                  </a:moveTo>
                  <a:lnTo>
                    <a:pt x="2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2" y="1757"/>
                  </a:lnTo>
                  <a:close/>
                  <a:moveTo>
                    <a:pt x="2" y="1739"/>
                  </a:moveTo>
                  <a:lnTo>
                    <a:pt x="2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2" y="1739"/>
                  </a:lnTo>
                  <a:close/>
                  <a:moveTo>
                    <a:pt x="2" y="1720"/>
                  </a:moveTo>
                  <a:lnTo>
                    <a:pt x="2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2" y="1720"/>
                  </a:lnTo>
                  <a:close/>
                  <a:moveTo>
                    <a:pt x="2" y="1702"/>
                  </a:moveTo>
                  <a:lnTo>
                    <a:pt x="2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2" y="1702"/>
                  </a:lnTo>
                  <a:close/>
                  <a:moveTo>
                    <a:pt x="2" y="1683"/>
                  </a:moveTo>
                  <a:lnTo>
                    <a:pt x="2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2" y="1683"/>
                  </a:lnTo>
                  <a:close/>
                  <a:moveTo>
                    <a:pt x="2" y="1665"/>
                  </a:moveTo>
                  <a:lnTo>
                    <a:pt x="2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2" y="1665"/>
                  </a:lnTo>
                  <a:close/>
                  <a:moveTo>
                    <a:pt x="2" y="1646"/>
                  </a:moveTo>
                  <a:lnTo>
                    <a:pt x="2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2" y="1646"/>
                  </a:lnTo>
                  <a:close/>
                  <a:moveTo>
                    <a:pt x="2" y="1628"/>
                  </a:moveTo>
                  <a:lnTo>
                    <a:pt x="2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2" y="1628"/>
                  </a:lnTo>
                  <a:close/>
                  <a:moveTo>
                    <a:pt x="2" y="1609"/>
                  </a:moveTo>
                  <a:lnTo>
                    <a:pt x="2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2" y="1609"/>
                  </a:lnTo>
                  <a:close/>
                  <a:moveTo>
                    <a:pt x="2" y="1591"/>
                  </a:moveTo>
                  <a:lnTo>
                    <a:pt x="2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2" y="1591"/>
                  </a:lnTo>
                  <a:close/>
                  <a:moveTo>
                    <a:pt x="2" y="1572"/>
                  </a:moveTo>
                  <a:lnTo>
                    <a:pt x="2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2" y="1572"/>
                  </a:lnTo>
                  <a:close/>
                  <a:moveTo>
                    <a:pt x="2" y="1554"/>
                  </a:moveTo>
                  <a:lnTo>
                    <a:pt x="2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2" y="1554"/>
                  </a:lnTo>
                  <a:close/>
                  <a:moveTo>
                    <a:pt x="2" y="1536"/>
                  </a:moveTo>
                  <a:lnTo>
                    <a:pt x="2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2" y="1536"/>
                  </a:lnTo>
                  <a:close/>
                  <a:moveTo>
                    <a:pt x="2" y="1517"/>
                  </a:moveTo>
                  <a:lnTo>
                    <a:pt x="2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2" y="1517"/>
                  </a:lnTo>
                  <a:close/>
                  <a:moveTo>
                    <a:pt x="2" y="1499"/>
                  </a:moveTo>
                  <a:lnTo>
                    <a:pt x="2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2" y="1499"/>
                  </a:lnTo>
                  <a:close/>
                  <a:moveTo>
                    <a:pt x="2" y="1480"/>
                  </a:moveTo>
                  <a:lnTo>
                    <a:pt x="2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2" y="1480"/>
                  </a:lnTo>
                  <a:close/>
                  <a:moveTo>
                    <a:pt x="2" y="1462"/>
                  </a:moveTo>
                  <a:lnTo>
                    <a:pt x="2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2" y="1462"/>
                  </a:lnTo>
                  <a:close/>
                  <a:moveTo>
                    <a:pt x="2" y="1443"/>
                  </a:moveTo>
                  <a:lnTo>
                    <a:pt x="2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2" y="1443"/>
                  </a:lnTo>
                  <a:close/>
                  <a:moveTo>
                    <a:pt x="2" y="1425"/>
                  </a:moveTo>
                  <a:lnTo>
                    <a:pt x="2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2" y="1425"/>
                  </a:lnTo>
                  <a:close/>
                  <a:moveTo>
                    <a:pt x="2" y="1406"/>
                  </a:moveTo>
                  <a:lnTo>
                    <a:pt x="2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2" y="1406"/>
                  </a:lnTo>
                  <a:close/>
                  <a:moveTo>
                    <a:pt x="2" y="1388"/>
                  </a:moveTo>
                  <a:lnTo>
                    <a:pt x="2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2" y="1388"/>
                  </a:lnTo>
                  <a:close/>
                  <a:moveTo>
                    <a:pt x="2" y="1370"/>
                  </a:moveTo>
                  <a:lnTo>
                    <a:pt x="2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2" y="1370"/>
                  </a:lnTo>
                  <a:close/>
                  <a:moveTo>
                    <a:pt x="2" y="1351"/>
                  </a:moveTo>
                  <a:lnTo>
                    <a:pt x="2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2" y="1351"/>
                  </a:lnTo>
                  <a:close/>
                  <a:moveTo>
                    <a:pt x="2" y="1333"/>
                  </a:moveTo>
                  <a:lnTo>
                    <a:pt x="2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2" y="1333"/>
                  </a:lnTo>
                  <a:close/>
                  <a:moveTo>
                    <a:pt x="2" y="1314"/>
                  </a:moveTo>
                  <a:lnTo>
                    <a:pt x="2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2" y="1314"/>
                  </a:lnTo>
                  <a:close/>
                  <a:moveTo>
                    <a:pt x="2" y="1296"/>
                  </a:moveTo>
                  <a:lnTo>
                    <a:pt x="2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2" y="1296"/>
                  </a:lnTo>
                  <a:close/>
                  <a:moveTo>
                    <a:pt x="2" y="1277"/>
                  </a:moveTo>
                  <a:lnTo>
                    <a:pt x="2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2" y="1277"/>
                  </a:lnTo>
                  <a:close/>
                  <a:moveTo>
                    <a:pt x="2" y="1259"/>
                  </a:moveTo>
                  <a:lnTo>
                    <a:pt x="2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2" y="1259"/>
                  </a:lnTo>
                  <a:close/>
                  <a:moveTo>
                    <a:pt x="2" y="1240"/>
                  </a:moveTo>
                  <a:lnTo>
                    <a:pt x="2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2" y="1240"/>
                  </a:lnTo>
                  <a:close/>
                  <a:moveTo>
                    <a:pt x="2" y="1222"/>
                  </a:moveTo>
                  <a:lnTo>
                    <a:pt x="2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2" y="1222"/>
                  </a:lnTo>
                  <a:close/>
                  <a:moveTo>
                    <a:pt x="2" y="1203"/>
                  </a:moveTo>
                  <a:lnTo>
                    <a:pt x="2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2" y="1203"/>
                  </a:lnTo>
                  <a:close/>
                  <a:moveTo>
                    <a:pt x="2" y="1185"/>
                  </a:moveTo>
                  <a:lnTo>
                    <a:pt x="2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2" y="1185"/>
                  </a:lnTo>
                  <a:close/>
                  <a:moveTo>
                    <a:pt x="2" y="1167"/>
                  </a:moveTo>
                  <a:lnTo>
                    <a:pt x="2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2" y="1167"/>
                  </a:lnTo>
                  <a:close/>
                  <a:moveTo>
                    <a:pt x="2" y="1148"/>
                  </a:moveTo>
                  <a:lnTo>
                    <a:pt x="2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2" y="1148"/>
                  </a:lnTo>
                  <a:close/>
                  <a:moveTo>
                    <a:pt x="2" y="1130"/>
                  </a:moveTo>
                  <a:lnTo>
                    <a:pt x="2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2" y="1130"/>
                  </a:lnTo>
                  <a:close/>
                  <a:moveTo>
                    <a:pt x="2" y="1111"/>
                  </a:moveTo>
                  <a:lnTo>
                    <a:pt x="2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2" y="1111"/>
                  </a:lnTo>
                  <a:close/>
                  <a:moveTo>
                    <a:pt x="2" y="1093"/>
                  </a:moveTo>
                  <a:lnTo>
                    <a:pt x="2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2" y="1093"/>
                  </a:lnTo>
                  <a:close/>
                  <a:moveTo>
                    <a:pt x="2" y="1074"/>
                  </a:moveTo>
                  <a:lnTo>
                    <a:pt x="2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2" y="1074"/>
                  </a:lnTo>
                  <a:close/>
                  <a:moveTo>
                    <a:pt x="2" y="1056"/>
                  </a:moveTo>
                  <a:lnTo>
                    <a:pt x="2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2" y="1056"/>
                  </a:lnTo>
                  <a:close/>
                  <a:moveTo>
                    <a:pt x="2" y="1037"/>
                  </a:moveTo>
                  <a:lnTo>
                    <a:pt x="2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2" y="1037"/>
                  </a:lnTo>
                  <a:close/>
                  <a:moveTo>
                    <a:pt x="2" y="1019"/>
                  </a:moveTo>
                  <a:lnTo>
                    <a:pt x="2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2" y="1019"/>
                  </a:lnTo>
                  <a:close/>
                  <a:moveTo>
                    <a:pt x="2" y="1001"/>
                  </a:moveTo>
                  <a:lnTo>
                    <a:pt x="2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2" y="1001"/>
                  </a:lnTo>
                  <a:close/>
                  <a:moveTo>
                    <a:pt x="2" y="982"/>
                  </a:moveTo>
                  <a:lnTo>
                    <a:pt x="2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2" y="982"/>
                  </a:lnTo>
                  <a:close/>
                  <a:moveTo>
                    <a:pt x="2" y="964"/>
                  </a:moveTo>
                  <a:lnTo>
                    <a:pt x="2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2" y="964"/>
                  </a:lnTo>
                  <a:close/>
                  <a:moveTo>
                    <a:pt x="2" y="945"/>
                  </a:moveTo>
                  <a:lnTo>
                    <a:pt x="2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2" y="945"/>
                  </a:lnTo>
                  <a:close/>
                  <a:moveTo>
                    <a:pt x="2" y="927"/>
                  </a:moveTo>
                  <a:lnTo>
                    <a:pt x="2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2" y="927"/>
                  </a:lnTo>
                  <a:close/>
                  <a:moveTo>
                    <a:pt x="2" y="908"/>
                  </a:moveTo>
                  <a:lnTo>
                    <a:pt x="2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2" y="908"/>
                  </a:lnTo>
                  <a:close/>
                  <a:moveTo>
                    <a:pt x="2" y="890"/>
                  </a:moveTo>
                  <a:lnTo>
                    <a:pt x="2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2" y="890"/>
                  </a:lnTo>
                  <a:close/>
                  <a:moveTo>
                    <a:pt x="2" y="871"/>
                  </a:moveTo>
                  <a:lnTo>
                    <a:pt x="2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2" y="871"/>
                  </a:lnTo>
                  <a:close/>
                  <a:moveTo>
                    <a:pt x="2" y="853"/>
                  </a:moveTo>
                  <a:lnTo>
                    <a:pt x="2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2" y="853"/>
                  </a:lnTo>
                  <a:close/>
                  <a:moveTo>
                    <a:pt x="2" y="834"/>
                  </a:moveTo>
                  <a:lnTo>
                    <a:pt x="2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2" y="834"/>
                  </a:lnTo>
                  <a:close/>
                  <a:moveTo>
                    <a:pt x="2" y="816"/>
                  </a:moveTo>
                  <a:lnTo>
                    <a:pt x="2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2" y="816"/>
                  </a:lnTo>
                  <a:close/>
                  <a:moveTo>
                    <a:pt x="2" y="798"/>
                  </a:moveTo>
                  <a:lnTo>
                    <a:pt x="2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2" y="798"/>
                  </a:lnTo>
                  <a:close/>
                  <a:moveTo>
                    <a:pt x="2" y="779"/>
                  </a:moveTo>
                  <a:lnTo>
                    <a:pt x="2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2" y="779"/>
                  </a:lnTo>
                  <a:close/>
                  <a:moveTo>
                    <a:pt x="2" y="761"/>
                  </a:moveTo>
                  <a:lnTo>
                    <a:pt x="2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2" y="761"/>
                  </a:lnTo>
                  <a:close/>
                  <a:moveTo>
                    <a:pt x="2" y="742"/>
                  </a:moveTo>
                  <a:lnTo>
                    <a:pt x="2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2" y="742"/>
                  </a:lnTo>
                  <a:close/>
                  <a:moveTo>
                    <a:pt x="2" y="724"/>
                  </a:moveTo>
                  <a:lnTo>
                    <a:pt x="2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2" y="724"/>
                  </a:lnTo>
                  <a:close/>
                  <a:moveTo>
                    <a:pt x="2" y="705"/>
                  </a:moveTo>
                  <a:lnTo>
                    <a:pt x="2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2" y="705"/>
                  </a:lnTo>
                  <a:close/>
                  <a:moveTo>
                    <a:pt x="2" y="687"/>
                  </a:moveTo>
                  <a:lnTo>
                    <a:pt x="2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2" y="687"/>
                  </a:lnTo>
                  <a:close/>
                  <a:moveTo>
                    <a:pt x="2" y="668"/>
                  </a:moveTo>
                  <a:lnTo>
                    <a:pt x="2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2" y="668"/>
                  </a:lnTo>
                  <a:close/>
                  <a:moveTo>
                    <a:pt x="2" y="650"/>
                  </a:moveTo>
                  <a:lnTo>
                    <a:pt x="2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2" y="650"/>
                  </a:lnTo>
                  <a:close/>
                  <a:moveTo>
                    <a:pt x="2" y="632"/>
                  </a:moveTo>
                  <a:lnTo>
                    <a:pt x="2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2" y="632"/>
                  </a:lnTo>
                  <a:close/>
                  <a:moveTo>
                    <a:pt x="2" y="613"/>
                  </a:moveTo>
                  <a:lnTo>
                    <a:pt x="2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2" y="613"/>
                  </a:lnTo>
                  <a:close/>
                  <a:moveTo>
                    <a:pt x="2" y="595"/>
                  </a:moveTo>
                  <a:lnTo>
                    <a:pt x="2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2" y="595"/>
                  </a:lnTo>
                  <a:close/>
                  <a:moveTo>
                    <a:pt x="2" y="576"/>
                  </a:moveTo>
                  <a:lnTo>
                    <a:pt x="2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2" y="576"/>
                  </a:lnTo>
                  <a:close/>
                  <a:moveTo>
                    <a:pt x="2" y="558"/>
                  </a:moveTo>
                  <a:lnTo>
                    <a:pt x="2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2" y="558"/>
                  </a:lnTo>
                  <a:close/>
                  <a:moveTo>
                    <a:pt x="2" y="539"/>
                  </a:moveTo>
                  <a:lnTo>
                    <a:pt x="2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2" y="539"/>
                  </a:lnTo>
                  <a:close/>
                  <a:moveTo>
                    <a:pt x="2" y="521"/>
                  </a:moveTo>
                  <a:lnTo>
                    <a:pt x="2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2" y="521"/>
                  </a:lnTo>
                  <a:close/>
                  <a:moveTo>
                    <a:pt x="2" y="502"/>
                  </a:moveTo>
                  <a:lnTo>
                    <a:pt x="2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2" y="502"/>
                  </a:lnTo>
                  <a:close/>
                  <a:moveTo>
                    <a:pt x="2" y="484"/>
                  </a:moveTo>
                  <a:lnTo>
                    <a:pt x="2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2" y="484"/>
                  </a:lnTo>
                  <a:close/>
                  <a:moveTo>
                    <a:pt x="2" y="465"/>
                  </a:moveTo>
                  <a:lnTo>
                    <a:pt x="2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2" y="465"/>
                  </a:lnTo>
                  <a:close/>
                  <a:moveTo>
                    <a:pt x="2" y="447"/>
                  </a:moveTo>
                  <a:lnTo>
                    <a:pt x="2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2" y="447"/>
                  </a:lnTo>
                  <a:close/>
                  <a:moveTo>
                    <a:pt x="2" y="429"/>
                  </a:moveTo>
                  <a:lnTo>
                    <a:pt x="2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2" y="429"/>
                  </a:lnTo>
                  <a:close/>
                  <a:moveTo>
                    <a:pt x="2" y="410"/>
                  </a:moveTo>
                  <a:lnTo>
                    <a:pt x="2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2" y="410"/>
                  </a:lnTo>
                  <a:close/>
                  <a:moveTo>
                    <a:pt x="2" y="392"/>
                  </a:moveTo>
                  <a:lnTo>
                    <a:pt x="2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2" y="392"/>
                  </a:lnTo>
                  <a:close/>
                  <a:moveTo>
                    <a:pt x="2" y="373"/>
                  </a:moveTo>
                  <a:lnTo>
                    <a:pt x="2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2" y="373"/>
                  </a:lnTo>
                  <a:close/>
                  <a:moveTo>
                    <a:pt x="2" y="355"/>
                  </a:moveTo>
                  <a:lnTo>
                    <a:pt x="2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2" y="355"/>
                  </a:lnTo>
                  <a:close/>
                  <a:moveTo>
                    <a:pt x="2" y="336"/>
                  </a:moveTo>
                  <a:lnTo>
                    <a:pt x="2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2" y="336"/>
                  </a:lnTo>
                  <a:close/>
                  <a:moveTo>
                    <a:pt x="2" y="318"/>
                  </a:moveTo>
                  <a:lnTo>
                    <a:pt x="2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2" y="318"/>
                  </a:lnTo>
                  <a:close/>
                  <a:moveTo>
                    <a:pt x="2" y="299"/>
                  </a:moveTo>
                  <a:lnTo>
                    <a:pt x="2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2" y="299"/>
                  </a:lnTo>
                  <a:close/>
                  <a:moveTo>
                    <a:pt x="2" y="281"/>
                  </a:moveTo>
                  <a:lnTo>
                    <a:pt x="2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1"/>
                  </a:lnTo>
                  <a:close/>
                  <a:moveTo>
                    <a:pt x="2" y="263"/>
                  </a:moveTo>
                  <a:lnTo>
                    <a:pt x="2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2" y="263"/>
                  </a:lnTo>
                  <a:close/>
                  <a:moveTo>
                    <a:pt x="2" y="244"/>
                  </a:moveTo>
                  <a:lnTo>
                    <a:pt x="2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2" y="244"/>
                  </a:lnTo>
                  <a:close/>
                  <a:moveTo>
                    <a:pt x="2" y="226"/>
                  </a:moveTo>
                  <a:lnTo>
                    <a:pt x="2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2" y="226"/>
                  </a:lnTo>
                  <a:close/>
                  <a:moveTo>
                    <a:pt x="2" y="207"/>
                  </a:moveTo>
                  <a:lnTo>
                    <a:pt x="2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2" y="207"/>
                  </a:lnTo>
                  <a:close/>
                  <a:moveTo>
                    <a:pt x="2" y="189"/>
                  </a:moveTo>
                  <a:lnTo>
                    <a:pt x="2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2" y="189"/>
                  </a:lnTo>
                  <a:close/>
                  <a:moveTo>
                    <a:pt x="2" y="170"/>
                  </a:moveTo>
                  <a:lnTo>
                    <a:pt x="2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2" y="170"/>
                  </a:lnTo>
                  <a:close/>
                  <a:moveTo>
                    <a:pt x="2" y="152"/>
                  </a:moveTo>
                  <a:lnTo>
                    <a:pt x="2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2" y="152"/>
                  </a:lnTo>
                  <a:close/>
                  <a:moveTo>
                    <a:pt x="2" y="133"/>
                  </a:moveTo>
                  <a:lnTo>
                    <a:pt x="2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2" y="133"/>
                  </a:lnTo>
                  <a:close/>
                  <a:moveTo>
                    <a:pt x="2" y="115"/>
                  </a:moveTo>
                  <a:lnTo>
                    <a:pt x="2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5"/>
                  </a:lnTo>
                  <a:close/>
                  <a:moveTo>
                    <a:pt x="2" y="97"/>
                  </a:moveTo>
                  <a:lnTo>
                    <a:pt x="2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2" y="97"/>
                  </a:lnTo>
                  <a:close/>
                  <a:moveTo>
                    <a:pt x="2" y="78"/>
                  </a:moveTo>
                  <a:lnTo>
                    <a:pt x="2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78"/>
                  </a:lnTo>
                  <a:close/>
                  <a:moveTo>
                    <a:pt x="2" y="60"/>
                  </a:moveTo>
                  <a:lnTo>
                    <a:pt x="2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2" y="60"/>
                  </a:lnTo>
                  <a:close/>
                  <a:moveTo>
                    <a:pt x="2" y="41"/>
                  </a:moveTo>
                  <a:lnTo>
                    <a:pt x="2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2" y="41"/>
                  </a:lnTo>
                  <a:close/>
                  <a:moveTo>
                    <a:pt x="2" y="23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3"/>
                  </a:lnTo>
                  <a:close/>
                  <a:moveTo>
                    <a:pt x="2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" y="2440"/>
                  </a:moveTo>
                  <a:lnTo>
                    <a:pt x="2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2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Rectangle 23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Rectangle 24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25"/>
            <p:cNvSpPr>
              <a:spLocks noEditPoints="1"/>
            </p:cNvSpPr>
            <p:nvPr/>
          </p:nvSpPr>
          <p:spPr bwMode="auto">
            <a:xfrm>
              <a:off x="250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Rectangle 26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Rectangle 27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8"/>
            <p:cNvSpPr>
              <a:spLocks noEditPoints="1"/>
            </p:cNvSpPr>
            <p:nvPr/>
          </p:nvSpPr>
          <p:spPr bwMode="auto">
            <a:xfrm>
              <a:off x="256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Rectangle 29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Rectangle 30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31"/>
            <p:cNvSpPr>
              <a:spLocks noEditPoints="1"/>
            </p:cNvSpPr>
            <p:nvPr/>
          </p:nvSpPr>
          <p:spPr bwMode="auto">
            <a:xfrm>
              <a:off x="262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Rectangle 32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Rectangle 33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34"/>
            <p:cNvSpPr>
              <a:spLocks noEditPoints="1"/>
            </p:cNvSpPr>
            <p:nvPr/>
          </p:nvSpPr>
          <p:spPr bwMode="auto">
            <a:xfrm>
              <a:off x="267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Rectangle 35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Rectangle 36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37"/>
            <p:cNvSpPr>
              <a:spLocks noEditPoints="1"/>
            </p:cNvSpPr>
            <p:nvPr/>
          </p:nvSpPr>
          <p:spPr bwMode="auto">
            <a:xfrm>
              <a:off x="273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Rectangle 38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Rectangle 39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40"/>
            <p:cNvSpPr>
              <a:spLocks noEditPoints="1"/>
            </p:cNvSpPr>
            <p:nvPr/>
          </p:nvSpPr>
          <p:spPr bwMode="auto">
            <a:xfrm>
              <a:off x="279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Rectangle 41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Rectangle 42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43"/>
            <p:cNvSpPr>
              <a:spLocks noEditPoints="1"/>
            </p:cNvSpPr>
            <p:nvPr/>
          </p:nvSpPr>
          <p:spPr bwMode="auto">
            <a:xfrm>
              <a:off x="285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Rectangle 44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Rectangle 45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46"/>
            <p:cNvSpPr>
              <a:spLocks noEditPoints="1"/>
            </p:cNvSpPr>
            <p:nvPr/>
          </p:nvSpPr>
          <p:spPr bwMode="auto">
            <a:xfrm>
              <a:off x="290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Rectangle 47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Rectangle 48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49"/>
            <p:cNvSpPr>
              <a:spLocks noEditPoints="1"/>
            </p:cNvSpPr>
            <p:nvPr/>
          </p:nvSpPr>
          <p:spPr bwMode="auto">
            <a:xfrm>
              <a:off x="296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Rectangle 50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Rectangle 51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52"/>
            <p:cNvSpPr>
              <a:spLocks noEditPoints="1"/>
            </p:cNvSpPr>
            <p:nvPr/>
          </p:nvSpPr>
          <p:spPr bwMode="auto">
            <a:xfrm>
              <a:off x="302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Rectangle 53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Rectangle 54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55"/>
            <p:cNvSpPr>
              <a:spLocks noEditPoints="1"/>
            </p:cNvSpPr>
            <p:nvPr/>
          </p:nvSpPr>
          <p:spPr bwMode="auto">
            <a:xfrm>
              <a:off x="3076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Rectangle 56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Rectangle 57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58"/>
            <p:cNvSpPr>
              <a:spLocks noEditPoints="1"/>
            </p:cNvSpPr>
            <p:nvPr/>
          </p:nvSpPr>
          <p:spPr bwMode="auto">
            <a:xfrm>
              <a:off x="313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Rectangle 59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Rectangle 60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61"/>
            <p:cNvSpPr>
              <a:spLocks noEditPoints="1"/>
            </p:cNvSpPr>
            <p:nvPr/>
          </p:nvSpPr>
          <p:spPr bwMode="auto">
            <a:xfrm>
              <a:off x="319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Rectangle 62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Rectangle 63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64"/>
            <p:cNvSpPr>
              <a:spLocks noEditPoints="1"/>
            </p:cNvSpPr>
            <p:nvPr/>
          </p:nvSpPr>
          <p:spPr bwMode="auto">
            <a:xfrm>
              <a:off x="324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Rectangle 65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Rectangle 66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67"/>
            <p:cNvSpPr>
              <a:spLocks noEditPoints="1"/>
            </p:cNvSpPr>
            <p:nvPr/>
          </p:nvSpPr>
          <p:spPr bwMode="auto">
            <a:xfrm>
              <a:off x="330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Rectangle 68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Rectangle 69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70"/>
            <p:cNvSpPr>
              <a:spLocks noEditPoints="1"/>
            </p:cNvSpPr>
            <p:nvPr/>
          </p:nvSpPr>
          <p:spPr bwMode="auto">
            <a:xfrm>
              <a:off x="336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Rectangle 71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Rectangle 72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73"/>
            <p:cNvSpPr>
              <a:spLocks noEditPoints="1"/>
            </p:cNvSpPr>
            <p:nvPr/>
          </p:nvSpPr>
          <p:spPr bwMode="auto">
            <a:xfrm>
              <a:off x="341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Rectangle 74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Rectangle 75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76"/>
            <p:cNvSpPr>
              <a:spLocks noEditPoints="1"/>
            </p:cNvSpPr>
            <p:nvPr/>
          </p:nvSpPr>
          <p:spPr bwMode="auto">
            <a:xfrm>
              <a:off x="3473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Rectangle 77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Rectangle 78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79"/>
            <p:cNvSpPr>
              <a:spLocks noEditPoints="1"/>
            </p:cNvSpPr>
            <p:nvPr/>
          </p:nvSpPr>
          <p:spPr bwMode="auto">
            <a:xfrm>
              <a:off x="353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Rectangle 80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Rectangle 81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82"/>
            <p:cNvSpPr>
              <a:spLocks noEditPoints="1"/>
            </p:cNvSpPr>
            <p:nvPr/>
          </p:nvSpPr>
          <p:spPr bwMode="auto">
            <a:xfrm>
              <a:off x="358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Rectangle 83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Rectangle 84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85"/>
            <p:cNvSpPr>
              <a:spLocks noEditPoints="1"/>
            </p:cNvSpPr>
            <p:nvPr/>
          </p:nvSpPr>
          <p:spPr bwMode="auto">
            <a:xfrm>
              <a:off x="364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Rectangle 86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Rectangle 87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88"/>
            <p:cNvSpPr>
              <a:spLocks noEditPoints="1"/>
            </p:cNvSpPr>
            <p:nvPr/>
          </p:nvSpPr>
          <p:spPr bwMode="auto">
            <a:xfrm>
              <a:off x="370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Rectangle 89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Rectangle 90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91"/>
            <p:cNvSpPr>
              <a:spLocks noEditPoints="1"/>
            </p:cNvSpPr>
            <p:nvPr/>
          </p:nvSpPr>
          <p:spPr bwMode="auto">
            <a:xfrm>
              <a:off x="375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Rectangle 92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Rectangle 93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94"/>
            <p:cNvSpPr>
              <a:spLocks noEditPoints="1"/>
            </p:cNvSpPr>
            <p:nvPr/>
          </p:nvSpPr>
          <p:spPr bwMode="auto">
            <a:xfrm>
              <a:off x="381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Rectangle 95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Rectangle 96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97"/>
            <p:cNvSpPr>
              <a:spLocks noEditPoints="1"/>
            </p:cNvSpPr>
            <p:nvPr/>
          </p:nvSpPr>
          <p:spPr bwMode="auto">
            <a:xfrm>
              <a:off x="2172" y="333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Rectangle 98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Rectangle 99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100"/>
            <p:cNvSpPr>
              <a:spLocks noEditPoints="1"/>
            </p:cNvSpPr>
            <p:nvPr/>
          </p:nvSpPr>
          <p:spPr bwMode="auto">
            <a:xfrm>
              <a:off x="2172" y="3273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Rectangle 101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Rectangle 102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103"/>
            <p:cNvSpPr>
              <a:spLocks noEditPoints="1"/>
            </p:cNvSpPr>
            <p:nvPr/>
          </p:nvSpPr>
          <p:spPr bwMode="auto">
            <a:xfrm>
              <a:off x="2172" y="3217"/>
              <a:ext cx="1643" cy="2"/>
            </a:xfrm>
            <a:custGeom>
              <a:avLst/>
              <a:gdLst>
                <a:gd name="T0" fmla="*/ 1602 w 1643"/>
                <a:gd name="T1" fmla="*/ 2 h 2"/>
                <a:gd name="T2" fmla="*/ 1570 w 1643"/>
                <a:gd name="T3" fmla="*/ 0 h 2"/>
                <a:gd name="T4" fmla="*/ 1551 w 1643"/>
                <a:gd name="T5" fmla="*/ 2 h 2"/>
                <a:gd name="T6" fmla="*/ 1510 w 1643"/>
                <a:gd name="T7" fmla="*/ 0 h 2"/>
                <a:gd name="T8" fmla="*/ 1496 w 1643"/>
                <a:gd name="T9" fmla="*/ 0 h 2"/>
                <a:gd name="T10" fmla="*/ 1455 w 1643"/>
                <a:gd name="T11" fmla="*/ 2 h 2"/>
                <a:gd name="T12" fmla="*/ 1422 w 1643"/>
                <a:gd name="T13" fmla="*/ 0 h 2"/>
                <a:gd name="T14" fmla="*/ 1404 w 1643"/>
                <a:gd name="T15" fmla="*/ 2 h 2"/>
                <a:gd name="T16" fmla="*/ 1363 w 1643"/>
                <a:gd name="T17" fmla="*/ 0 h 2"/>
                <a:gd name="T18" fmla="*/ 1349 w 1643"/>
                <a:gd name="T19" fmla="*/ 0 h 2"/>
                <a:gd name="T20" fmla="*/ 1307 w 1643"/>
                <a:gd name="T21" fmla="*/ 2 h 2"/>
                <a:gd name="T22" fmla="*/ 1275 w 1643"/>
                <a:gd name="T23" fmla="*/ 0 h 2"/>
                <a:gd name="T24" fmla="*/ 1257 w 1643"/>
                <a:gd name="T25" fmla="*/ 2 h 2"/>
                <a:gd name="T26" fmla="*/ 1215 w 1643"/>
                <a:gd name="T27" fmla="*/ 0 h 2"/>
                <a:gd name="T28" fmla="*/ 1202 w 1643"/>
                <a:gd name="T29" fmla="*/ 0 h 2"/>
                <a:gd name="T30" fmla="*/ 1160 w 1643"/>
                <a:gd name="T31" fmla="*/ 2 h 2"/>
                <a:gd name="T32" fmla="*/ 1128 w 1643"/>
                <a:gd name="T33" fmla="*/ 0 h 2"/>
                <a:gd name="T34" fmla="*/ 1110 w 1643"/>
                <a:gd name="T35" fmla="*/ 2 h 2"/>
                <a:gd name="T36" fmla="*/ 1068 w 1643"/>
                <a:gd name="T37" fmla="*/ 0 h 2"/>
                <a:gd name="T38" fmla="*/ 1054 w 1643"/>
                <a:gd name="T39" fmla="*/ 0 h 2"/>
                <a:gd name="T40" fmla="*/ 1013 w 1643"/>
                <a:gd name="T41" fmla="*/ 2 h 2"/>
                <a:gd name="T42" fmla="*/ 981 w 1643"/>
                <a:gd name="T43" fmla="*/ 0 h 2"/>
                <a:gd name="T44" fmla="*/ 962 w 1643"/>
                <a:gd name="T45" fmla="*/ 2 h 2"/>
                <a:gd name="T46" fmla="*/ 921 w 1643"/>
                <a:gd name="T47" fmla="*/ 0 h 2"/>
                <a:gd name="T48" fmla="*/ 907 w 1643"/>
                <a:gd name="T49" fmla="*/ 0 h 2"/>
                <a:gd name="T50" fmla="*/ 866 w 1643"/>
                <a:gd name="T51" fmla="*/ 2 h 2"/>
                <a:gd name="T52" fmla="*/ 833 w 1643"/>
                <a:gd name="T53" fmla="*/ 0 h 2"/>
                <a:gd name="T54" fmla="*/ 815 w 1643"/>
                <a:gd name="T55" fmla="*/ 2 h 2"/>
                <a:gd name="T56" fmla="*/ 774 w 1643"/>
                <a:gd name="T57" fmla="*/ 0 h 2"/>
                <a:gd name="T58" fmla="*/ 760 w 1643"/>
                <a:gd name="T59" fmla="*/ 0 h 2"/>
                <a:gd name="T60" fmla="*/ 718 w 1643"/>
                <a:gd name="T61" fmla="*/ 2 h 2"/>
                <a:gd name="T62" fmla="*/ 686 w 1643"/>
                <a:gd name="T63" fmla="*/ 0 h 2"/>
                <a:gd name="T64" fmla="*/ 668 w 1643"/>
                <a:gd name="T65" fmla="*/ 2 h 2"/>
                <a:gd name="T66" fmla="*/ 626 w 1643"/>
                <a:gd name="T67" fmla="*/ 0 h 2"/>
                <a:gd name="T68" fmla="*/ 613 w 1643"/>
                <a:gd name="T69" fmla="*/ 0 h 2"/>
                <a:gd name="T70" fmla="*/ 571 w 1643"/>
                <a:gd name="T71" fmla="*/ 2 h 2"/>
                <a:gd name="T72" fmla="*/ 539 w 1643"/>
                <a:gd name="T73" fmla="*/ 0 h 2"/>
                <a:gd name="T74" fmla="*/ 520 w 1643"/>
                <a:gd name="T75" fmla="*/ 2 h 2"/>
                <a:gd name="T76" fmla="*/ 479 w 1643"/>
                <a:gd name="T77" fmla="*/ 0 h 2"/>
                <a:gd name="T78" fmla="*/ 465 w 1643"/>
                <a:gd name="T79" fmla="*/ 0 h 2"/>
                <a:gd name="T80" fmla="*/ 424 w 1643"/>
                <a:gd name="T81" fmla="*/ 2 h 2"/>
                <a:gd name="T82" fmla="*/ 392 w 1643"/>
                <a:gd name="T83" fmla="*/ 0 h 2"/>
                <a:gd name="T84" fmla="*/ 373 w 1643"/>
                <a:gd name="T85" fmla="*/ 2 h 2"/>
                <a:gd name="T86" fmla="*/ 332 w 1643"/>
                <a:gd name="T87" fmla="*/ 0 h 2"/>
                <a:gd name="T88" fmla="*/ 318 w 1643"/>
                <a:gd name="T89" fmla="*/ 0 h 2"/>
                <a:gd name="T90" fmla="*/ 277 w 1643"/>
                <a:gd name="T91" fmla="*/ 2 h 2"/>
                <a:gd name="T92" fmla="*/ 244 w 1643"/>
                <a:gd name="T93" fmla="*/ 0 h 2"/>
                <a:gd name="T94" fmla="*/ 226 w 1643"/>
                <a:gd name="T95" fmla="*/ 2 h 2"/>
                <a:gd name="T96" fmla="*/ 185 w 1643"/>
                <a:gd name="T97" fmla="*/ 0 h 2"/>
                <a:gd name="T98" fmla="*/ 171 w 1643"/>
                <a:gd name="T99" fmla="*/ 0 h 2"/>
                <a:gd name="T100" fmla="*/ 129 w 1643"/>
                <a:gd name="T101" fmla="*/ 2 h 2"/>
                <a:gd name="T102" fmla="*/ 97 w 1643"/>
                <a:gd name="T103" fmla="*/ 0 h 2"/>
                <a:gd name="T104" fmla="*/ 79 w 1643"/>
                <a:gd name="T105" fmla="*/ 2 h 2"/>
                <a:gd name="T106" fmla="*/ 37 w 1643"/>
                <a:gd name="T107" fmla="*/ 0 h 2"/>
                <a:gd name="T108" fmla="*/ 23 w 1643"/>
                <a:gd name="T109" fmla="*/ 0 h 2"/>
                <a:gd name="T110" fmla="*/ 1639 w 1643"/>
                <a:gd name="T1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2">
                  <a:moveTo>
                    <a:pt x="1625" y="0"/>
                  </a:moveTo>
                  <a:lnTo>
                    <a:pt x="1620" y="0"/>
                  </a:lnTo>
                  <a:lnTo>
                    <a:pt x="1620" y="2"/>
                  </a:lnTo>
                  <a:lnTo>
                    <a:pt x="1625" y="2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2"/>
                  </a:lnTo>
                  <a:lnTo>
                    <a:pt x="1607" y="2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2"/>
                  </a:lnTo>
                  <a:lnTo>
                    <a:pt x="1588" y="2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2"/>
                  </a:lnTo>
                  <a:lnTo>
                    <a:pt x="1570" y="2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2"/>
                  </a:lnTo>
                  <a:lnTo>
                    <a:pt x="1551" y="2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2"/>
                  </a:lnTo>
                  <a:lnTo>
                    <a:pt x="1533" y="2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2"/>
                  </a:lnTo>
                  <a:lnTo>
                    <a:pt x="1515" y="2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2"/>
                  </a:lnTo>
                  <a:lnTo>
                    <a:pt x="1496" y="2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2"/>
                  </a:lnTo>
                  <a:lnTo>
                    <a:pt x="1478" y="2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2"/>
                  </a:lnTo>
                  <a:lnTo>
                    <a:pt x="1459" y="2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2"/>
                  </a:lnTo>
                  <a:lnTo>
                    <a:pt x="1441" y="2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2"/>
                  </a:lnTo>
                  <a:lnTo>
                    <a:pt x="1422" y="2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2"/>
                  </a:lnTo>
                  <a:lnTo>
                    <a:pt x="1404" y="2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2"/>
                  </a:lnTo>
                  <a:lnTo>
                    <a:pt x="1386" y="2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2"/>
                  </a:lnTo>
                  <a:lnTo>
                    <a:pt x="1367" y="2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2"/>
                  </a:lnTo>
                  <a:lnTo>
                    <a:pt x="1349" y="2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2"/>
                  </a:lnTo>
                  <a:lnTo>
                    <a:pt x="1330" y="2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2"/>
                  </a:lnTo>
                  <a:lnTo>
                    <a:pt x="1312" y="2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2"/>
                  </a:lnTo>
                  <a:lnTo>
                    <a:pt x="1294" y="2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2"/>
                  </a:lnTo>
                  <a:lnTo>
                    <a:pt x="1275" y="2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2"/>
                  </a:lnTo>
                  <a:lnTo>
                    <a:pt x="1257" y="2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2"/>
                  </a:lnTo>
                  <a:lnTo>
                    <a:pt x="1238" y="2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2"/>
                  </a:lnTo>
                  <a:lnTo>
                    <a:pt x="1220" y="2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2"/>
                  </a:lnTo>
                  <a:lnTo>
                    <a:pt x="1202" y="2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2"/>
                  </a:lnTo>
                  <a:lnTo>
                    <a:pt x="1183" y="2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2"/>
                  </a:lnTo>
                  <a:lnTo>
                    <a:pt x="1165" y="2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2"/>
                  </a:lnTo>
                  <a:lnTo>
                    <a:pt x="1146" y="2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2"/>
                  </a:lnTo>
                  <a:lnTo>
                    <a:pt x="1128" y="2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2"/>
                  </a:lnTo>
                  <a:lnTo>
                    <a:pt x="1110" y="2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2"/>
                  </a:lnTo>
                  <a:lnTo>
                    <a:pt x="1091" y="2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2"/>
                  </a:lnTo>
                  <a:lnTo>
                    <a:pt x="1073" y="2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2"/>
                  </a:lnTo>
                  <a:lnTo>
                    <a:pt x="1054" y="2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2"/>
                  </a:lnTo>
                  <a:lnTo>
                    <a:pt x="1036" y="2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2"/>
                  </a:lnTo>
                  <a:lnTo>
                    <a:pt x="1017" y="2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2"/>
                  </a:lnTo>
                  <a:lnTo>
                    <a:pt x="999" y="2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2"/>
                  </a:lnTo>
                  <a:lnTo>
                    <a:pt x="981" y="2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2"/>
                  </a:lnTo>
                  <a:lnTo>
                    <a:pt x="962" y="2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2"/>
                  </a:lnTo>
                  <a:lnTo>
                    <a:pt x="944" y="2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2"/>
                  </a:lnTo>
                  <a:lnTo>
                    <a:pt x="925" y="2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2"/>
                  </a:lnTo>
                  <a:lnTo>
                    <a:pt x="907" y="2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2"/>
                  </a:lnTo>
                  <a:lnTo>
                    <a:pt x="889" y="2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2"/>
                  </a:lnTo>
                  <a:lnTo>
                    <a:pt x="870" y="2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2"/>
                  </a:lnTo>
                  <a:lnTo>
                    <a:pt x="852" y="2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2"/>
                  </a:lnTo>
                  <a:lnTo>
                    <a:pt x="833" y="2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2"/>
                  </a:lnTo>
                  <a:lnTo>
                    <a:pt x="815" y="2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2"/>
                  </a:lnTo>
                  <a:lnTo>
                    <a:pt x="797" y="2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2"/>
                  </a:lnTo>
                  <a:lnTo>
                    <a:pt x="778" y="2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2"/>
                  </a:lnTo>
                  <a:lnTo>
                    <a:pt x="760" y="2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2"/>
                  </a:lnTo>
                  <a:lnTo>
                    <a:pt x="741" y="2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2"/>
                  </a:lnTo>
                  <a:lnTo>
                    <a:pt x="723" y="2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2"/>
                  </a:lnTo>
                  <a:lnTo>
                    <a:pt x="705" y="2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2"/>
                  </a:lnTo>
                  <a:lnTo>
                    <a:pt x="686" y="2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2"/>
                  </a:lnTo>
                  <a:lnTo>
                    <a:pt x="668" y="2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2"/>
                  </a:lnTo>
                  <a:lnTo>
                    <a:pt x="649" y="2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2"/>
                  </a:lnTo>
                  <a:lnTo>
                    <a:pt x="631" y="2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2"/>
                  </a:lnTo>
                  <a:lnTo>
                    <a:pt x="613" y="2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2"/>
                  </a:lnTo>
                  <a:lnTo>
                    <a:pt x="594" y="2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2"/>
                  </a:lnTo>
                  <a:lnTo>
                    <a:pt x="576" y="2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2"/>
                  </a:lnTo>
                  <a:lnTo>
                    <a:pt x="557" y="2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2"/>
                  </a:lnTo>
                  <a:lnTo>
                    <a:pt x="539" y="2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2"/>
                  </a:lnTo>
                  <a:lnTo>
                    <a:pt x="520" y="2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2"/>
                  </a:lnTo>
                  <a:lnTo>
                    <a:pt x="502" y="2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2"/>
                  </a:lnTo>
                  <a:lnTo>
                    <a:pt x="484" y="2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2"/>
                  </a:lnTo>
                  <a:lnTo>
                    <a:pt x="465" y="2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2"/>
                  </a:lnTo>
                  <a:lnTo>
                    <a:pt x="447" y="2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2"/>
                  </a:lnTo>
                  <a:lnTo>
                    <a:pt x="428" y="2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2"/>
                  </a:lnTo>
                  <a:lnTo>
                    <a:pt x="410" y="2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2"/>
                  </a:lnTo>
                  <a:lnTo>
                    <a:pt x="392" y="2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2"/>
                  </a:lnTo>
                  <a:lnTo>
                    <a:pt x="373" y="2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2"/>
                  </a:lnTo>
                  <a:lnTo>
                    <a:pt x="355" y="2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2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2"/>
                  </a:lnTo>
                  <a:lnTo>
                    <a:pt x="318" y="2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2"/>
                  </a:lnTo>
                  <a:lnTo>
                    <a:pt x="300" y="2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2"/>
                  </a:lnTo>
                  <a:lnTo>
                    <a:pt x="263" y="2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2"/>
                  </a:lnTo>
                  <a:lnTo>
                    <a:pt x="244" y="2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2"/>
                  </a:lnTo>
                  <a:lnTo>
                    <a:pt x="226" y="2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2"/>
                  </a:lnTo>
                  <a:lnTo>
                    <a:pt x="208" y="2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2"/>
                  </a:lnTo>
                  <a:lnTo>
                    <a:pt x="189" y="2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2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2"/>
                  </a:lnTo>
                  <a:lnTo>
                    <a:pt x="115" y="2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2"/>
                  </a:lnTo>
                  <a:lnTo>
                    <a:pt x="97" y="2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42" y="2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23" y="2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2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2"/>
                  </a:lnTo>
                  <a:lnTo>
                    <a:pt x="1643" y="2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Rectangle 104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Rectangle 105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106"/>
            <p:cNvSpPr>
              <a:spLocks noEditPoints="1"/>
            </p:cNvSpPr>
            <p:nvPr/>
          </p:nvSpPr>
          <p:spPr bwMode="auto">
            <a:xfrm>
              <a:off x="2172" y="316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Rectangle 107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Rectangle 108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109"/>
            <p:cNvSpPr>
              <a:spLocks noEditPoints="1"/>
            </p:cNvSpPr>
            <p:nvPr/>
          </p:nvSpPr>
          <p:spPr bwMode="auto">
            <a:xfrm>
              <a:off x="2172" y="310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Rectangle 110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Rectangle 111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112"/>
            <p:cNvSpPr>
              <a:spLocks noEditPoints="1"/>
            </p:cNvSpPr>
            <p:nvPr/>
          </p:nvSpPr>
          <p:spPr bwMode="auto">
            <a:xfrm>
              <a:off x="2172" y="304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Rectangle 113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Rectangle 114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115"/>
            <p:cNvSpPr>
              <a:spLocks noEditPoints="1"/>
            </p:cNvSpPr>
            <p:nvPr/>
          </p:nvSpPr>
          <p:spPr bwMode="auto">
            <a:xfrm>
              <a:off x="2172" y="298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Rectangle 116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Rectangle 117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118"/>
            <p:cNvSpPr>
              <a:spLocks noEditPoints="1"/>
            </p:cNvSpPr>
            <p:nvPr/>
          </p:nvSpPr>
          <p:spPr bwMode="auto">
            <a:xfrm>
              <a:off x="2172" y="293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Rectangle 119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Rectangle 120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121"/>
            <p:cNvSpPr>
              <a:spLocks noEditPoints="1"/>
            </p:cNvSpPr>
            <p:nvPr/>
          </p:nvSpPr>
          <p:spPr bwMode="auto">
            <a:xfrm>
              <a:off x="2172" y="287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Rectangle 122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Rectangle 123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124"/>
            <p:cNvSpPr>
              <a:spLocks noEditPoints="1"/>
            </p:cNvSpPr>
            <p:nvPr/>
          </p:nvSpPr>
          <p:spPr bwMode="auto">
            <a:xfrm>
              <a:off x="2172" y="2818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Rectangle 125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Rectangle 126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127"/>
            <p:cNvSpPr>
              <a:spLocks noEditPoints="1"/>
            </p:cNvSpPr>
            <p:nvPr/>
          </p:nvSpPr>
          <p:spPr bwMode="auto">
            <a:xfrm>
              <a:off x="2172" y="276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Rectangle 128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Rectangle 129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130"/>
            <p:cNvSpPr>
              <a:spLocks noEditPoints="1"/>
            </p:cNvSpPr>
            <p:nvPr/>
          </p:nvSpPr>
          <p:spPr bwMode="auto">
            <a:xfrm>
              <a:off x="2172" y="270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Rectangle 131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Rectangle 132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133"/>
            <p:cNvSpPr>
              <a:spLocks noEditPoints="1"/>
            </p:cNvSpPr>
            <p:nvPr/>
          </p:nvSpPr>
          <p:spPr bwMode="auto">
            <a:xfrm>
              <a:off x="2172" y="264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Rectangle 134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Rectangle 135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136"/>
            <p:cNvSpPr>
              <a:spLocks noEditPoints="1"/>
            </p:cNvSpPr>
            <p:nvPr/>
          </p:nvSpPr>
          <p:spPr bwMode="auto">
            <a:xfrm>
              <a:off x="2172" y="259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Rectangle 137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Rectangle 138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139"/>
            <p:cNvSpPr>
              <a:spLocks noEditPoints="1"/>
            </p:cNvSpPr>
            <p:nvPr/>
          </p:nvSpPr>
          <p:spPr bwMode="auto">
            <a:xfrm>
              <a:off x="2172" y="253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Rectangle 140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Rectangle 141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142"/>
            <p:cNvSpPr>
              <a:spLocks noEditPoints="1"/>
            </p:cNvSpPr>
            <p:nvPr/>
          </p:nvSpPr>
          <p:spPr bwMode="auto">
            <a:xfrm>
              <a:off x="2172" y="2477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Rectangle 143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Rectangle 144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145"/>
            <p:cNvSpPr>
              <a:spLocks noEditPoints="1"/>
            </p:cNvSpPr>
            <p:nvPr/>
          </p:nvSpPr>
          <p:spPr bwMode="auto">
            <a:xfrm>
              <a:off x="2172" y="242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Rectangle 146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Rectangle 147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148"/>
            <p:cNvSpPr>
              <a:spLocks noEditPoints="1"/>
            </p:cNvSpPr>
            <p:nvPr/>
          </p:nvSpPr>
          <p:spPr bwMode="auto">
            <a:xfrm>
              <a:off x="2172" y="236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Rectangle 149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Rectangle 150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151"/>
            <p:cNvSpPr>
              <a:spLocks noEditPoints="1"/>
            </p:cNvSpPr>
            <p:nvPr/>
          </p:nvSpPr>
          <p:spPr bwMode="auto">
            <a:xfrm>
              <a:off x="2172" y="230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Rectangle 152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Rectangle 153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154"/>
            <p:cNvSpPr>
              <a:spLocks noEditPoints="1"/>
            </p:cNvSpPr>
            <p:nvPr/>
          </p:nvSpPr>
          <p:spPr bwMode="auto">
            <a:xfrm>
              <a:off x="2172" y="225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Rectangle 155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Rectangle 156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157"/>
            <p:cNvSpPr>
              <a:spLocks noEditPoints="1"/>
            </p:cNvSpPr>
            <p:nvPr/>
          </p:nvSpPr>
          <p:spPr bwMode="auto">
            <a:xfrm>
              <a:off x="2172" y="219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Rectangle 158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Rectangle 159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160"/>
            <p:cNvSpPr>
              <a:spLocks noEditPoints="1"/>
            </p:cNvSpPr>
            <p:nvPr/>
          </p:nvSpPr>
          <p:spPr bwMode="auto">
            <a:xfrm>
              <a:off x="2172" y="213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Rectangle 161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Rectangle 162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163"/>
            <p:cNvSpPr>
              <a:spLocks noEditPoints="1"/>
            </p:cNvSpPr>
            <p:nvPr/>
          </p:nvSpPr>
          <p:spPr bwMode="auto">
            <a:xfrm>
              <a:off x="2172" y="208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Rectangle 164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Rectangle 165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166"/>
            <p:cNvSpPr>
              <a:spLocks noEditPoints="1"/>
            </p:cNvSpPr>
            <p:nvPr/>
          </p:nvSpPr>
          <p:spPr bwMode="auto">
            <a:xfrm>
              <a:off x="2172" y="202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Rectangle 167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Rectangle 168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169"/>
            <p:cNvSpPr>
              <a:spLocks noEditPoints="1"/>
            </p:cNvSpPr>
            <p:nvPr/>
          </p:nvSpPr>
          <p:spPr bwMode="auto">
            <a:xfrm>
              <a:off x="2172" y="196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Rectangle 170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Rectangle 171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172"/>
            <p:cNvSpPr>
              <a:spLocks noEditPoints="1"/>
            </p:cNvSpPr>
            <p:nvPr/>
          </p:nvSpPr>
          <p:spPr bwMode="auto">
            <a:xfrm>
              <a:off x="2172" y="190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Rectangle 173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Rectangle 174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175"/>
            <p:cNvSpPr>
              <a:spLocks noEditPoints="1"/>
            </p:cNvSpPr>
            <p:nvPr/>
          </p:nvSpPr>
          <p:spPr bwMode="auto">
            <a:xfrm>
              <a:off x="2172" y="185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Rectangle 176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Rectangle 177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178"/>
            <p:cNvSpPr>
              <a:spLocks noEditPoints="1"/>
            </p:cNvSpPr>
            <p:nvPr/>
          </p:nvSpPr>
          <p:spPr bwMode="auto">
            <a:xfrm>
              <a:off x="2172" y="179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Rectangle 179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Rectangle 180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181"/>
            <p:cNvSpPr>
              <a:spLocks noEditPoints="1"/>
            </p:cNvSpPr>
            <p:nvPr/>
          </p:nvSpPr>
          <p:spPr bwMode="auto">
            <a:xfrm>
              <a:off x="2172" y="173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Rectangle 182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Rectangle 183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184"/>
            <p:cNvSpPr>
              <a:spLocks noEditPoints="1"/>
            </p:cNvSpPr>
            <p:nvPr/>
          </p:nvSpPr>
          <p:spPr bwMode="auto">
            <a:xfrm>
              <a:off x="2172" y="168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Rectangle 185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Rectangle 186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87"/>
            <p:cNvSpPr>
              <a:spLocks noEditPoints="1"/>
            </p:cNvSpPr>
            <p:nvPr/>
          </p:nvSpPr>
          <p:spPr bwMode="auto">
            <a:xfrm>
              <a:off x="2172" y="162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Rectangle 188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Rectangle 189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90"/>
            <p:cNvSpPr>
              <a:spLocks noEditPoints="1"/>
            </p:cNvSpPr>
            <p:nvPr/>
          </p:nvSpPr>
          <p:spPr bwMode="auto">
            <a:xfrm>
              <a:off x="2172" y="156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Rectangle 191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Rectangle 192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193"/>
            <p:cNvSpPr>
              <a:spLocks noEditPoints="1"/>
            </p:cNvSpPr>
            <p:nvPr/>
          </p:nvSpPr>
          <p:spPr bwMode="auto">
            <a:xfrm>
              <a:off x="2172" y="151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Rectangle 194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Rectangle 195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196"/>
            <p:cNvSpPr>
              <a:spLocks noEditPoints="1"/>
            </p:cNvSpPr>
            <p:nvPr/>
          </p:nvSpPr>
          <p:spPr bwMode="auto">
            <a:xfrm>
              <a:off x="2172" y="145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Rectangle 197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Rectangle 198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199"/>
            <p:cNvSpPr>
              <a:spLocks noEditPoints="1"/>
            </p:cNvSpPr>
            <p:nvPr/>
          </p:nvSpPr>
          <p:spPr bwMode="auto">
            <a:xfrm>
              <a:off x="2172" y="139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Rectangle 200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Rectangle 201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202"/>
            <p:cNvSpPr>
              <a:spLocks noEditPoints="1"/>
            </p:cNvSpPr>
            <p:nvPr/>
          </p:nvSpPr>
          <p:spPr bwMode="auto">
            <a:xfrm>
              <a:off x="2172" y="134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Rectangle 203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Rectangle 204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406"/>
          <p:cNvGrpSpPr>
            <a:grpSpLocks/>
          </p:cNvGrpSpPr>
          <p:nvPr/>
        </p:nvGrpSpPr>
        <p:grpSpPr bwMode="auto">
          <a:xfrm>
            <a:off x="3297237" y="1374776"/>
            <a:ext cx="2774950" cy="4105275"/>
            <a:chOff x="2077" y="866"/>
            <a:chExt cx="1748" cy="2586"/>
          </a:xfrm>
        </p:grpSpPr>
        <p:sp>
          <p:nvSpPr>
            <p:cNvPr id="546" name="Freeform 206"/>
            <p:cNvSpPr>
              <a:spLocks noEditPoints="1"/>
            </p:cNvSpPr>
            <p:nvPr/>
          </p:nvSpPr>
          <p:spPr bwMode="auto">
            <a:xfrm>
              <a:off x="2172" y="128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Rectangle 207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Rectangle 208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209"/>
            <p:cNvSpPr>
              <a:spLocks noEditPoints="1"/>
            </p:cNvSpPr>
            <p:nvPr/>
          </p:nvSpPr>
          <p:spPr bwMode="auto">
            <a:xfrm>
              <a:off x="2172" y="122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Rectangle 210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Rectangle 211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12"/>
            <p:cNvSpPr>
              <a:spLocks noEditPoints="1"/>
            </p:cNvSpPr>
            <p:nvPr/>
          </p:nvSpPr>
          <p:spPr bwMode="auto">
            <a:xfrm>
              <a:off x="2172" y="117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Rectangle 213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Rectangle 214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15"/>
            <p:cNvSpPr>
              <a:spLocks noEditPoints="1"/>
            </p:cNvSpPr>
            <p:nvPr/>
          </p:nvSpPr>
          <p:spPr bwMode="auto">
            <a:xfrm>
              <a:off x="2172" y="111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Rectangle 216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Rectangle 217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18"/>
            <p:cNvSpPr>
              <a:spLocks noEditPoints="1"/>
            </p:cNvSpPr>
            <p:nvPr/>
          </p:nvSpPr>
          <p:spPr bwMode="auto">
            <a:xfrm>
              <a:off x="2172" y="105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Rectangle 219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Rectangle 220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21"/>
            <p:cNvSpPr>
              <a:spLocks noEditPoints="1"/>
            </p:cNvSpPr>
            <p:nvPr/>
          </p:nvSpPr>
          <p:spPr bwMode="auto">
            <a:xfrm>
              <a:off x="2172" y="99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Rectangle 222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Rectangle 223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24"/>
            <p:cNvSpPr>
              <a:spLocks noEditPoints="1"/>
            </p:cNvSpPr>
            <p:nvPr/>
          </p:nvSpPr>
          <p:spPr bwMode="auto">
            <a:xfrm>
              <a:off x="2172" y="942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Rectangle 225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Rectangle 226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27"/>
            <p:cNvSpPr>
              <a:spLocks noEditPoints="1"/>
            </p:cNvSpPr>
            <p:nvPr/>
          </p:nvSpPr>
          <p:spPr bwMode="auto">
            <a:xfrm>
              <a:off x="2172" y="88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Rectangle 228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Line 229"/>
            <p:cNvSpPr>
              <a:spLocks noChangeShapeType="1"/>
            </p:cNvSpPr>
            <p:nvPr/>
          </p:nvSpPr>
          <p:spPr bwMode="auto">
            <a:xfrm>
              <a:off x="2170" y="3332"/>
              <a:ext cx="164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Line 230"/>
            <p:cNvSpPr>
              <a:spLocks noChangeShapeType="1"/>
            </p:cNvSpPr>
            <p:nvPr/>
          </p:nvSpPr>
          <p:spPr bwMode="auto">
            <a:xfrm flipV="1">
              <a:off x="2170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Line 231"/>
            <p:cNvSpPr>
              <a:spLocks noChangeShapeType="1"/>
            </p:cNvSpPr>
            <p:nvPr/>
          </p:nvSpPr>
          <p:spPr bwMode="auto">
            <a:xfrm flipV="1">
              <a:off x="2397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Line 232"/>
            <p:cNvSpPr>
              <a:spLocks noChangeShapeType="1"/>
            </p:cNvSpPr>
            <p:nvPr/>
          </p:nvSpPr>
          <p:spPr bwMode="auto">
            <a:xfrm flipV="1">
              <a:off x="2624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Line 233"/>
            <p:cNvSpPr>
              <a:spLocks noChangeShapeType="1"/>
            </p:cNvSpPr>
            <p:nvPr/>
          </p:nvSpPr>
          <p:spPr bwMode="auto">
            <a:xfrm flipV="1">
              <a:off x="2851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Line 234"/>
            <p:cNvSpPr>
              <a:spLocks noChangeShapeType="1"/>
            </p:cNvSpPr>
            <p:nvPr/>
          </p:nvSpPr>
          <p:spPr bwMode="auto">
            <a:xfrm flipV="1">
              <a:off x="3078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Line 235"/>
            <p:cNvSpPr>
              <a:spLocks noChangeShapeType="1"/>
            </p:cNvSpPr>
            <p:nvPr/>
          </p:nvSpPr>
          <p:spPr bwMode="auto">
            <a:xfrm flipV="1">
              <a:off x="3305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Line 236"/>
            <p:cNvSpPr>
              <a:spLocks noChangeShapeType="1"/>
            </p:cNvSpPr>
            <p:nvPr/>
          </p:nvSpPr>
          <p:spPr bwMode="auto">
            <a:xfrm flipV="1">
              <a:off x="3532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Line 237"/>
            <p:cNvSpPr>
              <a:spLocks noChangeShapeType="1"/>
            </p:cNvSpPr>
            <p:nvPr/>
          </p:nvSpPr>
          <p:spPr bwMode="auto">
            <a:xfrm flipV="1">
              <a:off x="3759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Rectangle 238"/>
            <p:cNvSpPr>
              <a:spLocks noChangeArrowheads="1"/>
            </p:cNvSpPr>
            <p:nvPr/>
          </p:nvSpPr>
          <p:spPr bwMode="auto">
            <a:xfrm>
              <a:off x="215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79" name="Rectangle 239"/>
            <p:cNvSpPr>
              <a:spLocks noChangeArrowheads="1"/>
            </p:cNvSpPr>
            <p:nvPr/>
          </p:nvSpPr>
          <p:spPr bwMode="auto">
            <a:xfrm>
              <a:off x="238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0" name="Rectangle 240"/>
            <p:cNvSpPr>
              <a:spLocks noChangeArrowheads="1"/>
            </p:cNvSpPr>
            <p:nvPr/>
          </p:nvSpPr>
          <p:spPr bwMode="auto">
            <a:xfrm>
              <a:off x="2606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1" name="Rectangle 241"/>
            <p:cNvSpPr>
              <a:spLocks noChangeArrowheads="1"/>
            </p:cNvSpPr>
            <p:nvPr/>
          </p:nvSpPr>
          <p:spPr bwMode="auto">
            <a:xfrm>
              <a:off x="2832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2" name="Rectangle 242"/>
            <p:cNvSpPr>
              <a:spLocks noChangeArrowheads="1"/>
            </p:cNvSpPr>
            <p:nvPr/>
          </p:nvSpPr>
          <p:spPr bwMode="auto">
            <a:xfrm>
              <a:off x="3057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" name="Rectangle 243"/>
            <p:cNvSpPr>
              <a:spLocks noChangeArrowheads="1"/>
            </p:cNvSpPr>
            <p:nvPr/>
          </p:nvSpPr>
          <p:spPr bwMode="auto">
            <a:xfrm>
              <a:off x="3273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4" name="Rectangle 244"/>
            <p:cNvSpPr>
              <a:spLocks noChangeArrowheads="1"/>
            </p:cNvSpPr>
            <p:nvPr/>
          </p:nvSpPr>
          <p:spPr bwMode="auto">
            <a:xfrm>
              <a:off x="3499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5" name="Rectangle 245"/>
            <p:cNvSpPr>
              <a:spLocks noChangeArrowheads="1"/>
            </p:cNvSpPr>
            <p:nvPr/>
          </p:nvSpPr>
          <p:spPr bwMode="auto">
            <a:xfrm>
              <a:off x="3724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6" name="Line 246"/>
            <p:cNvSpPr>
              <a:spLocks noChangeShapeType="1"/>
            </p:cNvSpPr>
            <p:nvPr/>
          </p:nvSpPr>
          <p:spPr bwMode="auto">
            <a:xfrm flipV="1">
              <a:off x="2170" y="887"/>
              <a:ext cx="0" cy="244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Line 247"/>
            <p:cNvSpPr>
              <a:spLocks noChangeShapeType="1"/>
            </p:cNvSpPr>
            <p:nvPr/>
          </p:nvSpPr>
          <p:spPr bwMode="auto">
            <a:xfrm>
              <a:off x="2170" y="333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Line 248"/>
            <p:cNvSpPr>
              <a:spLocks noChangeShapeType="1"/>
            </p:cNvSpPr>
            <p:nvPr/>
          </p:nvSpPr>
          <p:spPr bwMode="auto">
            <a:xfrm>
              <a:off x="2170" y="3104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Line 249"/>
            <p:cNvSpPr>
              <a:spLocks noChangeShapeType="1"/>
            </p:cNvSpPr>
            <p:nvPr/>
          </p:nvSpPr>
          <p:spPr bwMode="auto">
            <a:xfrm>
              <a:off x="2170" y="287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Line 250"/>
            <p:cNvSpPr>
              <a:spLocks noChangeShapeType="1"/>
            </p:cNvSpPr>
            <p:nvPr/>
          </p:nvSpPr>
          <p:spPr bwMode="auto">
            <a:xfrm>
              <a:off x="2170" y="265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Line 251"/>
            <p:cNvSpPr>
              <a:spLocks noChangeShapeType="1"/>
            </p:cNvSpPr>
            <p:nvPr/>
          </p:nvSpPr>
          <p:spPr bwMode="auto">
            <a:xfrm>
              <a:off x="2170" y="242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Line 252"/>
            <p:cNvSpPr>
              <a:spLocks noChangeShapeType="1"/>
            </p:cNvSpPr>
            <p:nvPr/>
          </p:nvSpPr>
          <p:spPr bwMode="auto">
            <a:xfrm>
              <a:off x="2170" y="219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Line 253"/>
            <p:cNvSpPr>
              <a:spLocks noChangeShapeType="1"/>
            </p:cNvSpPr>
            <p:nvPr/>
          </p:nvSpPr>
          <p:spPr bwMode="auto">
            <a:xfrm>
              <a:off x="2170" y="196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Line 254"/>
            <p:cNvSpPr>
              <a:spLocks noChangeShapeType="1"/>
            </p:cNvSpPr>
            <p:nvPr/>
          </p:nvSpPr>
          <p:spPr bwMode="auto">
            <a:xfrm>
              <a:off x="2170" y="174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Line 255"/>
            <p:cNvSpPr>
              <a:spLocks noChangeShapeType="1"/>
            </p:cNvSpPr>
            <p:nvPr/>
          </p:nvSpPr>
          <p:spPr bwMode="auto">
            <a:xfrm>
              <a:off x="2170" y="1513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Line 256"/>
            <p:cNvSpPr>
              <a:spLocks noChangeShapeType="1"/>
            </p:cNvSpPr>
            <p:nvPr/>
          </p:nvSpPr>
          <p:spPr bwMode="auto">
            <a:xfrm>
              <a:off x="2170" y="128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Line 257"/>
            <p:cNvSpPr>
              <a:spLocks noChangeShapeType="1"/>
            </p:cNvSpPr>
            <p:nvPr/>
          </p:nvSpPr>
          <p:spPr bwMode="auto">
            <a:xfrm>
              <a:off x="2170" y="1058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Rectangle 258"/>
            <p:cNvSpPr>
              <a:spLocks noChangeArrowheads="1"/>
            </p:cNvSpPr>
            <p:nvPr/>
          </p:nvSpPr>
          <p:spPr bwMode="auto">
            <a:xfrm>
              <a:off x="2109" y="3300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9" name="Rectangle 259"/>
            <p:cNvSpPr>
              <a:spLocks noChangeArrowheads="1"/>
            </p:cNvSpPr>
            <p:nvPr/>
          </p:nvSpPr>
          <p:spPr bwMode="auto">
            <a:xfrm>
              <a:off x="2109" y="307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0" name="Rectangle 260"/>
            <p:cNvSpPr>
              <a:spLocks noChangeArrowheads="1"/>
            </p:cNvSpPr>
            <p:nvPr/>
          </p:nvSpPr>
          <p:spPr bwMode="auto">
            <a:xfrm>
              <a:off x="2109" y="2843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1" name="Rectangle 261"/>
            <p:cNvSpPr>
              <a:spLocks noChangeArrowheads="1"/>
            </p:cNvSpPr>
            <p:nvPr/>
          </p:nvSpPr>
          <p:spPr bwMode="auto">
            <a:xfrm>
              <a:off x="2109" y="2617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2" name="Rectangle 262"/>
            <p:cNvSpPr>
              <a:spLocks noChangeArrowheads="1"/>
            </p:cNvSpPr>
            <p:nvPr/>
          </p:nvSpPr>
          <p:spPr bwMode="auto">
            <a:xfrm>
              <a:off x="2109" y="2391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3" name="Rectangle 263"/>
            <p:cNvSpPr>
              <a:spLocks noChangeArrowheads="1"/>
            </p:cNvSpPr>
            <p:nvPr/>
          </p:nvSpPr>
          <p:spPr bwMode="auto">
            <a:xfrm>
              <a:off x="2077" y="2160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4" name="Rectangle 264"/>
            <p:cNvSpPr>
              <a:spLocks noChangeArrowheads="1"/>
            </p:cNvSpPr>
            <p:nvPr/>
          </p:nvSpPr>
          <p:spPr bwMode="auto">
            <a:xfrm>
              <a:off x="2077" y="193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5" name="Rectangle 265"/>
            <p:cNvSpPr>
              <a:spLocks noChangeArrowheads="1"/>
            </p:cNvSpPr>
            <p:nvPr/>
          </p:nvSpPr>
          <p:spPr bwMode="auto">
            <a:xfrm>
              <a:off x="2077" y="1708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6" name="Rectangle 266"/>
            <p:cNvSpPr>
              <a:spLocks noChangeArrowheads="1"/>
            </p:cNvSpPr>
            <p:nvPr/>
          </p:nvSpPr>
          <p:spPr bwMode="auto">
            <a:xfrm>
              <a:off x="2077" y="148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7" name="Rectangle 267"/>
            <p:cNvSpPr>
              <a:spLocks noChangeArrowheads="1"/>
            </p:cNvSpPr>
            <p:nvPr/>
          </p:nvSpPr>
          <p:spPr bwMode="auto">
            <a:xfrm>
              <a:off x="2077" y="125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8" name="Rectangle 268"/>
            <p:cNvSpPr>
              <a:spLocks noChangeArrowheads="1"/>
            </p:cNvSpPr>
            <p:nvPr/>
          </p:nvSpPr>
          <p:spPr bwMode="auto">
            <a:xfrm>
              <a:off x="2077" y="1026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9" name="Oval 26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7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71"/>
            <p:cNvSpPr>
              <a:spLocks/>
            </p:cNvSpPr>
            <p:nvPr/>
          </p:nvSpPr>
          <p:spPr bwMode="auto">
            <a:xfrm>
              <a:off x="2965" y="944"/>
              <a:ext cx="340" cy="1251"/>
            </a:xfrm>
            <a:custGeom>
              <a:avLst/>
              <a:gdLst>
                <a:gd name="T0" fmla="*/ 0 w 340"/>
                <a:gd name="T1" fmla="*/ 1251 h 1251"/>
                <a:gd name="T2" fmla="*/ 227 w 340"/>
                <a:gd name="T3" fmla="*/ 1137 h 1251"/>
                <a:gd name="T4" fmla="*/ 113 w 340"/>
                <a:gd name="T5" fmla="*/ 682 h 1251"/>
                <a:gd name="T6" fmla="*/ 227 w 340"/>
                <a:gd name="T7" fmla="*/ 569 h 1251"/>
                <a:gd name="T8" fmla="*/ 0 w 340"/>
                <a:gd name="T9" fmla="*/ 341 h 1251"/>
                <a:gd name="T10" fmla="*/ 227 w 340"/>
                <a:gd name="T11" fmla="*/ 228 h 1251"/>
                <a:gd name="T12" fmla="*/ 340 w 340"/>
                <a:gd name="T1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251">
                  <a:moveTo>
                    <a:pt x="0" y="1251"/>
                  </a:moveTo>
                  <a:lnTo>
                    <a:pt x="227" y="1137"/>
                  </a:lnTo>
                  <a:lnTo>
                    <a:pt x="113" y="682"/>
                  </a:lnTo>
                  <a:lnTo>
                    <a:pt x="227" y="569"/>
                  </a:lnTo>
                  <a:lnTo>
                    <a:pt x="0" y="341"/>
                  </a:lnTo>
                  <a:lnTo>
                    <a:pt x="227" y="228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00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Oval 27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7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274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75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Oval 276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77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Oval 278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79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Oval 280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81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Oval 282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83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Oval 284"/>
            <p:cNvSpPr>
              <a:spLocks noChangeArrowheads="1"/>
            </p:cNvSpPr>
            <p:nvPr/>
          </p:nvSpPr>
          <p:spPr bwMode="auto">
            <a:xfrm>
              <a:off x="3286" y="92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85"/>
            <p:cNvSpPr>
              <a:spLocks noEditPoints="1"/>
            </p:cNvSpPr>
            <p:nvPr/>
          </p:nvSpPr>
          <p:spPr bwMode="auto">
            <a:xfrm>
              <a:off x="327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28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8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88"/>
            <p:cNvSpPr>
              <a:spLocks/>
            </p:cNvSpPr>
            <p:nvPr/>
          </p:nvSpPr>
          <p:spPr bwMode="auto">
            <a:xfrm>
              <a:off x="2170" y="1854"/>
              <a:ext cx="1248" cy="796"/>
            </a:xfrm>
            <a:custGeom>
              <a:avLst/>
              <a:gdLst>
                <a:gd name="T0" fmla="*/ 795 w 1248"/>
                <a:gd name="T1" fmla="*/ 341 h 796"/>
                <a:gd name="T2" fmla="*/ 681 w 1248"/>
                <a:gd name="T3" fmla="*/ 227 h 796"/>
                <a:gd name="T4" fmla="*/ 568 w 1248"/>
                <a:gd name="T5" fmla="*/ 113 h 796"/>
                <a:gd name="T6" fmla="*/ 454 w 1248"/>
                <a:gd name="T7" fmla="*/ 227 h 796"/>
                <a:gd name="T8" fmla="*/ 341 w 1248"/>
                <a:gd name="T9" fmla="*/ 113 h 796"/>
                <a:gd name="T10" fmla="*/ 227 w 1248"/>
                <a:gd name="T11" fmla="*/ 227 h 796"/>
                <a:gd name="T12" fmla="*/ 341 w 1248"/>
                <a:gd name="T13" fmla="*/ 341 h 796"/>
                <a:gd name="T14" fmla="*/ 227 w 1248"/>
                <a:gd name="T15" fmla="*/ 455 h 796"/>
                <a:gd name="T16" fmla="*/ 341 w 1248"/>
                <a:gd name="T17" fmla="*/ 227 h 796"/>
                <a:gd name="T18" fmla="*/ 454 w 1248"/>
                <a:gd name="T19" fmla="*/ 341 h 796"/>
                <a:gd name="T20" fmla="*/ 568 w 1248"/>
                <a:gd name="T21" fmla="*/ 455 h 796"/>
                <a:gd name="T22" fmla="*/ 681 w 1248"/>
                <a:gd name="T23" fmla="*/ 341 h 796"/>
                <a:gd name="T24" fmla="*/ 568 w 1248"/>
                <a:gd name="T25" fmla="*/ 227 h 796"/>
                <a:gd name="T26" fmla="*/ 681 w 1248"/>
                <a:gd name="T27" fmla="*/ 341 h 796"/>
                <a:gd name="T28" fmla="*/ 795 w 1248"/>
                <a:gd name="T29" fmla="*/ 455 h 796"/>
                <a:gd name="T30" fmla="*/ 681 w 1248"/>
                <a:gd name="T31" fmla="*/ 568 h 796"/>
                <a:gd name="T32" fmla="*/ 795 w 1248"/>
                <a:gd name="T33" fmla="*/ 568 h 796"/>
                <a:gd name="T34" fmla="*/ 908 w 1248"/>
                <a:gd name="T35" fmla="*/ 568 h 796"/>
                <a:gd name="T36" fmla="*/ 908 w 1248"/>
                <a:gd name="T37" fmla="*/ 455 h 796"/>
                <a:gd name="T38" fmla="*/ 1022 w 1248"/>
                <a:gd name="T39" fmla="*/ 568 h 796"/>
                <a:gd name="T40" fmla="*/ 1135 w 1248"/>
                <a:gd name="T41" fmla="*/ 682 h 796"/>
                <a:gd name="T42" fmla="*/ 1248 w 1248"/>
                <a:gd name="T43" fmla="*/ 568 h 796"/>
                <a:gd name="T44" fmla="*/ 1135 w 1248"/>
                <a:gd name="T45" fmla="*/ 568 h 796"/>
                <a:gd name="T46" fmla="*/ 1022 w 1248"/>
                <a:gd name="T47" fmla="*/ 455 h 796"/>
                <a:gd name="T48" fmla="*/ 908 w 1248"/>
                <a:gd name="T49" fmla="*/ 341 h 796"/>
                <a:gd name="T50" fmla="*/ 795 w 1248"/>
                <a:gd name="T51" fmla="*/ 455 h 796"/>
                <a:gd name="T52" fmla="*/ 681 w 1248"/>
                <a:gd name="T53" fmla="*/ 568 h 796"/>
                <a:gd name="T54" fmla="*/ 568 w 1248"/>
                <a:gd name="T55" fmla="*/ 682 h 796"/>
                <a:gd name="T56" fmla="*/ 568 w 1248"/>
                <a:gd name="T57" fmla="*/ 796 h 796"/>
                <a:gd name="T58" fmla="*/ 454 w 1248"/>
                <a:gd name="T59" fmla="*/ 682 h 796"/>
                <a:gd name="T60" fmla="*/ 341 w 1248"/>
                <a:gd name="T61" fmla="*/ 568 h 796"/>
                <a:gd name="T62" fmla="*/ 227 w 1248"/>
                <a:gd name="T63" fmla="*/ 682 h 796"/>
                <a:gd name="T64" fmla="*/ 341 w 1248"/>
                <a:gd name="T65" fmla="*/ 568 h 796"/>
                <a:gd name="T66" fmla="*/ 227 w 1248"/>
                <a:gd name="T67" fmla="*/ 455 h 796"/>
                <a:gd name="T68" fmla="*/ 227 w 1248"/>
                <a:gd name="T69" fmla="*/ 341 h 796"/>
                <a:gd name="T70" fmla="*/ 114 w 1248"/>
                <a:gd name="T71" fmla="*/ 227 h 796"/>
                <a:gd name="T72" fmla="*/ 0 w 1248"/>
                <a:gd name="T73" fmla="*/ 113 h 796"/>
                <a:gd name="T74" fmla="*/ 114 w 1248"/>
                <a:gd name="T75" fmla="*/ 0 h 796"/>
                <a:gd name="T76" fmla="*/ 227 w 1248"/>
                <a:gd name="T77" fmla="*/ 113 h 796"/>
                <a:gd name="T78" fmla="*/ 341 w 1248"/>
                <a:gd name="T79" fmla="*/ 227 h 796"/>
                <a:gd name="T80" fmla="*/ 454 w 1248"/>
                <a:gd name="T81" fmla="*/ 341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8" h="796">
                  <a:moveTo>
                    <a:pt x="795" y="341"/>
                  </a:moveTo>
                  <a:lnTo>
                    <a:pt x="681" y="227"/>
                  </a:lnTo>
                  <a:lnTo>
                    <a:pt x="568" y="113"/>
                  </a:lnTo>
                  <a:lnTo>
                    <a:pt x="454" y="227"/>
                  </a:lnTo>
                  <a:lnTo>
                    <a:pt x="341" y="113"/>
                  </a:lnTo>
                  <a:lnTo>
                    <a:pt x="227" y="227"/>
                  </a:lnTo>
                  <a:lnTo>
                    <a:pt x="341" y="341"/>
                  </a:lnTo>
                  <a:lnTo>
                    <a:pt x="227" y="455"/>
                  </a:lnTo>
                  <a:lnTo>
                    <a:pt x="341" y="227"/>
                  </a:lnTo>
                  <a:lnTo>
                    <a:pt x="454" y="341"/>
                  </a:lnTo>
                  <a:lnTo>
                    <a:pt x="568" y="455"/>
                  </a:lnTo>
                  <a:lnTo>
                    <a:pt x="681" y="341"/>
                  </a:lnTo>
                  <a:lnTo>
                    <a:pt x="568" y="227"/>
                  </a:lnTo>
                  <a:lnTo>
                    <a:pt x="681" y="341"/>
                  </a:lnTo>
                  <a:lnTo>
                    <a:pt x="795" y="455"/>
                  </a:lnTo>
                  <a:lnTo>
                    <a:pt x="681" y="568"/>
                  </a:lnTo>
                  <a:lnTo>
                    <a:pt x="795" y="568"/>
                  </a:lnTo>
                  <a:lnTo>
                    <a:pt x="908" y="568"/>
                  </a:lnTo>
                  <a:lnTo>
                    <a:pt x="908" y="455"/>
                  </a:lnTo>
                  <a:lnTo>
                    <a:pt x="1022" y="568"/>
                  </a:lnTo>
                  <a:lnTo>
                    <a:pt x="1135" y="682"/>
                  </a:lnTo>
                  <a:lnTo>
                    <a:pt x="1248" y="568"/>
                  </a:lnTo>
                  <a:lnTo>
                    <a:pt x="1135" y="568"/>
                  </a:lnTo>
                  <a:lnTo>
                    <a:pt x="1022" y="455"/>
                  </a:lnTo>
                  <a:lnTo>
                    <a:pt x="908" y="341"/>
                  </a:lnTo>
                  <a:lnTo>
                    <a:pt x="795" y="455"/>
                  </a:lnTo>
                  <a:lnTo>
                    <a:pt x="681" y="568"/>
                  </a:lnTo>
                  <a:lnTo>
                    <a:pt x="568" y="682"/>
                  </a:lnTo>
                  <a:lnTo>
                    <a:pt x="568" y="796"/>
                  </a:lnTo>
                  <a:lnTo>
                    <a:pt x="454" y="682"/>
                  </a:lnTo>
                  <a:lnTo>
                    <a:pt x="341" y="568"/>
                  </a:lnTo>
                  <a:lnTo>
                    <a:pt x="227" y="682"/>
                  </a:lnTo>
                  <a:lnTo>
                    <a:pt x="341" y="568"/>
                  </a:lnTo>
                  <a:lnTo>
                    <a:pt x="227" y="455"/>
                  </a:lnTo>
                  <a:lnTo>
                    <a:pt x="227" y="341"/>
                  </a:lnTo>
                  <a:lnTo>
                    <a:pt x="114" y="227"/>
                  </a:lnTo>
                  <a:lnTo>
                    <a:pt x="0" y="113"/>
                  </a:lnTo>
                  <a:lnTo>
                    <a:pt x="114" y="0"/>
                  </a:lnTo>
                  <a:lnTo>
                    <a:pt x="227" y="113"/>
                  </a:lnTo>
                  <a:lnTo>
                    <a:pt x="341" y="227"/>
                  </a:lnTo>
                  <a:lnTo>
                    <a:pt x="454" y="341"/>
                  </a:lnTo>
                </a:path>
              </a:pathLst>
            </a:custGeom>
            <a:noFill/>
            <a:ln w="28575" cap="flat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Oval 28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9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Oval 291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92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293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94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295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96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297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298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Oval 299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300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Oval 301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302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Oval 303"/>
            <p:cNvSpPr>
              <a:spLocks noChangeArrowheads="1"/>
            </p:cNvSpPr>
            <p:nvPr/>
          </p:nvSpPr>
          <p:spPr bwMode="auto">
            <a:xfrm>
              <a:off x="237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304"/>
            <p:cNvSpPr>
              <a:spLocks noEditPoints="1"/>
            </p:cNvSpPr>
            <p:nvPr/>
          </p:nvSpPr>
          <p:spPr bwMode="auto">
            <a:xfrm>
              <a:off x="237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Oval 305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306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Oval 307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308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309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310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Oval 311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312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Oval 313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314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Oval 315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316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Oval 317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318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319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320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Oval 321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322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Oval 323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324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325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326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327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328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329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330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Oval 331"/>
            <p:cNvSpPr>
              <a:spLocks noChangeArrowheads="1"/>
            </p:cNvSpPr>
            <p:nvPr/>
          </p:nvSpPr>
          <p:spPr bwMode="auto">
            <a:xfrm>
              <a:off x="3400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332"/>
            <p:cNvSpPr>
              <a:spLocks noEditPoints="1"/>
            </p:cNvSpPr>
            <p:nvPr/>
          </p:nvSpPr>
          <p:spPr bwMode="auto">
            <a:xfrm>
              <a:off x="3391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Oval 333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334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Oval 335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336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Oval 337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338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Oval 339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340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Oval 341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342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Oval 343"/>
            <p:cNvSpPr>
              <a:spLocks noChangeArrowheads="1"/>
            </p:cNvSpPr>
            <p:nvPr/>
          </p:nvSpPr>
          <p:spPr bwMode="auto">
            <a:xfrm>
              <a:off x="2719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344"/>
            <p:cNvSpPr>
              <a:spLocks noEditPoints="1"/>
            </p:cNvSpPr>
            <p:nvPr/>
          </p:nvSpPr>
          <p:spPr bwMode="auto">
            <a:xfrm>
              <a:off x="271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Oval 345"/>
            <p:cNvSpPr>
              <a:spLocks noChangeArrowheads="1"/>
            </p:cNvSpPr>
            <p:nvPr/>
          </p:nvSpPr>
          <p:spPr bwMode="auto">
            <a:xfrm>
              <a:off x="2719" y="2631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346"/>
            <p:cNvSpPr>
              <a:spLocks noEditPoints="1"/>
            </p:cNvSpPr>
            <p:nvPr/>
          </p:nvSpPr>
          <p:spPr bwMode="auto">
            <a:xfrm>
              <a:off x="2710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Oval 347"/>
            <p:cNvSpPr>
              <a:spLocks noChangeArrowheads="1"/>
            </p:cNvSpPr>
            <p:nvPr/>
          </p:nvSpPr>
          <p:spPr bwMode="auto">
            <a:xfrm>
              <a:off x="2606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348"/>
            <p:cNvSpPr>
              <a:spLocks noEditPoints="1"/>
            </p:cNvSpPr>
            <p:nvPr/>
          </p:nvSpPr>
          <p:spPr bwMode="auto">
            <a:xfrm>
              <a:off x="259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Oval 349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350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Oval 351"/>
            <p:cNvSpPr>
              <a:spLocks noChangeArrowheads="1"/>
            </p:cNvSpPr>
            <p:nvPr/>
          </p:nvSpPr>
          <p:spPr bwMode="auto">
            <a:xfrm>
              <a:off x="2379" y="2518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352"/>
            <p:cNvSpPr>
              <a:spLocks noEditPoints="1"/>
            </p:cNvSpPr>
            <p:nvPr/>
          </p:nvSpPr>
          <p:spPr bwMode="auto">
            <a:xfrm>
              <a:off x="237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Oval 353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354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Oval 355"/>
            <p:cNvSpPr>
              <a:spLocks noChangeArrowheads="1"/>
            </p:cNvSpPr>
            <p:nvPr/>
          </p:nvSpPr>
          <p:spPr bwMode="auto">
            <a:xfrm>
              <a:off x="237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356"/>
            <p:cNvSpPr>
              <a:spLocks noEditPoints="1"/>
            </p:cNvSpPr>
            <p:nvPr/>
          </p:nvSpPr>
          <p:spPr bwMode="auto">
            <a:xfrm>
              <a:off x="237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Oval 357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358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Oval 359"/>
            <p:cNvSpPr>
              <a:spLocks noChangeArrowheads="1"/>
            </p:cNvSpPr>
            <p:nvPr/>
          </p:nvSpPr>
          <p:spPr bwMode="auto">
            <a:xfrm>
              <a:off x="2265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360"/>
            <p:cNvSpPr>
              <a:spLocks noEditPoints="1"/>
            </p:cNvSpPr>
            <p:nvPr/>
          </p:nvSpPr>
          <p:spPr bwMode="auto">
            <a:xfrm>
              <a:off x="2256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Oval 361"/>
            <p:cNvSpPr>
              <a:spLocks noChangeArrowheads="1"/>
            </p:cNvSpPr>
            <p:nvPr/>
          </p:nvSpPr>
          <p:spPr bwMode="auto">
            <a:xfrm>
              <a:off x="215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362"/>
            <p:cNvSpPr>
              <a:spLocks noEditPoints="1"/>
            </p:cNvSpPr>
            <p:nvPr/>
          </p:nvSpPr>
          <p:spPr bwMode="auto">
            <a:xfrm>
              <a:off x="214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Oval 363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364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Oval 365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366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Oval 367"/>
            <p:cNvSpPr>
              <a:spLocks noChangeArrowheads="1"/>
            </p:cNvSpPr>
            <p:nvPr/>
          </p:nvSpPr>
          <p:spPr bwMode="auto">
            <a:xfrm>
              <a:off x="2492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368"/>
            <p:cNvSpPr>
              <a:spLocks noEditPoints="1"/>
            </p:cNvSpPr>
            <p:nvPr/>
          </p:nvSpPr>
          <p:spPr bwMode="auto">
            <a:xfrm>
              <a:off x="2483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Oval 369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370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Oval 37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37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373"/>
            <p:cNvSpPr>
              <a:spLocks/>
            </p:cNvSpPr>
            <p:nvPr/>
          </p:nvSpPr>
          <p:spPr bwMode="auto">
            <a:xfrm>
              <a:off x="2738" y="944"/>
              <a:ext cx="680" cy="1592"/>
            </a:xfrm>
            <a:custGeom>
              <a:avLst/>
              <a:gdLst>
                <a:gd name="T0" fmla="*/ 227 w 680"/>
                <a:gd name="T1" fmla="*/ 1251 h 1592"/>
                <a:gd name="T2" fmla="*/ 0 w 680"/>
                <a:gd name="T3" fmla="*/ 1478 h 1592"/>
                <a:gd name="T4" fmla="*/ 340 w 680"/>
                <a:gd name="T5" fmla="*/ 1592 h 1592"/>
                <a:gd name="T6" fmla="*/ 454 w 680"/>
                <a:gd name="T7" fmla="*/ 1365 h 1592"/>
                <a:gd name="T8" fmla="*/ 680 w 680"/>
                <a:gd name="T9" fmla="*/ 1137 h 1592"/>
                <a:gd name="T10" fmla="*/ 680 w 680"/>
                <a:gd name="T11" fmla="*/ 910 h 1592"/>
                <a:gd name="T12" fmla="*/ 340 w 680"/>
                <a:gd name="T13" fmla="*/ 1137 h 1592"/>
                <a:gd name="T14" fmla="*/ 113 w 680"/>
                <a:gd name="T15" fmla="*/ 910 h 1592"/>
                <a:gd name="T16" fmla="*/ 340 w 680"/>
                <a:gd name="T17" fmla="*/ 682 h 1592"/>
                <a:gd name="T18" fmla="*/ 113 w 680"/>
                <a:gd name="T19" fmla="*/ 455 h 1592"/>
                <a:gd name="T20" fmla="*/ 454 w 680"/>
                <a:gd name="T21" fmla="*/ 228 h 1592"/>
                <a:gd name="T22" fmla="*/ 227 w 680"/>
                <a:gd name="T23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0" h="1592">
                  <a:moveTo>
                    <a:pt x="227" y="1251"/>
                  </a:moveTo>
                  <a:lnTo>
                    <a:pt x="0" y="1478"/>
                  </a:lnTo>
                  <a:lnTo>
                    <a:pt x="340" y="1592"/>
                  </a:lnTo>
                  <a:lnTo>
                    <a:pt x="454" y="1365"/>
                  </a:lnTo>
                  <a:lnTo>
                    <a:pt x="680" y="1137"/>
                  </a:lnTo>
                  <a:lnTo>
                    <a:pt x="680" y="910"/>
                  </a:lnTo>
                  <a:lnTo>
                    <a:pt x="340" y="1137"/>
                  </a:lnTo>
                  <a:lnTo>
                    <a:pt x="113" y="910"/>
                  </a:lnTo>
                  <a:lnTo>
                    <a:pt x="340" y="682"/>
                  </a:lnTo>
                  <a:lnTo>
                    <a:pt x="113" y="455"/>
                  </a:lnTo>
                  <a:lnTo>
                    <a:pt x="454" y="228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Oval 374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375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Oval 376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377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Oval 378"/>
            <p:cNvSpPr>
              <a:spLocks noChangeArrowheads="1"/>
            </p:cNvSpPr>
            <p:nvPr/>
          </p:nvSpPr>
          <p:spPr bwMode="auto">
            <a:xfrm>
              <a:off x="3059" y="2518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379"/>
            <p:cNvSpPr>
              <a:spLocks noEditPoints="1"/>
            </p:cNvSpPr>
            <p:nvPr/>
          </p:nvSpPr>
          <p:spPr bwMode="auto">
            <a:xfrm>
              <a:off x="3050" y="250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Oval 380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381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Oval 382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383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Oval 384"/>
            <p:cNvSpPr>
              <a:spLocks noChangeArrowheads="1"/>
            </p:cNvSpPr>
            <p:nvPr/>
          </p:nvSpPr>
          <p:spPr bwMode="auto">
            <a:xfrm>
              <a:off x="3400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385"/>
            <p:cNvSpPr>
              <a:spLocks noEditPoints="1"/>
            </p:cNvSpPr>
            <p:nvPr/>
          </p:nvSpPr>
          <p:spPr bwMode="auto">
            <a:xfrm>
              <a:off x="3391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Oval 386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387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Oval 388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389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Oval 390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391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Oval 392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393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Oval 394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395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Oval 396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397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Oval 39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39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Oval 40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40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Oval 40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40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404"/>
            <p:cNvSpPr>
              <a:spLocks/>
            </p:cNvSpPr>
            <p:nvPr/>
          </p:nvSpPr>
          <p:spPr bwMode="auto">
            <a:xfrm>
              <a:off x="2284" y="944"/>
              <a:ext cx="1021" cy="1592"/>
            </a:xfrm>
            <a:custGeom>
              <a:avLst/>
              <a:gdLst>
                <a:gd name="T0" fmla="*/ 681 w 1021"/>
                <a:gd name="T1" fmla="*/ 1251 h 1592"/>
                <a:gd name="T2" fmla="*/ 454 w 1021"/>
                <a:gd name="T3" fmla="*/ 1023 h 1592"/>
                <a:gd name="T4" fmla="*/ 681 w 1021"/>
                <a:gd name="T5" fmla="*/ 796 h 1592"/>
                <a:gd name="T6" fmla="*/ 454 w 1021"/>
                <a:gd name="T7" fmla="*/ 682 h 1592"/>
                <a:gd name="T8" fmla="*/ 340 w 1021"/>
                <a:gd name="T9" fmla="*/ 1023 h 1592"/>
                <a:gd name="T10" fmla="*/ 227 w 1021"/>
                <a:gd name="T11" fmla="*/ 1251 h 1592"/>
                <a:gd name="T12" fmla="*/ 567 w 1021"/>
                <a:gd name="T13" fmla="*/ 910 h 1592"/>
                <a:gd name="T14" fmla="*/ 681 w 1021"/>
                <a:gd name="T15" fmla="*/ 455 h 1592"/>
                <a:gd name="T16" fmla="*/ 454 w 1021"/>
                <a:gd name="T17" fmla="*/ 569 h 1592"/>
                <a:gd name="T18" fmla="*/ 340 w 1021"/>
                <a:gd name="T19" fmla="*/ 910 h 1592"/>
                <a:gd name="T20" fmla="*/ 113 w 1021"/>
                <a:gd name="T21" fmla="*/ 1137 h 1592"/>
                <a:gd name="T22" fmla="*/ 454 w 1021"/>
                <a:gd name="T23" fmla="*/ 1251 h 1592"/>
                <a:gd name="T24" fmla="*/ 681 w 1021"/>
                <a:gd name="T25" fmla="*/ 910 h 1592"/>
                <a:gd name="T26" fmla="*/ 794 w 1021"/>
                <a:gd name="T27" fmla="*/ 796 h 1592"/>
                <a:gd name="T28" fmla="*/ 454 w 1021"/>
                <a:gd name="T29" fmla="*/ 569 h 1592"/>
                <a:gd name="T30" fmla="*/ 340 w 1021"/>
                <a:gd name="T31" fmla="*/ 910 h 1592"/>
                <a:gd name="T32" fmla="*/ 227 w 1021"/>
                <a:gd name="T33" fmla="*/ 1023 h 1592"/>
                <a:gd name="T34" fmla="*/ 0 w 1021"/>
                <a:gd name="T35" fmla="*/ 1251 h 1592"/>
                <a:gd name="T36" fmla="*/ 227 w 1021"/>
                <a:gd name="T37" fmla="*/ 1365 h 1592"/>
                <a:gd name="T38" fmla="*/ 454 w 1021"/>
                <a:gd name="T39" fmla="*/ 1592 h 1592"/>
                <a:gd name="T40" fmla="*/ 567 w 1021"/>
                <a:gd name="T41" fmla="*/ 1251 h 1592"/>
                <a:gd name="T42" fmla="*/ 681 w 1021"/>
                <a:gd name="T43" fmla="*/ 1023 h 1592"/>
                <a:gd name="T44" fmla="*/ 794 w 1021"/>
                <a:gd name="T45" fmla="*/ 1251 h 1592"/>
                <a:gd name="T46" fmla="*/ 1021 w 1021"/>
                <a:gd name="T47" fmla="*/ 1478 h 1592"/>
                <a:gd name="T48" fmla="*/ 794 w 1021"/>
                <a:gd name="T49" fmla="*/ 1478 h 1592"/>
                <a:gd name="T50" fmla="*/ 681 w 1021"/>
                <a:gd name="T51" fmla="*/ 1365 h 1592"/>
                <a:gd name="T52" fmla="*/ 908 w 1021"/>
                <a:gd name="T53" fmla="*/ 1251 h 1592"/>
                <a:gd name="T54" fmla="*/ 567 w 1021"/>
                <a:gd name="T55" fmla="*/ 1023 h 1592"/>
                <a:gd name="T56" fmla="*/ 908 w 1021"/>
                <a:gd name="T57" fmla="*/ 910 h 1592"/>
                <a:gd name="T58" fmla="*/ 567 w 1021"/>
                <a:gd name="T59" fmla="*/ 682 h 1592"/>
                <a:gd name="T60" fmla="*/ 908 w 1021"/>
                <a:gd name="T61" fmla="*/ 455 h 1592"/>
                <a:gd name="T62" fmla="*/ 567 w 1021"/>
                <a:gd name="T63" fmla="*/ 455 h 1592"/>
                <a:gd name="T64" fmla="*/ 794 w 1021"/>
                <a:gd name="T65" fmla="*/ 228 h 1592"/>
                <a:gd name="T66" fmla="*/ 1021 w 1021"/>
                <a:gd name="T67" fmla="*/ 0 h 1592"/>
                <a:gd name="T68" fmla="*/ 681 w 1021"/>
                <a:gd name="T69" fmla="*/ 228 h 1592"/>
                <a:gd name="T70" fmla="*/ 567 w 1021"/>
                <a:gd name="T71" fmla="*/ 0 h 1592"/>
                <a:gd name="T72" fmla="*/ 794 w 1021"/>
                <a:gd name="T73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1" h="1592">
                  <a:moveTo>
                    <a:pt x="681" y="1251"/>
                  </a:moveTo>
                  <a:lnTo>
                    <a:pt x="454" y="1023"/>
                  </a:lnTo>
                  <a:lnTo>
                    <a:pt x="681" y="796"/>
                  </a:lnTo>
                  <a:lnTo>
                    <a:pt x="454" y="682"/>
                  </a:lnTo>
                  <a:lnTo>
                    <a:pt x="340" y="1023"/>
                  </a:lnTo>
                  <a:lnTo>
                    <a:pt x="227" y="1251"/>
                  </a:lnTo>
                  <a:lnTo>
                    <a:pt x="567" y="910"/>
                  </a:lnTo>
                  <a:lnTo>
                    <a:pt x="681" y="455"/>
                  </a:lnTo>
                  <a:lnTo>
                    <a:pt x="454" y="569"/>
                  </a:lnTo>
                  <a:lnTo>
                    <a:pt x="340" y="910"/>
                  </a:lnTo>
                  <a:lnTo>
                    <a:pt x="113" y="1137"/>
                  </a:lnTo>
                  <a:lnTo>
                    <a:pt x="454" y="1251"/>
                  </a:lnTo>
                  <a:lnTo>
                    <a:pt x="681" y="910"/>
                  </a:lnTo>
                  <a:lnTo>
                    <a:pt x="794" y="796"/>
                  </a:lnTo>
                  <a:lnTo>
                    <a:pt x="454" y="569"/>
                  </a:lnTo>
                  <a:lnTo>
                    <a:pt x="340" y="910"/>
                  </a:lnTo>
                  <a:lnTo>
                    <a:pt x="227" y="1023"/>
                  </a:lnTo>
                  <a:lnTo>
                    <a:pt x="0" y="1251"/>
                  </a:lnTo>
                  <a:lnTo>
                    <a:pt x="227" y="1365"/>
                  </a:lnTo>
                  <a:lnTo>
                    <a:pt x="454" y="1592"/>
                  </a:lnTo>
                  <a:lnTo>
                    <a:pt x="567" y="1251"/>
                  </a:lnTo>
                  <a:lnTo>
                    <a:pt x="681" y="1023"/>
                  </a:lnTo>
                  <a:lnTo>
                    <a:pt x="794" y="1251"/>
                  </a:lnTo>
                  <a:lnTo>
                    <a:pt x="1021" y="1478"/>
                  </a:lnTo>
                  <a:lnTo>
                    <a:pt x="794" y="1478"/>
                  </a:lnTo>
                  <a:lnTo>
                    <a:pt x="681" y="1365"/>
                  </a:lnTo>
                  <a:lnTo>
                    <a:pt x="908" y="1251"/>
                  </a:lnTo>
                  <a:lnTo>
                    <a:pt x="567" y="1023"/>
                  </a:lnTo>
                  <a:lnTo>
                    <a:pt x="908" y="910"/>
                  </a:lnTo>
                  <a:lnTo>
                    <a:pt x="567" y="682"/>
                  </a:lnTo>
                  <a:lnTo>
                    <a:pt x="908" y="455"/>
                  </a:lnTo>
                  <a:lnTo>
                    <a:pt x="567" y="455"/>
                  </a:lnTo>
                  <a:lnTo>
                    <a:pt x="794" y="228"/>
                  </a:lnTo>
                  <a:lnTo>
                    <a:pt x="1021" y="0"/>
                  </a:lnTo>
                  <a:lnTo>
                    <a:pt x="681" y="228"/>
                  </a:lnTo>
                  <a:lnTo>
                    <a:pt x="567" y="0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0066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Oval 40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07"/>
          <p:cNvGrpSpPr>
            <a:grpSpLocks/>
          </p:cNvGrpSpPr>
          <p:nvPr/>
        </p:nvGrpSpPr>
        <p:grpSpPr bwMode="auto">
          <a:xfrm>
            <a:off x="3581400" y="1374776"/>
            <a:ext cx="1889125" cy="2695575"/>
            <a:chOff x="2256" y="866"/>
            <a:chExt cx="1190" cy="1698"/>
          </a:xfrm>
        </p:grpSpPr>
        <p:sp>
          <p:nvSpPr>
            <p:cNvPr id="346" name="Freeform 40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Oval 408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409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410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411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Oval 412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413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Oval 414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415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Oval 416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417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Oval 418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419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Oval 420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421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Oval 422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423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Oval 424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425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426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427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Oval 428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429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430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431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432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433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Oval 434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435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Oval 436"/>
            <p:cNvSpPr>
              <a:spLocks noChangeArrowheads="1"/>
            </p:cNvSpPr>
            <p:nvPr/>
          </p:nvSpPr>
          <p:spPr bwMode="auto">
            <a:xfrm>
              <a:off x="2606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437"/>
            <p:cNvSpPr>
              <a:spLocks noEditPoints="1"/>
            </p:cNvSpPr>
            <p:nvPr/>
          </p:nvSpPr>
          <p:spPr bwMode="auto">
            <a:xfrm>
              <a:off x="259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438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439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440"/>
            <p:cNvSpPr>
              <a:spLocks noChangeArrowheads="1"/>
            </p:cNvSpPr>
            <p:nvPr/>
          </p:nvSpPr>
          <p:spPr bwMode="auto">
            <a:xfrm>
              <a:off x="2265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441"/>
            <p:cNvSpPr>
              <a:spLocks noEditPoints="1"/>
            </p:cNvSpPr>
            <p:nvPr/>
          </p:nvSpPr>
          <p:spPr bwMode="auto">
            <a:xfrm>
              <a:off x="2256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Oval 442"/>
            <p:cNvSpPr>
              <a:spLocks noChangeArrowheads="1"/>
            </p:cNvSpPr>
            <p:nvPr/>
          </p:nvSpPr>
          <p:spPr bwMode="auto">
            <a:xfrm>
              <a:off x="2492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443"/>
            <p:cNvSpPr>
              <a:spLocks noEditPoints="1"/>
            </p:cNvSpPr>
            <p:nvPr/>
          </p:nvSpPr>
          <p:spPr bwMode="auto">
            <a:xfrm>
              <a:off x="2483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444"/>
            <p:cNvSpPr>
              <a:spLocks noChangeArrowheads="1"/>
            </p:cNvSpPr>
            <p:nvPr/>
          </p:nvSpPr>
          <p:spPr bwMode="auto">
            <a:xfrm>
              <a:off x="2719" y="2518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445"/>
            <p:cNvSpPr>
              <a:spLocks noEditPoints="1"/>
            </p:cNvSpPr>
            <p:nvPr/>
          </p:nvSpPr>
          <p:spPr bwMode="auto">
            <a:xfrm>
              <a:off x="2710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Oval 446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447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448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449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450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451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Oval 452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453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Oval 454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455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Oval 456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457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Oval 458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459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Oval 460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61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Oval 462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463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Oval 464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465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Oval 466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467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Oval 468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469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Oval 470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471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Oval 472"/>
            <p:cNvSpPr>
              <a:spLocks noChangeArrowheads="1"/>
            </p:cNvSpPr>
            <p:nvPr/>
          </p:nvSpPr>
          <p:spPr bwMode="auto">
            <a:xfrm>
              <a:off x="3286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73"/>
            <p:cNvSpPr>
              <a:spLocks noEditPoints="1"/>
            </p:cNvSpPr>
            <p:nvPr/>
          </p:nvSpPr>
          <p:spPr bwMode="auto">
            <a:xfrm>
              <a:off x="327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Oval 474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475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Oval 476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477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Oval 478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79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Oval 480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481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82"/>
            <p:cNvSpPr>
              <a:spLocks/>
            </p:cNvSpPr>
            <p:nvPr/>
          </p:nvSpPr>
          <p:spPr bwMode="auto">
            <a:xfrm>
              <a:off x="2738" y="944"/>
              <a:ext cx="227" cy="1251"/>
            </a:xfrm>
            <a:custGeom>
              <a:avLst/>
              <a:gdLst>
                <a:gd name="T0" fmla="*/ 227 w 227"/>
                <a:gd name="T1" fmla="*/ 1251 h 1251"/>
                <a:gd name="T2" fmla="*/ 0 w 227"/>
                <a:gd name="T3" fmla="*/ 1023 h 1251"/>
                <a:gd name="T4" fmla="*/ 0 w 227"/>
                <a:gd name="T5" fmla="*/ 796 h 1251"/>
                <a:gd name="T6" fmla="*/ 0 w 227"/>
                <a:gd name="T7" fmla="*/ 569 h 1251"/>
                <a:gd name="T8" fmla="*/ 0 w 227"/>
                <a:gd name="T9" fmla="*/ 341 h 1251"/>
                <a:gd name="T10" fmla="*/ 0 w 227"/>
                <a:gd name="T11" fmla="*/ 114 h 1251"/>
                <a:gd name="T12" fmla="*/ 227 w 227"/>
                <a:gd name="T1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7" h="1251">
                  <a:moveTo>
                    <a:pt x="227" y="1251"/>
                  </a:moveTo>
                  <a:lnTo>
                    <a:pt x="0" y="1023"/>
                  </a:lnTo>
                  <a:lnTo>
                    <a:pt x="0" y="796"/>
                  </a:lnTo>
                  <a:lnTo>
                    <a:pt x="0" y="569"/>
                  </a:lnTo>
                  <a:lnTo>
                    <a:pt x="0" y="341"/>
                  </a:lnTo>
                  <a:lnTo>
                    <a:pt x="0" y="114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0099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483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484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485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486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487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488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489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490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491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492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493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494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495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496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49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49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499"/>
            <p:cNvSpPr>
              <a:spLocks/>
            </p:cNvSpPr>
            <p:nvPr/>
          </p:nvSpPr>
          <p:spPr bwMode="auto">
            <a:xfrm>
              <a:off x="2851" y="944"/>
              <a:ext cx="341" cy="1251"/>
            </a:xfrm>
            <a:custGeom>
              <a:avLst/>
              <a:gdLst>
                <a:gd name="T0" fmla="*/ 114 w 341"/>
                <a:gd name="T1" fmla="*/ 1251 h 1251"/>
                <a:gd name="T2" fmla="*/ 227 w 341"/>
                <a:gd name="T3" fmla="*/ 910 h 1251"/>
                <a:gd name="T4" fmla="*/ 114 w 341"/>
                <a:gd name="T5" fmla="*/ 796 h 1251"/>
                <a:gd name="T6" fmla="*/ 341 w 341"/>
                <a:gd name="T7" fmla="*/ 569 h 1251"/>
                <a:gd name="T8" fmla="*/ 0 w 341"/>
                <a:gd name="T9" fmla="*/ 341 h 1251"/>
                <a:gd name="T10" fmla="*/ 341 w 341"/>
                <a:gd name="T11" fmla="*/ 114 h 1251"/>
                <a:gd name="T12" fmla="*/ 227 w 341"/>
                <a:gd name="T1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1" h="1251">
                  <a:moveTo>
                    <a:pt x="114" y="1251"/>
                  </a:moveTo>
                  <a:lnTo>
                    <a:pt x="227" y="910"/>
                  </a:lnTo>
                  <a:lnTo>
                    <a:pt x="114" y="796"/>
                  </a:lnTo>
                  <a:lnTo>
                    <a:pt x="341" y="569"/>
                  </a:lnTo>
                  <a:lnTo>
                    <a:pt x="0" y="341"/>
                  </a:lnTo>
                  <a:lnTo>
                    <a:pt x="341" y="114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Oval 50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50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Oval 502"/>
            <p:cNvSpPr>
              <a:spLocks noChangeArrowheads="1"/>
            </p:cNvSpPr>
            <p:nvPr/>
          </p:nvSpPr>
          <p:spPr bwMode="auto">
            <a:xfrm>
              <a:off x="3059" y="1835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503"/>
            <p:cNvSpPr>
              <a:spLocks noEditPoints="1"/>
            </p:cNvSpPr>
            <p:nvPr/>
          </p:nvSpPr>
          <p:spPr bwMode="auto">
            <a:xfrm>
              <a:off x="3050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Oval 504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505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Oval 506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507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Oval 508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509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Oval 510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511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Oval 512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513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Oval 51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51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516"/>
            <p:cNvSpPr>
              <a:spLocks/>
            </p:cNvSpPr>
            <p:nvPr/>
          </p:nvSpPr>
          <p:spPr bwMode="auto">
            <a:xfrm>
              <a:off x="2965" y="944"/>
              <a:ext cx="227" cy="1478"/>
            </a:xfrm>
            <a:custGeom>
              <a:avLst/>
              <a:gdLst>
                <a:gd name="T0" fmla="*/ 0 w 227"/>
                <a:gd name="T1" fmla="*/ 1251 h 1478"/>
                <a:gd name="T2" fmla="*/ 0 w 227"/>
                <a:gd name="T3" fmla="*/ 1478 h 1478"/>
                <a:gd name="T4" fmla="*/ 227 w 227"/>
                <a:gd name="T5" fmla="*/ 1478 h 1478"/>
                <a:gd name="T6" fmla="*/ 227 w 227"/>
                <a:gd name="T7" fmla="*/ 1251 h 1478"/>
                <a:gd name="T8" fmla="*/ 0 w 227"/>
                <a:gd name="T9" fmla="*/ 1251 h 1478"/>
                <a:gd name="T10" fmla="*/ 0 w 227"/>
                <a:gd name="T11" fmla="*/ 1023 h 1478"/>
                <a:gd name="T12" fmla="*/ 227 w 227"/>
                <a:gd name="T13" fmla="*/ 1023 h 1478"/>
                <a:gd name="T14" fmla="*/ 227 w 227"/>
                <a:gd name="T15" fmla="*/ 796 h 1478"/>
                <a:gd name="T16" fmla="*/ 0 w 227"/>
                <a:gd name="T17" fmla="*/ 796 h 1478"/>
                <a:gd name="T18" fmla="*/ 0 w 227"/>
                <a:gd name="T19" fmla="*/ 569 h 1478"/>
                <a:gd name="T20" fmla="*/ 227 w 227"/>
                <a:gd name="T21" fmla="*/ 569 h 1478"/>
                <a:gd name="T22" fmla="*/ 227 w 227"/>
                <a:gd name="T23" fmla="*/ 341 h 1478"/>
                <a:gd name="T24" fmla="*/ 0 w 227"/>
                <a:gd name="T25" fmla="*/ 341 h 1478"/>
                <a:gd name="T26" fmla="*/ 0 w 227"/>
                <a:gd name="T27" fmla="*/ 114 h 1478"/>
                <a:gd name="T28" fmla="*/ 0 w 227"/>
                <a:gd name="T29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7" h="1478">
                  <a:moveTo>
                    <a:pt x="0" y="1251"/>
                  </a:moveTo>
                  <a:lnTo>
                    <a:pt x="0" y="1478"/>
                  </a:lnTo>
                  <a:lnTo>
                    <a:pt x="227" y="1478"/>
                  </a:lnTo>
                  <a:lnTo>
                    <a:pt x="227" y="1251"/>
                  </a:lnTo>
                  <a:lnTo>
                    <a:pt x="0" y="1251"/>
                  </a:lnTo>
                  <a:lnTo>
                    <a:pt x="0" y="1023"/>
                  </a:lnTo>
                  <a:lnTo>
                    <a:pt x="227" y="1023"/>
                  </a:lnTo>
                  <a:lnTo>
                    <a:pt x="227" y="796"/>
                  </a:lnTo>
                  <a:lnTo>
                    <a:pt x="0" y="796"/>
                  </a:lnTo>
                  <a:lnTo>
                    <a:pt x="0" y="569"/>
                  </a:lnTo>
                  <a:lnTo>
                    <a:pt x="227" y="569"/>
                  </a:lnTo>
                  <a:lnTo>
                    <a:pt x="227" y="341"/>
                  </a:lnTo>
                  <a:lnTo>
                    <a:pt x="0" y="341"/>
                  </a:lnTo>
                  <a:lnTo>
                    <a:pt x="0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51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51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519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520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521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522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523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524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52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52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527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528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Oval 529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530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Oval 531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532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533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534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535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536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537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538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539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540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541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542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543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544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Oval 545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546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Oval 54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54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549"/>
            <p:cNvSpPr>
              <a:spLocks/>
            </p:cNvSpPr>
            <p:nvPr/>
          </p:nvSpPr>
          <p:spPr bwMode="auto">
            <a:xfrm>
              <a:off x="2397" y="944"/>
              <a:ext cx="1021" cy="1478"/>
            </a:xfrm>
            <a:custGeom>
              <a:avLst/>
              <a:gdLst>
                <a:gd name="T0" fmla="*/ 568 w 1021"/>
                <a:gd name="T1" fmla="*/ 1251 h 1478"/>
                <a:gd name="T2" fmla="*/ 454 w 1021"/>
                <a:gd name="T3" fmla="*/ 1478 h 1478"/>
                <a:gd name="T4" fmla="*/ 454 w 1021"/>
                <a:gd name="T5" fmla="*/ 1251 h 1478"/>
                <a:gd name="T6" fmla="*/ 227 w 1021"/>
                <a:gd name="T7" fmla="*/ 1251 h 1478"/>
                <a:gd name="T8" fmla="*/ 114 w 1021"/>
                <a:gd name="T9" fmla="*/ 1023 h 1478"/>
                <a:gd name="T10" fmla="*/ 0 w 1021"/>
                <a:gd name="T11" fmla="*/ 1251 h 1478"/>
                <a:gd name="T12" fmla="*/ 454 w 1021"/>
                <a:gd name="T13" fmla="*/ 1023 h 1478"/>
                <a:gd name="T14" fmla="*/ 454 w 1021"/>
                <a:gd name="T15" fmla="*/ 682 h 1478"/>
                <a:gd name="T16" fmla="*/ 1021 w 1021"/>
                <a:gd name="T17" fmla="*/ 682 h 1478"/>
                <a:gd name="T18" fmla="*/ 1021 w 1021"/>
                <a:gd name="T19" fmla="*/ 455 h 1478"/>
                <a:gd name="T20" fmla="*/ 568 w 1021"/>
                <a:gd name="T21" fmla="*/ 455 h 1478"/>
                <a:gd name="T22" fmla="*/ 568 w 1021"/>
                <a:gd name="T23" fmla="*/ 228 h 1478"/>
                <a:gd name="T24" fmla="*/ 568 w 1021"/>
                <a:gd name="T25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1" h="1478">
                  <a:moveTo>
                    <a:pt x="568" y="1251"/>
                  </a:moveTo>
                  <a:lnTo>
                    <a:pt x="454" y="1478"/>
                  </a:lnTo>
                  <a:lnTo>
                    <a:pt x="454" y="1251"/>
                  </a:lnTo>
                  <a:lnTo>
                    <a:pt x="227" y="1251"/>
                  </a:lnTo>
                  <a:lnTo>
                    <a:pt x="114" y="1023"/>
                  </a:lnTo>
                  <a:lnTo>
                    <a:pt x="0" y="1251"/>
                  </a:lnTo>
                  <a:lnTo>
                    <a:pt x="454" y="1023"/>
                  </a:lnTo>
                  <a:lnTo>
                    <a:pt x="454" y="682"/>
                  </a:lnTo>
                  <a:lnTo>
                    <a:pt x="1021" y="682"/>
                  </a:lnTo>
                  <a:lnTo>
                    <a:pt x="1021" y="455"/>
                  </a:lnTo>
                  <a:lnTo>
                    <a:pt x="568" y="455"/>
                  </a:lnTo>
                  <a:lnTo>
                    <a:pt x="568" y="228"/>
                  </a:lnTo>
                  <a:lnTo>
                    <a:pt x="568" y="0"/>
                  </a:lnTo>
                </a:path>
              </a:pathLst>
            </a:custGeom>
            <a:noFill/>
            <a:ln w="28575" cap="flat">
              <a:solidFill>
                <a:srgbClr val="33FF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55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55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552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553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554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555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556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557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558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559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560"/>
            <p:cNvSpPr>
              <a:spLocks noChangeArrowheads="1"/>
            </p:cNvSpPr>
            <p:nvPr/>
          </p:nvSpPr>
          <p:spPr bwMode="auto">
            <a:xfrm>
              <a:off x="2379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561"/>
            <p:cNvSpPr>
              <a:spLocks noEditPoints="1"/>
            </p:cNvSpPr>
            <p:nvPr/>
          </p:nvSpPr>
          <p:spPr bwMode="auto">
            <a:xfrm>
              <a:off x="237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562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563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564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565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566"/>
            <p:cNvSpPr>
              <a:spLocks noChangeArrowheads="1"/>
            </p:cNvSpPr>
            <p:nvPr/>
          </p:nvSpPr>
          <p:spPr bwMode="auto">
            <a:xfrm>
              <a:off x="3400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567"/>
            <p:cNvSpPr>
              <a:spLocks noEditPoints="1"/>
            </p:cNvSpPr>
            <p:nvPr/>
          </p:nvSpPr>
          <p:spPr bwMode="auto">
            <a:xfrm>
              <a:off x="3391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568"/>
            <p:cNvSpPr>
              <a:spLocks noChangeArrowheads="1"/>
            </p:cNvSpPr>
            <p:nvPr/>
          </p:nvSpPr>
          <p:spPr bwMode="auto">
            <a:xfrm>
              <a:off x="3400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569"/>
            <p:cNvSpPr>
              <a:spLocks noEditPoints="1"/>
            </p:cNvSpPr>
            <p:nvPr/>
          </p:nvSpPr>
          <p:spPr bwMode="auto">
            <a:xfrm>
              <a:off x="3391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570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71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572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573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574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575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57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57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578"/>
            <p:cNvSpPr>
              <a:spLocks/>
            </p:cNvSpPr>
            <p:nvPr/>
          </p:nvSpPr>
          <p:spPr bwMode="auto">
            <a:xfrm>
              <a:off x="2965" y="944"/>
              <a:ext cx="453" cy="1251"/>
            </a:xfrm>
            <a:custGeom>
              <a:avLst/>
              <a:gdLst>
                <a:gd name="T0" fmla="*/ 0 w 453"/>
                <a:gd name="T1" fmla="*/ 1251 h 1251"/>
                <a:gd name="T2" fmla="*/ 227 w 453"/>
                <a:gd name="T3" fmla="*/ 1251 h 1251"/>
                <a:gd name="T4" fmla="*/ 227 w 453"/>
                <a:gd name="T5" fmla="*/ 1023 h 1251"/>
                <a:gd name="T6" fmla="*/ 453 w 453"/>
                <a:gd name="T7" fmla="*/ 1023 h 1251"/>
                <a:gd name="T8" fmla="*/ 453 w 453"/>
                <a:gd name="T9" fmla="*/ 796 h 1251"/>
                <a:gd name="T10" fmla="*/ 227 w 453"/>
                <a:gd name="T11" fmla="*/ 796 h 1251"/>
                <a:gd name="T12" fmla="*/ 227 w 453"/>
                <a:gd name="T13" fmla="*/ 569 h 1251"/>
                <a:gd name="T14" fmla="*/ 0 w 453"/>
                <a:gd name="T15" fmla="*/ 569 h 1251"/>
                <a:gd name="T16" fmla="*/ 0 w 453"/>
                <a:gd name="T17" fmla="*/ 341 h 1251"/>
                <a:gd name="T18" fmla="*/ 227 w 453"/>
                <a:gd name="T19" fmla="*/ 341 h 1251"/>
                <a:gd name="T20" fmla="*/ 227 w 453"/>
                <a:gd name="T21" fmla="*/ 114 h 1251"/>
                <a:gd name="T22" fmla="*/ 227 w 453"/>
                <a:gd name="T23" fmla="*/ 0 h 1251"/>
                <a:gd name="T24" fmla="*/ 453 w 453"/>
                <a:gd name="T25" fmla="*/ 0 h 1251"/>
                <a:gd name="T26" fmla="*/ 453 w 453"/>
                <a:gd name="T27" fmla="*/ 228 h 1251"/>
                <a:gd name="T28" fmla="*/ 227 w 453"/>
                <a:gd name="T29" fmla="*/ 228 h 1251"/>
                <a:gd name="T30" fmla="*/ 0 w 453"/>
                <a:gd name="T31" fmla="*/ 228 h 1251"/>
                <a:gd name="T32" fmla="*/ 0 w 453"/>
                <a:gd name="T3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3" h="1251">
                  <a:moveTo>
                    <a:pt x="0" y="1251"/>
                  </a:moveTo>
                  <a:lnTo>
                    <a:pt x="227" y="1251"/>
                  </a:lnTo>
                  <a:lnTo>
                    <a:pt x="227" y="1023"/>
                  </a:lnTo>
                  <a:lnTo>
                    <a:pt x="453" y="1023"/>
                  </a:lnTo>
                  <a:lnTo>
                    <a:pt x="453" y="796"/>
                  </a:lnTo>
                  <a:lnTo>
                    <a:pt x="227" y="796"/>
                  </a:lnTo>
                  <a:lnTo>
                    <a:pt x="227" y="569"/>
                  </a:lnTo>
                  <a:lnTo>
                    <a:pt x="0" y="569"/>
                  </a:lnTo>
                  <a:lnTo>
                    <a:pt x="0" y="341"/>
                  </a:lnTo>
                  <a:lnTo>
                    <a:pt x="227" y="341"/>
                  </a:lnTo>
                  <a:lnTo>
                    <a:pt x="227" y="114"/>
                  </a:lnTo>
                  <a:lnTo>
                    <a:pt x="227" y="0"/>
                  </a:lnTo>
                  <a:lnTo>
                    <a:pt x="453" y="0"/>
                  </a:lnTo>
                  <a:lnTo>
                    <a:pt x="453" y="228"/>
                  </a:lnTo>
                  <a:lnTo>
                    <a:pt x="227" y="228"/>
                  </a:lnTo>
                  <a:lnTo>
                    <a:pt x="0" y="228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66FF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Oval 57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58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Oval 581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582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Oval 583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584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Oval 585"/>
            <p:cNvSpPr>
              <a:spLocks noChangeArrowheads="1"/>
            </p:cNvSpPr>
            <p:nvPr/>
          </p:nvSpPr>
          <p:spPr bwMode="auto">
            <a:xfrm>
              <a:off x="3400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586"/>
            <p:cNvSpPr>
              <a:spLocks noEditPoints="1"/>
            </p:cNvSpPr>
            <p:nvPr/>
          </p:nvSpPr>
          <p:spPr bwMode="auto">
            <a:xfrm>
              <a:off x="3391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Oval 587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588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Oval 589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590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Oval 591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592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Oval 593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594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Oval 595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596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597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598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Oval 599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600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Oval 601"/>
            <p:cNvSpPr>
              <a:spLocks noChangeArrowheads="1"/>
            </p:cNvSpPr>
            <p:nvPr/>
          </p:nvSpPr>
          <p:spPr bwMode="auto">
            <a:xfrm>
              <a:off x="3173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602"/>
            <p:cNvSpPr>
              <a:spLocks noEditPoints="1"/>
            </p:cNvSpPr>
            <p:nvPr/>
          </p:nvSpPr>
          <p:spPr bwMode="auto">
            <a:xfrm>
              <a:off x="316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Oval 603"/>
            <p:cNvSpPr>
              <a:spLocks noChangeArrowheads="1"/>
            </p:cNvSpPr>
            <p:nvPr/>
          </p:nvSpPr>
          <p:spPr bwMode="auto">
            <a:xfrm>
              <a:off x="3400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604"/>
            <p:cNvSpPr>
              <a:spLocks noEditPoints="1"/>
            </p:cNvSpPr>
            <p:nvPr/>
          </p:nvSpPr>
          <p:spPr bwMode="auto">
            <a:xfrm>
              <a:off x="3391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Oval 605"/>
            <p:cNvSpPr>
              <a:spLocks noChangeArrowheads="1"/>
            </p:cNvSpPr>
            <p:nvPr/>
          </p:nvSpPr>
          <p:spPr bwMode="auto">
            <a:xfrm>
              <a:off x="3400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606"/>
            <p:cNvSpPr>
              <a:spLocks noEditPoints="1"/>
            </p:cNvSpPr>
            <p:nvPr/>
          </p:nvSpPr>
          <p:spPr bwMode="auto">
            <a:xfrm>
              <a:off x="339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808"/>
          <p:cNvGrpSpPr>
            <a:grpSpLocks/>
          </p:cNvGrpSpPr>
          <p:nvPr/>
        </p:nvGrpSpPr>
        <p:grpSpPr bwMode="auto">
          <a:xfrm>
            <a:off x="3762375" y="1374776"/>
            <a:ext cx="2247900" cy="3416300"/>
            <a:chOff x="2370" y="866"/>
            <a:chExt cx="1416" cy="2152"/>
          </a:xfrm>
        </p:grpSpPr>
        <p:sp>
          <p:nvSpPr>
            <p:cNvPr id="146" name="Oval 608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609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Oval 610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611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Oval 612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613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Oval 61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61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616"/>
            <p:cNvSpPr>
              <a:spLocks/>
            </p:cNvSpPr>
            <p:nvPr/>
          </p:nvSpPr>
          <p:spPr bwMode="auto">
            <a:xfrm>
              <a:off x="2397" y="944"/>
              <a:ext cx="1362" cy="2047"/>
            </a:xfrm>
            <a:custGeom>
              <a:avLst/>
              <a:gdLst>
                <a:gd name="T0" fmla="*/ 568 w 1362"/>
                <a:gd name="T1" fmla="*/ 1251 h 2047"/>
                <a:gd name="T2" fmla="*/ 568 w 1362"/>
                <a:gd name="T3" fmla="*/ 1023 h 2047"/>
                <a:gd name="T4" fmla="*/ 454 w 1362"/>
                <a:gd name="T5" fmla="*/ 1365 h 2047"/>
                <a:gd name="T6" fmla="*/ 681 w 1362"/>
                <a:gd name="T7" fmla="*/ 1478 h 2047"/>
                <a:gd name="T8" fmla="*/ 908 w 1362"/>
                <a:gd name="T9" fmla="*/ 1251 h 2047"/>
                <a:gd name="T10" fmla="*/ 1135 w 1362"/>
                <a:gd name="T11" fmla="*/ 1478 h 2047"/>
                <a:gd name="T12" fmla="*/ 795 w 1362"/>
                <a:gd name="T13" fmla="*/ 1706 h 2047"/>
                <a:gd name="T14" fmla="*/ 681 w 1362"/>
                <a:gd name="T15" fmla="*/ 1478 h 2047"/>
                <a:gd name="T16" fmla="*/ 454 w 1362"/>
                <a:gd name="T17" fmla="*/ 1706 h 2047"/>
                <a:gd name="T18" fmla="*/ 795 w 1362"/>
                <a:gd name="T19" fmla="*/ 1933 h 2047"/>
                <a:gd name="T20" fmla="*/ 908 w 1362"/>
                <a:gd name="T21" fmla="*/ 2047 h 2047"/>
                <a:gd name="T22" fmla="*/ 1135 w 1362"/>
                <a:gd name="T23" fmla="*/ 1819 h 2047"/>
                <a:gd name="T24" fmla="*/ 1362 w 1362"/>
                <a:gd name="T25" fmla="*/ 2047 h 2047"/>
                <a:gd name="T26" fmla="*/ 1248 w 1362"/>
                <a:gd name="T27" fmla="*/ 1706 h 2047"/>
                <a:gd name="T28" fmla="*/ 1362 w 1362"/>
                <a:gd name="T29" fmla="*/ 1706 h 2047"/>
                <a:gd name="T30" fmla="*/ 1135 w 1362"/>
                <a:gd name="T31" fmla="*/ 1706 h 2047"/>
                <a:gd name="T32" fmla="*/ 1135 w 1362"/>
                <a:gd name="T33" fmla="*/ 2047 h 2047"/>
                <a:gd name="T34" fmla="*/ 795 w 1362"/>
                <a:gd name="T35" fmla="*/ 1819 h 2047"/>
                <a:gd name="T36" fmla="*/ 568 w 1362"/>
                <a:gd name="T37" fmla="*/ 1706 h 2047"/>
                <a:gd name="T38" fmla="*/ 454 w 1362"/>
                <a:gd name="T39" fmla="*/ 2047 h 2047"/>
                <a:gd name="T40" fmla="*/ 227 w 1362"/>
                <a:gd name="T41" fmla="*/ 1819 h 2047"/>
                <a:gd name="T42" fmla="*/ 568 w 1362"/>
                <a:gd name="T43" fmla="*/ 1592 h 2047"/>
                <a:gd name="T44" fmla="*/ 227 w 1362"/>
                <a:gd name="T45" fmla="*/ 1251 h 2047"/>
                <a:gd name="T46" fmla="*/ 0 w 1362"/>
                <a:gd name="T47" fmla="*/ 1023 h 2047"/>
                <a:gd name="T48" fmla="*/ 341 w 1362"/>
                <a:gd name="T49" fmla="*/ 796 h 2047"/>
                <a:gd name="T50" fmla="*/ 568 w 1362"/>
                <a:gd name="T51" fmla="*/ 569 h 2047"/>
                <a:gd name="T52" fmla="*/ 681 w 1362"/>
                <a:gd name="T53" fmla="*/ 341 h 2047"/>
                <a:gd name="T54" fmla="*/ 795 w 1362"/>
                <a:gd name="T55" fmla="*/ 0 h 2047"/>
                <a:gd name="T56" fmla="*/ 681 w 1362"/>
                <a:gd name="T57" fmla="*/ 0 h 2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62" h="2047">
                  <a:moveTo>
                    <a:pt x="568" y="1251"/>
                  </a:moveTo>
                  <a:lnTo>
                    <a:pt x="568" y="1023"/>
                  </a:lnTo>
                  <a:lnTo>
                    <a:pt x="454" y="1365"/>
                  </a:lnTo>
                  <a:lnTo>
                    <a:pt x="681" y="1478"/>
                  </a:lnTo>
                  <a:lnTo>
                    <a:pt x="908" y="1251"/>
                  </a:lnTo>
                  <a:lnTo>
                    <a:pt x="1135" y="1478"/>
                  </a:lnTo>
                  <a:lnTo>
                    <a:pt x="795" y="1706"/>
                  </a:lnTo>
                  <a:lnTo>
                    <a:pt x="681" y="1478"/>
                  </a:lnTo>
                  <a:lnTo>
                    <a:pt x="454" y="1706"/>
                  </a:lnTo>
                  <a:lnTo>
                    <a:pt x="795" y="1933"/>
                  </a:lnTo>
                  <a:lnTo>
                    <a:pt x="908" y="2047"/>
                  </a:lnTo>
                  <a:lnTo>
                    <a:pt x="1135" y="1819"/>
                  </a:lnTo>
                  <a:lnTo>
                    <a:pt x="1362" y="2047"/>
                  </a:lnTo>
                  <a:lnTo>
                    <a:pt x="1248" y="1706"/>
                  </a:lnTo>
                  <a:lnTo>
                    <a:pt x="1362" y="1706"/>
                  </a:lnTo>
                  <a:lnTo>
                    <a:pt x="1135" y="1706"/>
                  </a:lnTo>
                  <a:lnTo>
                    <a:pt x="1135" y="2047"/>
                  </a:lnTo>
                  <a:lnTo>
                    <a:pt x="795" y="1819"/>
                  </a:lnTo>
                  <a:lnTo>
                    <a:pt x="568" y="1706"/>
                  </a:lnTo>
                  <a:lnTo>
                    <a:pt x="454" y="2047"/>
                  </a:lnTo>
                  <a:lnTo>
                    <a:pt x="227" y="1819"/>
                  </a:lnTo>
                  <a:lnTo>
                    <a:pt x="568" y="1592"/>
                  </a:lnTo>
                  <a:lnTo>
                    <a:pt x="227" y="1251"/>
                  </a:lnTo>
                  <a:lnTo>
                    <a:pt x="0" y="1023"/>
                  </a:lnTo>
                  <a:lnTo>
                    <a:pt x="341" y="796"/>
                  </a:lnTo>
                  <a:lnTo>
                    <a:pt x="568" y="569"/>
                  </a:lnTo>
                  <a:lnTo>
                    <a:pt x="681" y="341"/>
                  </a:lnTo>
                  <a:lnTo>
                    <a:pt x="795" y="0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99FF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Oval 61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61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Oval 619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620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Oval 621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22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Oval 623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624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Oval 625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626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Oval 627"/>
            <p:cNvSpPr>
              <a:spLocks noChangeArrowheads="1"/>
            </p:cNvSpPr>
            <p:nvPr/>
          </p:nvSpPr>
          <p:spPr bwMode="auto">
            <a:xfrm>
              <a:off x="3513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628"/>
            <p:cNvSpPr>
              <a:spLocks noEditPoints="1"/>
            </p:cNvSpPr>
            <p:nvPr/>
          </p:nvSpPr>
          <p:spPr bwMode="auto">
            <a:xfrm>
              <a:off x="350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Oval 629"/>
            <p:cNvSpPr>
              <a:spLocks noChangeArrowheads="1"/>
            </p:cNvSpPr>
            <p:nvPr/>
          </p:nvSpPr>
          <p:spPr bwMode="auto">
            <a:xfrm>
              <a:off x="3173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630"/>
            <p:cNvSpPr>
              <a:spLocks noEditPoints="1"/>
            </p:cNvSpPr>
            <p:nvPr/>
          </p:nvSpPr>
          <p:spPr bwMode="auto">
            <a:xfrm>
              <a:off x="316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Oval 631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632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Oval 633"/>
            <p:cNvSpPr>
              <a:spLocks noChangeArrowheads="1"/>
            </p:cNvSpPr>
            <p:nvPr/>
          </p:nvSpPr>
          <p:spPr bwMode="auto">
            <a:xfrm>
              <a:off x="2833" y="2631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634"/>
            <p:cNvSpPr>
              <a:spLocks noEditPoints="1"/>
            </p:cNvSpPr>
            <p:nvPr/>
          </p:nvSpPr>
          <p:spPr bwMode="auto">
            <a:xfrm>
              <a:off x="2823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Oval 635"/>
            <p:cNvSpPr>
              <a:spLocks noChangeArrowheads="1"/>
            </p:cNvSpPr>
            <p:nvPr/>
          </p:nvSpPr>
          <p:spPr bwMode="auto">
            <a:xfrm>
              <a:off x="3173" y="2859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636"/>
            <p:cNvSpPr>
              <a:spLocks noEditPoints="1"/>
            </p:cNvSpPr>
            <p:nvPr/>
          </p:nvSpPr>
          <p:spPr bwMode="auto">
            <a:xfrm>
              <a:off x="3164" y="2849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Oval 637"/>
            <p:cNvSpPr>
              <a:spLocks noChangeArrowheads="1"/>
            </p:cNvSpPr>
            <p:nvPr/>
          </p:nvSpPr>
          <p:spPr bwMode="auto">
            <a:xfrm>
              <a:off x="3286" y="2972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638"/>
            <p:cNvSpPr>
              <a:spLocks noEditPoints="1"/>
            </p:cNvSpPr>
            <p:nvPr/>
          </p:nvSpPr>
          <p:spPr bwMode="auto">
            <a:xfrm>
              <a:off x="3277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Oval 639"/>
            <p:cNvSpPr>
              <a:spLocks noChangeArrowheads="1"/>
            </p:cNvSpPr>
            <p:nvPr/>
          </p:nvSpPr>
          <p:spPr bwMode="auto">
            <a:xfrm>
              <a:off x="3513" y="274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640"/>
            <p:cNvSpPr>
              <a:spLocks noEditPoints="1"/>
            </p:cNvSpPr>
            <p:nvPr/>
          </p:nvSpPr>
          <p:spPr bwMode="auto">
            <a:xfrm>
              <a:off x="350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641"/>
            <p:cNvSpPr>
              <a:spLocks noChangeArrowheads="1"/>
            </p:cNvSpPr>
            <p:nvPr/>
          </p:nvSpPr>
          <p:spPr bwMode="auto">
            <a:xfrm>
              <a:off x="3740" y="2972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642"/>
            <p:cNvSpPr>
              <a:spLocks noEditPoints="1"/>
            </p:cNvSpPr>
            <p:nvPr/>
          </p:nvSpPr>
          <p:spPr bwMode="auto">
            <a:xfrm>
              <a:off x="373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Oval 643"/>
            <p:cNvSpPr>
              <a:spLocks noChangeArrowheads="1"/>
            </p:cNvSpPr>
            <p:nvPr/>
          </p:nvSpPr>
          <p:spPr bwMode="auto">
            <a:xfrm>
              <a:off x="3627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644"/>
            <p:cNvSpPr>
              <a:spLocks noEditPoints="1"/>
            </p:cNvSpPr>
            <p:nvPr/>
          </p:nvSpPr>
          <p:spPr bwMode="auto">
            <a:xfrm>
              <a:off x="3617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Oval 645"/>
            <p:cNvSpPr>
              <a:spLocks noChangeArrowheads="1"/>
            </p:cNvSpPr>
            <p:nvPr/>
          </p:nvSpPr>
          <p:spPr bwMode="auto">
            <a:xfrm>
              <a:off x="3740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646"/>
            <p:cNvSpPr>
              <a:spLocks noEditPoints="1"/>
            </p:cNvSpPr>
            <p:nvPr/>
          </p:nvSpPr>
          <p:spPr bwMode="auto">
            <a:xfrm>
              <a:off x="373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Oval 647"/>
            <p:cNvSpPr>
              <a:spLocks noChangeArrowheads="1"/>
            </p:cNvSpPr>
            <p:nvPr/>
          </p:nvSpPr>
          <p:spPr bwMode="auto">
            <a:xfrm>
              <a:off x="3513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648"/>
            <p:cNvSpPr>
              <a:spLocks noEditPoints="1"/>
            </p:cNvSpPr>
            <p:nvPr/>
          </p:nvSpPr>
          <p:spPr bwMode="auto">
            <a:xfrm>
              <a:off x="3504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Oval 649"/>
            <p:cNvSpPr>
              <a:spLocks noChangeArrowheads="1"/>
            </p:cNvSpPr>
            <p:nvPr/>
          </p:nvSpPr>
          <p:spPr bwMode="auto">
            <a:xfrm>
              <a:off x="3513" y="2972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650"/>
            <p:cNvSpPr>
              <a:spLocks noEditPoints="1"/>
            </p:cNvSpPr>
            <p:nvPr/>
          </p:nvSpPr>
          <p:spPr bwMode="auto">
            <a:xfrm>
              <a:off x="3504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Oval 651"/>
            <p:cNvSpPr>
              <a:spLocks noChangeArrowheads="1"/>
            </p:cNvSpPr>
            <p:nvPr/>
          </p:nvSpPr>
          <p:spPr bwMode="auto">
            <a:xfrm>
              <a:off x="3173" y="274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652"/>
            <p:cNvSpPr>
              <a:spLocks noEditPoints="1"/>
            </p:cNvSpPr>
            <p:nvPr/>
          </p:nvSpPr>
          <p:spPr bwMode="auto">
            <a:xfrm>
              <a:off x="3164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653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654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Oval 655"/>
            <p:cNvSpPr>
              <a:spLocks noChangeArrowheads="1"/>
            </p:cNvSpPr>
            <p:nvPr/>
          </p:nvSpPr>
          <p:spPr bwMode="auto">
            <a:xfrm>
              <a:off x="2833" y="2972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656"/>
            <p:cNvSpPr>
              <a:spLocks noEditPoints="1"/>
            </p:cNvSpPr>
            <p:nvPr/>
          </p:nvSpPr>
          <p:spPr bwMode="auto">
            <a:xfrm>
              <a:off x="2823" y="2963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Oval 657"/>
            <p:cNvSpPr>
              <a:spLocks noChangeArrowheads="1"/>
            </p:cNvSpPr>
            <p:nvPr/>
          </p:nvSpPr>
          <p:spPr bwMode="auto">
            <a:xfrm>
              <a:off x="2606" y="274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658"/>
            <p:cNvSpPr>
              <a:spLocks noEditPoints="1"/>
            </p:cNvSpPr>
            <p:nvPr/>
          </p:nvSpPr>
          <p:spPr bwMode="auto">
            <a:xfrm>
              <a:off x="259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Oval 659"/>
            <p:cNvSpPr>
              <a:spLocks noChangeArrowheads="1"/>
            </p:cNvSpPr>
            <p:nvPr/>
          </p:nvSpPr>
          <p:spPr bwMode="auto">
            <a:xfrm>
              <a:off x="2946" y="2518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660"/>
            <p:cNvSpPr>
              <a:spLocks noEditPoints="1"/>
            </p:cNvSpPr>
            <p:nvPr/>
          </p:nvSpPr>
          <p:spPr bwMode="auto">
            <a:xfrm>
              <a:off x="293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Oval 661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662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Oval 663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664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Oval 665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666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Oval 667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668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Oval 669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670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Oval 671"/>
            <p:cNvSpPr>
              <a:spLocks noChangeArrowheads="1"/>
            </p:cNvSpPr>
            <p:nvPr/>
          </p:nvSpPr>
          <p:spPr bwMode="auto">
            <a:xfrm>
              <a:off x="3173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672"/>
            <p:cNvSpPr>
              <a:spLocks noEditPoints="1"/>
            </p:cNvSpPr>
            <p:nvPr/>
          </p:nvSpPr>
          <p:spPr bwMode="auto">
            <a:xfrm>
              <a:off x="316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Oval 673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674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Oval 675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676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677"/>
            <p:cNvSpPr>
              <a:spLocks/>
            </p:cNvSpPr>
            <p:nvPr/>
          </p:nvSpPr>
          <p:spPr bwMode="auto">
            <a:xfrm>
              <a:off x="2965" y="944"/>
              <a:ext cx="567" cy="1478"/>
            </a:xfrm>
            <a:custGeom>
              <a:avLst/>
              <a:gdLst>
                <a:gd name="T0" fmla="*/ 0 w 567"/>
                <a:gd name="T1" fmla="*/ 1251 h 1478"/>
                <a:gd name="T2" fmla="*/ 113 w 567"/>
                <a:gd name="T3" fmla="*/ 1478 h 1478"/>
                <a:gd name="T4" fmla="*/ 340 w 567"/>
                <a:gd name="T5" fmla="*/ 1251 h 1478"/>
                <a:gd name="T6" fmla="*/ 567 w 567"/>
                <a:gd name="T7" fmla="*/ 1023 h 1478"/>
                <a:gd name="T8" fmla="*/ 340 w 567"/>
                <a:gd name="T9" fmla="*/ 910 h 1478"/>
                <a:gd name="T10" fmla="*/ 227 w 567"/>
                <a:gd name="T11" fmla="*/ 796 h 1478"/>
                <a:gd name="T12" fmla="*/ 0 w 567"/>
                <a:gd name="T13" fmla="*/ 682 h 1478"/>
                <a:gd name="T14" fmla="*/ 227 w 567"/>
                <a:gd name="T15" fmla="*/ 455 h 1478"/>
                <a:gd name="T16" fmla="*/ 0 w 567"/>
                <a:gd name="T17" fmla="*/ 341 h 1478"/>
                <a:gd name="T18" fmla="*/ 227 w 567"/>
                <a:gd name="T19" fmla="*/ 228 h 1478"/>
                <a:gd name="T20" fmla="*/ 0 w 567"/>
                <a:gd name="T21" fmla="*/ 114 h 1478"/>
                <a:gd name="T22" fmla="*/ 113 w 567"/>
                <a:gd name="T23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7" h="1478">
                  <a:moveTo>
                    <a:pt x="0" y="1251"/>
                  </a:moveTo>
                  <a:lnTo>
                    <a:pt x="113" y="1478"/>
                  </a:lnTo>
                  <a:lnTo>
                    <a:pt x="340" y="1251"/>
                  </a:lnTo>
                  <a:lnTo>
                    <a:pt x="567" y="1023"/>
                  </a:lnTo>
                  <a:lnTo>
                    <a:pt x="340" y="910"/>
                  </a:lnTo>
                  <a:lnTo>
                    <a:pt x="227" y="796"/>
                  </a:lnTo>
                  <a:lnTo>
                    <a:pt x="0" y="682"/>
                  </a:lnTo>
                  <a:lnTo>
                    <a:pt x="227" y="455"/>
                  </a:lnTo>
                  <a:lnTo>
                    <a:pt x="0" y="341"/>
                  </a:lnTo>
                  <a:lnTo>
                    <a:pt x="227" y="228"/>
                  </a:lnTo>
                  <a:lnTo>
                    <a:pt x="0" y="114"/>
                  </a:lnTo>
                  <a:lnTo>
                    <a:pt x="113" y="0"/>
                  </a:lnTo>
                </a:path>
              </a:pathLst>
            </a:custGeom>
            <a:noFill/>
            <a:ln w="28575" cap="flat">
              <a:solidFill>
                <a:srgbClr val="CCFF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Oval 67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67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Oval 680"/>
            <p:cNvSpPr>
              <a:spLocks noChangeArrowheads="1"/>
            </p:cNvSpPr>
            <p:nvPr/>
          </p:nvSpPr>
          <p:spPr bwMode="auto">
            <a:xfrm>
              <a:off x="3059" y="2404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681"/>
            <p:cNvSpPr>
              <a:spLocks noEditPoints="1"/>
            </p:cNvSpPr>
            <p:nvPr/>
          </p:nvSpPr>
          <p:spPr bwMode="auto">
            <a:xfrm>
              <a:off x="3050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Oval 682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683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Oval 684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685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686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687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Oval 688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689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Oval 690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691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692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693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Oval 694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695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Oval 696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697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Oval 698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699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Oval 700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701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Oval 70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70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704"/>
            <p:cNvSpPr>
              <a:spLocks/>
            </p:cNvSpPr>
            <p:nvPr/>
          </p:nvSpPr>
          <p:spPr bwMode="auto">
            <a:xfrm>
              <a:off x="2851" y="944"/>
              <a:ext cx="794" cy="2047"/>
            </a:xfrm>
            <a:custGeom>
              <a:avLst/>
              <a:gdLst>
                <a:gd name="T0" fmla="*/ 114 w 794"/>
                <a:gd name="T1" fmla="*/ 1251 h 2047"/>
                <a:gd name="T2" fmla="*/ 341 w 794"/>
                <a:gd name="T3" fmla="*/ 1478 h 2047"/>
                <a:gd name="T4" fmla="*/ 454 w 794"/>
                <a:gd name="T5" fmla="*/ 1592 h 2047"/>
                <a:gd name="T6" fmla="*/ 567 w 794"/>
                <a:gd name="T7" fmla="*/ 1706 h 2047"/>
                <a:gd name="T8" fmla="*/ 794 w 794"/>
                <a:gd name="T9" fmla="*/ 1819 h 2047"/>
                <a:gd name="T10" fmla="*/ 567 w 794"/>
                <a:gd name="T11" fmla="*/ 2047 h 2047"/>
                <a:gd name="T12" fmla="*/ 454 w 794"/>
                <a:gd name="T13" fmla="*/ 1819 h 2047"/>
                <a:gd name="T14" fmla="*/ 567 w 794"/>
                <a:gd name="T15" fmla="*/ 1706 h 2047"/>
                <a:gd name="T16" fmla="*/ 794 w 794"/>
                <a:gd name="T17" fmla="*/ 1478 h 2047"/>
                <a:gd name="T18" fmla="*/ 567 w 794"/>
                <a:gd name="T19" fmla="*/ 1365 h 2047"/>
                <a:gd name="T20" fmla="*/ 454 w 794"/>
                <a:gd name="T21" fmla="*/ 1478 h 2047"/>
                <a:gd name="T22" fmla="*/ 227 w 794"/>
                <a:gd name="T23" fmla="*/ 1706 h 2047"/>
                <a:gd name="T24" fmla="*/ 0 w 794"/>
                <a:gd name="T25" fmla="*/ 1478 h 2047"/>
                <a:gd name="T26" fmla="*/ 227 w 794"/>
                <a:gd name="T27" fmla="*/ 1365 h 2047"/>
                <a:gd name="T28" fmla="*/ 0 w 794"/>
                <a:gd name="T29" fmla="*/ 1137 h 2047"/>
                <a:gd name="T30" fmla="*/ 227 w 794"/>
                <a:gd name="T31" fmla="*/ 1023 h 2047"/>
                <a:gd name="T32" fmla="*/ 454 w 794"/>
                <a:gd name="T33" fmla="*/ 796 h 2047"/>
                <a:gd name="T34" fmla="*/ 227 w 794"/>
                <a:gd name="T35" fmla="*/ 682 h 2047"/>
                <a:gd name="T36" fmla="*/ 0 w 794"/>
                <a:gd name="T37" fmla="*/ 455 h 2047"/>
                <a:gd name="T38" fmla="*/ 227 w 794"/>
                <a:gd name="T39" fmla="*/ 341 h 2047"/>
                <a:gd name="T40" fmla="*/ 454 w 794"/>
                <a:gd name="T41" fmla="*/ 114 h 2047"/>
                <a:gd name="T42" fmla="*/ 227 w 794"/>
                <a:gd name="T43" fmla="*/ 0 h 2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94" h="2047">
                  <a:moveTo>
                    <a:pt x="114" y="1251"/>
                  </a:moveTo>
                  <a:lnTo>
                    <a:pt x="341" y="1478"/>
                  </a:lnTo>
                  <a:lnTo>
                    <a:pt x="454" y="1592"/>
                  </a:lnTo>
                  <a:lnTo>
                    <a:pt x="567" y="1706"/>
                  </a:lnTo>
                  <a:lnTo>
                    <a:pt x="794" y="1819"/>
                  </a:lnTo>
                  <a:lnTo>
                    <a:pt x="567" y="2047"/>
                  </a:lnTo>
                  <a:lnTo>
                    <a:pt x="454" y="1819"/>
                  </a:lnTo>
                  <a:lnTo>
                    <a:pt x="567" y="1706"/>
                  </a:lnTo>
                  <a:lnTo>
                    <a:pt x="794" y="1478"/>
                  </a:lnTo>
                  <a:lnTo>
                    <a:pt x="567" y="1365"/>
                  </a:lnTo>
                  <a:lnTo>
                    <a:pt x="454" y="1478"/>
                  </a:lnTo>
                  <a:lnTo>
                    <a:pt x="227" y="1706"/>
                  </a:lnTo>
                  <a:lnTo>
                    <a:pt x="0" y="1478"/>
                  </a:lnTo>
                  <a:lnTo>
                    <a:pt x="227" y="1365"/>
                  </a:lnTo>
                  <a:lnTo>
                    <a:pt x="0" y="1137"/>
                  </a:lnTo>
                  <a:lnTo>
                    <a:pt x="227" y="1023"/>
                  </a:lnTo>
                  <a:lnTo>
                    <a:pt x="454" y="796"/>
                  </a:lnTo>
                  <a:lnTo>
                    <a:pt x="227" y="682"/>
                  </a:lnTo>
                  <a:lnTo>
                    <a:pt x="0" y="455"/>
                  </a:lnTo>
                  <a:lnTo>
                    <a:pt x="227" y="341"/>
                  </a:lnTo>
                  <a:lnTo>
                    <a:pt x="454" y="114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Oval 70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70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707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708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Oval 709"/>
            <p:cNvSpPr>
              <a:spLocks noChangeArrowheads="1"/>
            </p:cNvSpPr>
            <p:nvPr/>
          </p:nvSpPr>
          <p:spPr bwMode="auto">
            <a:xfrm>
              <a:off x="3286" y="2518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710"/>
            <p:cNvSpPr>
              <a:spLocks noEditPoints="1"/>
            </p:cNvSpPr>
            <p:nvPr/>
          </p:nvSpPr>
          <p:spPr bwMode="auto">
            <a:xfrm>
              <a:off x="3277" y="250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Oval 711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712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Oval 713"/>
            <p:cNvSpPr>
              <a:spLocks noChangeArrowheads="1"/>
            </p:cNvSpPr>
            <p:nvPr/>
          </p:nvSpPr>
          <p:spPr bwMode="auto">
            <a:xfrm>
              <a:off x="3627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714"/>
            <p:cNvSpPr>
              <a:spLocks noEditPoints="1"/>
            </p:cNvSpPr>
            <p:nvPr/>
          </p:nvSpPr>
          <p:spPr bwMode="auto">
            <a:xfrm>
              <a:off x="3617" y="2735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Oval 715"/>
            <p:cNvSpPr>
              <a:spLocks noChangeArrowheads="1"/>
            </p:cNvSpPr>
            <p:nvPr/>
          </p:nvSpPr>
          <p:spPr bwMode="auto">
            <a:xfrm>
              <a:off x="3400" y="2972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716"/>
            <p:cNvSpPr>
              <a:spLocks noEditPoints="1"/>
            </p:cNvSpPr>
            <p:nvPr/>
          </p:nvSpPr>
          <p:spPr bwMode="auto">
            <a:xfrm>
              <a:off x="3391" y="2963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Oval 717"/>
            <p:cNvSpPr>
              <a:spLocks noChangeArrowheads="1"/>
            </p:cNvSpPr>
            <p:nvPr/>
          </p:nvSpPr>
          <p:spPr bwMode="auto">
            <a:xfrm>
              <a:off x="3286" y="2745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718"/>
            <p:cNvSpPr>
              <a:spLocks noEditPoints="1"/>
            </p:cNvSpPr>
            <p:nvPr/>
          </p:nvSpPr>
          <p:spPr bwMode="auto">
            <a:xfrm>
              <a:off x="3277" y="2735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Oval 719"/>
            <p:cNvSpPr>
              <a:spLocks noChangeArrowheads="1"/>
            </p:cNvSpPr>
            <p:nvPr/>
          </p:nvSpPr>
          <p:spPr bwMode="auto">
            <a:xfrm>
              <a:off x="3400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720"/>
            <p:cNvSpPr>
              <a:spLocks noEditPoints="1"/>
            </p:cNvSpPr>
            <p:nvPr/>
          </p:nvSpPr>
          <p:spPr bwMode="auto">
            <a:xfrm>
              <a:off x="3391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Oval 721"/>
            <p:cNvSpPr>
              <a:spLocks noChangeArrowheads="1"/>
            </p:cNvSpPr>
            <p:nvPr/>
          </p:nvSpPr>
          <p:spPr bwMode="auto">
            <a:xfrm>
              <a:off x="3627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722"/>
            <p:cNvSpPr>
              <a:spLocks noEditPoints="1"/>
            </p:cNvSpPr>
            <p:nvPr/>
          </p:nvSpPr>
          <p:spPr bwMode="auto">
            <a:xfrm>
              <a:off x="3617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723"/>
            <p:cNvSpPr>
              <a:spLocks noChangeArrowheads="1"/>
            </p:cNvSpPr>
            <p:nvPr/>
          </p:nvSpPr>
          <p:spPr bwMode="auto">
            <a:xfrm>
              <a:off x="3400" y="2290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724"/>
            <p:cNvSpPr>
              <a:spLocks noEditPoints="1"/>
            </p:cNvSpPr>
            <p:nvPr/>
          </p:nvSpPr>
          <p:spPr bwMode="auto">
            <a:xfrm>
              <a:off x="3391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Oval 725"/>
            <p:cNvSpPr>
              <a:spLocks noChangeArrowheads="1"/>
            </p:cNvSpPr>
            <p:nvPr/>
          </p:nvSpPr>
          <p:spPr bwMode="auto">
            <a:xfrm>
              <a:off x="3286" y="2404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726"/>
            <p:cNvSpPr>
              <a:spLocks noEditPoints="1"/>
            </p:cNvSpPr>
            <p:nvPr/>
          </p:nvSpPr>
          <p:spPr bwMode="auto">
            <a:xfrm>
              <a:off x="327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Oval 727"/>
            <p:cNvSpPr>
              <a:spLocks noChangeArrowheads="1"/>
            </p:cNvSpPr>
            <p:nvPr/>
          </p:nvSpPr>
          <p:spPr bwMode="auto">
            <a:xfrm>
              <a:off x="3059" y="2631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728"/>
            <p:cNvSpPr>
              <a:spLocks noEditPoints="1"/>
            </p:cNvSpPr>
            <p:nvPr/>
          </p:nvSpPr>
          <p:spPr bwMode="auto">
            <a:xfrm>
              <a:off x="3050" y="2622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Oval 729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730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Oval 731"/>
            <p:cNvSpPr>
              <a:spLocks noChangeArrowheads="1"/>
            </p:cNvSpPr>
            <p:nvPr/>
          </p:nvSpPr>
          <p:spPr bwMode="auto">
            <a:xfrm>
              <a:off x="3059" y="2290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732"/>
            <p:cNvSpPr>
              <a:spLocks noEditPoints="1"/>
            </p:cNvSpPr>
            <p:nvPr/>
          </p:nvSpPr>
          <p:spPr bwMode="auto">
            <a:xfrm>
              <a:off x="3050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Oval 733"/>
            <p:cNvSpPr>
              <a:spLocks noChangeArrowheads="1"/>
            </p:cNvSpPr>
            <p:nvPr/>
          </p:nvSpPr>
          <p:spPr bwMode="auto">
            <a:xfrm>
              <a:off x="2833" y="2063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734"/>
            <p:cNvSpPr>
              <a:spLocks noEditPoints="1"/>
            </p:cNvSpPr>
            <p:nvPr/>
          </p:nvSpPr>
          <p:spPr bwMode="auto">
            <a:xfrm>
              <a:off x="2823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Oval 735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736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Oval 737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738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Oval 739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740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Oval 741"/>
            <p:cNvSpPr>
              <a:spLocks noChangeArrowheads="1"/>
            </p:cNvSpPr>
            <p:nvPr/>
          </p:nvSpPr>
          <p:spPr bwMode="auto">
            <a:xfrm>
              <a:off x="2833" y="1380"/>
              <a:ext cx="36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742"/>
            <p:cNvSpPr>
              <a:spLocks noEditPoints="1"/>
            </p:cNvSpPr>
            <p:nvPr/>
          </p:nvSpPr>
          <p:spPr bwMode="auto">
            <a:xfrm>
              <a:off x="2823" y="137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Oval 743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744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Oval 745"/>
            <p:cNvSpPr>
              <a:spLocks noChangeArrowheads="1"/>
            </p:cNvSpPr>
            <p:nvPr/>
          </p:nvSpPr>
          <p:spPr bwMode="auto">
            <a:xfrm>
              <a:off x="3286" y="103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746"/>
            <p:cNvSpPr>
              <a:spLocks noEditPoints="1"/>
            </p:cNvSpPr>
            <p:nvPr/>
          </p:nvSpPr>
          <p:spPr bwMode="auto">
            <a:xfrm>
              <a:off x="327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Oval 747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748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Oval 74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75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751"/>
            <p:cNvSpPr>
              <a:spLocks/>
            </p:cNvSpPr>
            <p:nvPr/>
          </p:nvSpPr>
          <p:spPr bwMode="auto">
            <a:xfrm>
              <a:off x="2738" y="944"/>
              <a:ext cx="454" cy="1251"/>
            </a:xfrm>
            <a:custGeom>
              <a:avLst/>
              <a:gdLst>
                <a:gd name="T0" fmla="*/ 227 w 454"/>
                <a:gd name="T1" fmla="*/ 1251 h 1251"/>
                <a:gd name="T2" fmla="*/ 0 w 454"/>
                <a:gd name="T3" fmla="*/ 1251 h 1251"/>
                <a:gd name="T4" fmla="*/ 0 w 454"/>
                <a:gd name="T5" fmla="*/ 1023 h 1251"/>
                <a:gd name="T6" fmla="*/ 227 w 454"/>
                <a:gd name="T7" fmla="*/ 1023 h 1251"/>
                <a:gd name="T8" fmla="*/ 227 w 454"/>
                <a:gd name="T9" fmla="*/ 796 h 1251"/>
                <a:gd name="T10" fmla="*/ 454 w 454"/>
                <a:gd name="T11" fmla="*/ 796 h 1251"/>
                <a:gd name="T12" fmla="*/ 454 w 454"/>
                <a:gd name="T13" fmla="*/ 569 h 1251"/>
                <a:gd name="T14" fmla="*/ 227 w 454"/>
                <a:gd name="T15" fmla="*/ 569 h 1251"/>
                <a:gd name="T16" fmla="*/ 227 w 454"/>
                <a:gd name="T17" fmla="*/ 341 h 1251"/>
                <a:gd name="T18" fmla="*/ 454 w 454"/>
                <a:gd name="T19" fmla="*/ 341 h 1251"/>
                <a:gd name="T20" fmla="*/ 454 w 454"/>
                <a:gd name="T21" fmla="*/ 114 h 1251"/>
                <a:gd name="T22" fmla="*/ 227 w 454"/>
                <a:gd name="T23" fmla="*/ 114 h 1251"/>
                <a:gd name="T24" fmla="*/ 227 w 454"/>
                <a:gd name="T25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4" h="1251">
                  <a:moveTo>
                    <a:pt x="227" y="1251"/>
                  </a:moveTo>
                  <a:lnTo>
                    <a:pt x="0" y="1251"/>
                  </a:lnTo>
                  <a:lnTo>
                    <a:pt x="0" y="1023"/>
                  </a:lnTo>
                  <a:lnTo>
                    <a:pt x="227" y="1023"/>
                  </a:lnTo>
                  <a:lnTo>
                    <a:pt x="227" y="796"/>
                  </a:lnTo>
                  <a:lnTo>
                    <a:pt x="454" y="796"/>
                  </a:lnTo>
                  <a:lnTo>
                    <a:pt x="454" y="569"/>
                  </a:lnTo>
                  <a:lnTo>
                    <a:pt x="227" y="569"/>
                  </a:lnTo>
                  <a:lnTo>
                    <a:pt x="227" y="341"/>
                  </a:lnTo>
                  <a:lnTo>
                    <a:pt x="454" y="341"/>
                  </a:lnTo>
                  <a:lnTo>
                    <a:pt x="454" y="114"/>
                  </a:lnTo>
                  <a:lnTo>
                    <a:pt x="227" y="114"/>
                  </a:lnTo>
                  <a:lnTo>
                    <a:pt x="227" y="0"/>
                  </a:lnTo>
                </a:path>
              </a:pathLst>
            </a:custGeom>
            <a:noFill/>
            <a:ln w="28575" cap="flat">
              <a:solidFill>
                <a:srgbClr val="FF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75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75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754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755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756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757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758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759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Oval 760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761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762"/>
            <p:cNvSpPr>
              <a:spLocks noChangeArrowheads="1"/>
            </p:cNvSpPr>
            <p:nvPr/>
          </p:nvSpPr>
          <p:spPr bwMode="auto">
            <a:xfrm>
              <a:off x="3173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763"/>
            <p:cNvSpPr>
              <a:spLocks noEditPoints="1"/>
            </p:cNvSpPr>
            <p:nvPr/>
          </p:nvSpPr>
          <p:spPr bwMode="auto">
            <a:xfrm>
              <a:off x="3164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Oval 764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765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Oval 766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767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Oval 768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769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Oval 770"/>
            <p:cNvSpPr>
              <a:spLocks noChangeArrowheads="1"/>
            </p:cNvSpPr>
            <p:nvPr/>
          </p:nvSpPr>
          <p:spPr bwMode="auto">
            <a:xfrm>
              <a:off x="3173" y="1267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771"/>
            <p:cNvSpPr>
              <a:spLocks noEditPoints="1"/>
            </p:cNvSpPr>
            <p:nvPr/>
          </p:nvSpPr>
          <p:spPr bwMode="auto">
            <a:xfrm>
              <a:off x="3164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Oval 772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773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Oval 774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775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Oval 776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777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Oval 77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77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780"/>
            <p:cNvSpPr>
              <a:spLocks/>
            </p:cNvSpPr>
            <p:nvPr/>
          </p:nvSpPr>
          <p:spPr bwMode="auto">
            <a:xfrm>
              <a:off x="2511" y="944"/>
              <a:ext cx="794" cy="1251"/>
            </a:xfrm>
            <a:custGeom>
              <a:avLst/>
              <a:gdLst>
                <a:gd name="T0" fmla="*/ 454 w 794"/>
                <a:gd name="T1" fmla="*/ 1251 h 1251"/>
                <a:gd name="T2" fmla="*/ 340 w 794"/>
                <a:gd name="T3" fmla="*/ 1023 h 1251"/>
                <a:gd name="T4" fmla="*/ 454 w 794"/>
                <a:gd name="T5" fmla="*/ 796 h 1251"/>
                <a:gd name="T6" fmla="*/ 454 w 794"/>
                <a:gd name="T7" fmla="*/ 569 h 1251"/>
                <a:gd name="T8" fmla="*/ 681 w 794"/>
                <a:gd name="T9" fmla="*/ 569 h 1251"/>
                <a:gd name="T10" fmla="*/ 794 w 794"/>
                <a:gd name="T11" fmla="*/ 341 h 1251"/>
                <a:gd name="T12" fmla="*/ 567 w 794"/>
                <a:gd name="T13" fmla="*/ 114 h 1251"/>
                <a:gd name="T14" fmla="*/ 454 w 794"/>
                <a:gd name="T15" fmla="*/ 341 h 1251"/>
                <a:gd name="T16" fmla="*/ 227 w 794"/>
                <a:gd name="T17" fmla="*/ 569 h 1251"/>
                <a:gd name="T18" fmla="*/ 454 w 794"/>
                <a:gd name="T19" fmla="*/ 569 h 1251"/>
                <a:gd name="T20" fmla="*/ 340 w 794"/>
                <a:gd name="T21" fmla="*/ 341 h 1251"/>
                <a:gd name="T22" fmla="*/ 113 w 794"/>
                <a:gd name="T23" fmla="*/ 455 h 1251"/>
                <a:gd name="T24" fmla="*/ 0 w 794"/>
                <a:gd name="T25" fmla="*/ 569 h 1251"/>
                <a:gd name="T26" fmla="*/ 0 w 794"/>
                <a:gd name="T27" fmla="*/ 341 h 1251"/>
                <a:gd name="T28" fmla="*/ 227 w 794"/>
                <a:gd name="T29" fmla="*/ 114 h 1251"/>
                <a:gd name="T30" fmla="*/ 0 w 794"/>
                <a:gd name="T31" fmla="*/ 0 h 1251"/>
                <a:gd name="T32" fmla="*/ 113 w 794"/>
                <a:gd name="T33" fmla="*/ 0 h 1251"/>
                <a:gd name="T34" fmla="*/ 113 w 794"/>
                <a:gd name="T35" fmla="*/ 228 h 1251"/>
                <a:gd name="T36" fmla="*/ 340 w 794"/>
                <a:gd name="T37" fmla="*/ 228 h 1251"/>
                <a:gd name="T38" fmla="*/ 567 w 794"/>
                <a:gd name="T39" fmla="*/ 228 h 1251"/>
                <a:gd name="T40" fmla="*/ 567 w 794"/>
                <a:gd name="T41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1251">
                  <a:moveTo>
                    <a:pt x="454" y="1251"/>
                  </a:moveTo>
                  <a:lnTo>
                    <a:pt x="340" y="1023"/>
                  </a:lnTo>
                  <a:lnTo>
                    <a:pt x="454" y="796"/>
                  </a:lnTo>
                  <a:lnTo>
                    <a:pt x="454" y="569"/>
                  </a:lnTo>
                  <a:lnTo>
                    <a:pt x="681" y="569"/>
                  </a:lnTo>
                  <a:lnTo>
                    <a:pt x="794" y="341"/>
                  </a:lnTo>
                  <a:lnTo>
                    <a:pt x="567" y="114"/>
                  </a:lnTo>
                  <a:lnTo>
                    <a:pt x="454" y="341"/>
                  </a:lnTo>
                  <a:lnTo>
                    <a:pt x="227" y="569"/>
                  </a:lnTo>
                  <a:lnTo>
                    <a:pt x="454" y="569"/>
                  </a:lnTo>
                  <a:lnTo>
                    <a:pt x="340" y="341"/>
                  </a:lnTo>
                  <a:lnTo>
                    <a:pt x="113" y="455"/>
                  </a:lnTo>
                  <a:lnTo>
                    <a:pt x="0" y="569"/>
                  </a:lnTo>
                  <a:lnTo>
                    <a:pt x="0" y="341"/>
                  </a:lnTo>
                  <a:lnTo>
                    <a:pt x="227" y="114"/>
                  </a:lnTo>
                  <a:lnTo>
                    <a:pt x="0" y="0"/>
                  </a:lnTo>
                  <a:lnTo>
                    <a:pt x="113" y="0"/>
                  </a:lnTo>
                  <a:lnTo>
                    <a:pt x="113" y="228"/>
                  </a:lnTo>
                  <a:lnTo>
                    <a:pt x="340" y="228"/>
                  </a:lnTo>
                  <a:lnTo>
                    <a:pt x="567" y="228"/>
                  </a:lnTo>
                  <a:lnTo>
                    <a:pt x="567" y="0"/>
                  </a:lnTo>
                </a:path>
              </a:pathLst>
            </a:custGeom>
            <a:noFill/>
            <a:ln w="28575" cap="flat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Oval 78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78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Oval 783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784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Oval 785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786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Oval 787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788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Oval 789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790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Oval 791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792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Oval 793"/>
            <p:cNvSpPr>
              <a:spLocks noChangeArrowheads="1"/>
            </p:cNvSpPr>
            <p:nvPr/>
          </p:nvSpPr>
          <p:spPr bwMode="auto">
            <a:xfrm>
              <a:off x="3059" y="103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794"/>
            <p:cNvSpPr>
              <a:spLocks noEditPoints="1"/>
            </p:cNvSpPr>
            <p:nvPr/>
          </p:nvSpPr>
          <p:spPr bwMode="auto">
            <a:xfrm>
              <a:off x="3050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795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796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Oval 797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798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Oval 799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800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Oval 801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802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Oval 803"/>
            <p:cNvSpPr>
              <a:spLocks noChangeArrowheads="1"/>
            </p:cNvSpPr>
            <p:nvPr/>
          </p:nvSpPr>
          <p:spPr bwMode="auto">
            <a:xfrm>
              <a:off x="2606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804"/>
            <p:cNvSpPr>
              <a:spLocks noEditPoints="1"/>
            </p:cNvSpPr>
            <p:nvPr/>
          </p:nvSpPr>
          <p:spPr bwMode="auto">
            <a:xfrm>
              <a:off x="259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Oval 805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806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Oval 807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Freeform 809"/>
          <p:cNvSpPr>
            <a:spLocks noEditPoints="1"/>
          </p:cNvSpPr>
          <p:nvPr/>
        </p:nvSpPr>
        <p:spPr bwMode="auto">
          <a:xfrm>
            <a:off x="3941762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Oval 810"/>
          <p:cNvSpPr>
            <a:spLocks noChangeArrowheads="1"/>
          </p:cNvSpPr>
          <p:nvPr/>
        </p:nvSpPr>
        <p:spPr bwMode="auto">
          <a:xfrm>
            <a:off x="4316412" y="1649413"/>
            <a:ext cx="58738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811"/>
          <p:cNvSpPr>
            <a:spLocks noEditPoints="1"/>
          </p:cNvSpPr>
          <p:nvPr/>
        </p:nvSpPr>
        <p:spPr bwMode="auto">
          <a:xfrm>
            <a:off x="4302125" y="16351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Oval 812"/>
          <p:cNvSpPr>
            <a:spLocks noChangeArrowheads="1"/>
          </p:cNvSpPr>
          <p:nvPr/>
        </p:nvSpPr>
        <p:spPr bwMode="auto">
          <a:xfrm>
            <a:off x="3956050" y="1470026"/>
            <a:ext cx="58738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813"/>
          <p:cNvSpPr>
            <a:spLocks noEditPoints="1"/>
          </p:cNvSpPr>
          <p:nvPr/>
        </p:nvSpPr>
        <p:spPr bwMode="auto">
          <a:xfrm>
            <a:off x="3941762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Oval 814"/>
          <p:cNvSpPr>
            <a:spLocks noChangeArrowheads="1"/>
          </p:cNvSpPr>
          <p:nvPr/>
        </p:nvSpPr>
        <p:spPr bwMode="auto">
          <a:xfrm>
            <a:off x="4137025" y="1470026"/>
            <a:ext cx="58738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815"/>
          <p:cNvSpPr>
            <a:spLocks noEditPoints="1"/>
          </p:cNvSpPr>
          <p:nvPr/>
        </p:nvSpPr>
        <p:spPr bwMode="auto">
          <a:xfrm>
            <a:off x="4122737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816"/>
          <p:cNvSpPr>
            <a:spLocks noChangeArrowheads="1"/>
          </p:cNvSpPr>
          <p:nvPr/>
        </p:nvSpPr>
        <p:spPr bwMode="auto">
          <a:xfrm>
            <a:off x="4137025" y="1830388"/>
            <a:ext cx="58738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817"/>
          <p:cNvSpPr>
            <a:spLocks noEditPoints="1"/>
          </p:cNvSpPr>
          <p:nvPr/>
        </p:nvSpPr>
        <p:spPr bwMode="auto">
          <a:xfrm>
            <a:off x="4122737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Oval 818"/>
          <p:cNvSpPr>
            <a:spLocks noChangeArrowheads="1"/>
          </p:cNvSpPr>
          <p:nvPr/>
        </p:nvSpPr>
        <p:spPr bwMode="auto">
          <a:xfrm>
            <a:off x="4497387" y="1830388"/>
            <a:ext cx="57150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819"/>
          <p:cNvSpPr>
            <a:spLocks noEditPoints="1"/>
          </p:cNvSpPr>
          <p:nvPr/>
        </p:nvSpPr>
        <p:spPr bwMode="auto">
          <a:xfrm>
            <a:off x="4481512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820"/>
          <p:cNvSpPr>
            <a:spLocks noChangeArrowheads="1"/>
          </p:cNvSpPr>
          <p:nvPr/>
        </p:nvSpPr>
        <p:spPr bwMode="auto">
          <a:xfrm>
            <a:off x="4856163" y="1830388"/>
            <a:ext cx="58738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821"/>
          <p:cNvSpPr>
            <a:spLocks noEditPoints="1"/>
          </p:cNvSpPr>
          <p:nvPr/>
        </p:nvSpPr>
        <p:spPr bwMode="auto">
          <a:xfrm>
            <a:off x="4841875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822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823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99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824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825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826"/>
          <p:cNvSpPr>
            <a:spLocks/>
          </p:cNvSpPr>
          <p:nvPr/>
        </p:nvSpPr>
        <p:spPr bwMode="auto">
          <a:xfrm>
            <a:off x="4346575" y="2401888"/>
            <a:ext cx="1709738" cy="1082675"/>
          </a:xfrm>
          <a:custGeom>
            <a:avLst/>
            <a:gdLst>
              <a:gd name="T0" fmla="*/ 227 w 1077"/>
              <a:gd name="T1" fmla="*/ 682 h 682"/>
              <a:gd name="T2" fmla="*/ 0 w 1077"/>
              <a:gd name="T3" fmla="*/ 682 h 682"/>
              <a:gd name="T4" fmla="*/ 227 w 1077"/>
              <a:gd name="T5" fmla="*/ 454 h 682"/>
              <a:gd name="T6" fmla="*/ 0 w 1077"/>
              <a:gd name="T7" fmla="*/ 454 h 682"/>
              <a:gd name="T8" fmla="*/ 0 w 1077"/>
              <a:gd name="T9" fmla="*/ 682 h 682"/>
              <a:gd name="T10" fmla="*/ 227 w 1077"/>
              <a:gd name="T11" fmla="*/ 454 h 682"/>
              <a:gd name="T12" fmla="*/ 227 w 1077"/>
              <a:gd name="T13" fmla="*/ 682 h 682"/>
              <a:gd name="T14" fmla="*/ 454 w 1077"/>
              <a:gd name="T15" fmla="*/ 454 h 682"/>
              <a:gd name="T16" fmla="*/ 454 w 1077"/>
              <a:gd name="T17" fmla="*/ 682 h 682"/>
              <a:gd name="T18" fmla="*/ 227 w 1077"/>
              <a:gd name="T19" fmla="*/ 454 h 682"/>
              <a:gd name="T20" fmla="*/ 227 w 1077"/>
              <a:gd name="T21" fmla="*/ 227 h 682"/>
              <a:gd name="T22" fmla="*/ 227 w 1077"/>
              <a:gd name="T23" fmla="*/ 0 h 682"/>
              <a:gd name="T24" fmla="*/ 454 w 1077"/>
              <a:gd name="T25" fmla="*/ 0 h 682"/>
              <a:gd name="T26" fmla="*/ 1077 w 1077"/>
              <a:gd name="T27" fmla="*/ 62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77" h="682">
                <a:moveTo>
                  <a:pt x="227" y="682"/>
                </a:moveTo>
                <a:lnTo>
                  <a:pt x="0" y="682"/>
                </a:lnTo>
                <a:lnTo>
                  <a:pt x="227" y="454"/>
                </a:lnTo>
                <a:lnTo>
                  <a:pt x="0" y="454"/>
                </a:lnTo>
                <a:lnTo>
                  <a:pt x="0" y="682"/>
                </a:lnTo>
                <a:lnTo>
                  <a:pt x="227" y="454"/>
                </a:lnTo>
                <a:lnTo>
                  <a:pt x="227" y="682"/>
                </a:lnTo>
                <a:lnTo>
                  <a:pt x="454" y="454"/>
                </a:lnTo>
                <a:lnTo>
                  <a:pt x="454" y="682"/>
                </a:lnTo>
                <a:lnTo>
                  <a:pt x="227" y="454"/>
                </a:ln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1077" y="625"/>
                </a:lnTo>
              </a:path>
            </a:pathLst>
          </a:custGeom>
          <a:noFill/>
          <a:ln w="28575" cap="flat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827"/>
          <p:cNvSpPr>
            <a:spLocks/>
          </p:cNvSpPr>
          <p:nvPr/>
        </p:nvSpPr>
        <p:spPr bwMode="auto">
          <a:xfrm>
            <a:off x="4886325" y="1498601"/>
            <a:ext cx="1169988" cy="1706563"/>
          </a:xfrm>
          <a:custGeom>
            <a:avLst/>
            <a:gdLst>
              <a:gd name="T0" fmla="*/ 737 w 737"/>
              <a:gd name="T1" fmla="*/ 1075 h 1075"/>
              <a:gd name="T2" fmla="*/ 0 w 737"/>
              <a:gd name="T3" fmla="*/ 114 h 1075"/>
              <a:gd name="T4" fmla="*/ 0 w 737"/>
              <a:gd name="T5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7" h="1075">
                <a:moveTo>
                  <a:pt x="737" y="1075"/>
                </a:moveTo>
                <a:lnTo>
                  <a:pt x="0" y="114"/>
                </a:lnTo>
                <a:lnTo>
                  <a:pt x="0" y="0"/>
                </a:lnTo>
              </a:path>
            </a:pathLst>
          </a:custGeom>
          <a:noFill/>
          <a:ln w="28575" cap="flat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Oval 828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829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Oval 830"/>
          <p:cNvSpPr>
            <a:spLocks noChangeArrowheads="1"/>
          </p:cNvSpPr>
          <p:nvPr/>
        </p:nvSpPr>
        <p:spPr bwMode="auto">
          <a:xfrm>
            <a:off x="4316412" y="3454401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831"/>
          <p:cNvSpPr>
            <a:spLocks noEditPoints="1"/>
          </p:cNvSpPr>
          <p:nvPr/>
        </p:nvSpPr>
        <p:spPr bwMode="auto">
          <a:xfrm>
            <a:off x="4302125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Oval 832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833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Oval 834"/>
          <p:cNvSpPr>
            <a:spLocks noChangeArrowheads="1"/>
          </p:cNvSpPr>
          <p:nvPr/>
        </p:nvSpPr>
        <p:spPr bwMode="auto">
          <a:xfrm>
            <a:off x="4316412" y="3094038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835"/>
          <p:cNvSpPr>
            <a:spLocks noEditPoints="1"/>
          </p:cNvSpPr>
          <p:nvPr/>
        </p:nvSpPr>
        <p:spPr bwMode="auto">
          <a:xfrm>
            <a:off x="4302125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Oval 836"/>
          <p:cNvSpPr>
            <a:spLocks noChangeArrowheads="1"/>
          </p:cNvSpPr>
          <p:nvPr/>
        </p:nvSpPr>
        <p:spPr bwMode="auto">
          <a:xfrm>
            <a:off x="4316412" y="3454401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837"/>
          <p:cNvSpPr>
            <a:spLocks noEditPoints="1"/>
          </p:cNvSpPr>
          <p:nvPr/>
        </p:nvSpPr>
        <p:spPr bwMode="auto">
          <a:xfrm>
            <a:off x="4302125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Oval 838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839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Oval 840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841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Oval 842"/>
          <p:cNvSpPr>
            <a:spLocks noChangeArrowheads="1"/>
          </p:cNvSpPr>
          <p:nvPr/>
        </p:nvSpPr>
        <p:spPr bwMode="auto">
          <a:xfrm>
            <a:off x="5037138" y="3094038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843"/>
          <p:cNvSpPr>
            <a:spLocks noEditPoints="1"/>
          </p:cNvSpPr>
          <p:nvPr/>
        </p:nvSpPr>
        <p:spPr bwMode="auto">
          <a:xfrm>
            <a:off x="5022850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Oval 844"/>
          <p:cNvSpPr>
            <a:spLocks noChangeArrowheads="1"/>
          </p:cNvSpPr>
          <p:nvPr/>
        </p:nvSpPr>
        <p:spPr bwMode="auto">
          <a:xfrm>
            <a:off x="5037138" y="3454401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845"/>
          <p:cNvSpPr>
            <a:spLocks noEditPoints="1"/>
          </p:cNvSpPr>
          <p:nvPr/>
        </p:nvSpPr>
        <p:spPr bwMode="auto">
          <a:xfrm>
            <a:off x="5022850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Oval 846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847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Oval 848"/>
          <p:cNvSpPr>
            <a:spLocks noChangeArrowheads="1"/>
          </p:cNvSpPr>
          <p:nvPr/>
        </p:nvSpPr>
        <p:spPr bwMode="auto">
          <a:xfrm>
            <a:off x="4676775" y="2733676"/>
            <a:ext cx="58738" cy="57150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849"/>
          <p:cNvSpPr>
            <a:spLocks noEditPoints="1"/>
          </p:cNvSpPr>
          <p:nvPr/>
        </p:nvSpPr>
        <p:spPr bwMode="auto">
          <a:xfrm>
            <a:off x="4662488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Oval 850"/>
          <p:cNvSpPr>
            <a:spLocks noChangeArrowheads="1"/>
          </p:cNvSpPr>
          <p:nvPr/>
        </p:nvSpPr>
        <p:spPr bwMode="auto">
          <a:xfrm>
            <a:off x="4676775" y="2371726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851"/>
          <p:cNvSpPr>
            <a:spLocks noEditPoints="1"/>
          </p:cNvSpPr>
          <p:nvPr/>
        </p:nvSpPr>
        <p:spPr bwMode="auto">
          <a:xfrm>
            <a:off x="4662488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Oval 852"/>
          <p:cNvSpPr>
            <a:spLocks noChangeArrowheads="1"/>
          </p:cNvSpPr>
          <p:nvPr/>
        </p:nvSpPr>
        <p:spPr bwMode="auto">
          <a:xfrm>
            <a:off x="5037138" y="2371726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853"/>
          <p:cNvSpPr>
            <a:spLocks noEditPoints="1"/>
          </p:cNvSpPr>
          <p:nvPr/>
        </p:nvSpPr>
        <p:spPr bwMode="auto">
          <a:xfrm>
            <a:off x="5022850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Oval 854"/>
          <p:cNvSpPr>
            <a:spLocks noChangeArrowheads="1"/>
          </p:cNvSpPr>
          <p:nvPr/>
        </p:nvSpPr>
        <p:spPr bwMode="auto">
          <a:xfrm>
            <a:off x="4856163" y="1649413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855"/>
          <p:cNvSpPr>
            <a:spLocks noEditPoints="1"/>
          </p:cNvSpPr>
          <p:nvPr/>
        </p:nvSpPr>
        <p:spPr bwMode="auto">
          <a:xfrm>
            <a:off x="4841875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Oval 856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857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Oval 858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859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860"/>
          <p:cNvSpPr>
            <a:spLocks/>
          </p:cNvSpPr>
          <p:nvPr/>
        </p:nvSpPr>
        <p:spPr bwMode="auto">
          <a:xfrm>
            <a:off x="4706938" y="1498601"/>
            <a:ext cx="360363" cy="2166938"/>
          </a:xfrm>
          <a:custGeom>
            <a:avLst/>
            <a:gdLst>
              <a:gd name="T0" fmla="*/ 0 w 227"/>
              <a:gd name="T1" fmla="*/ 1251 h 1365"/>
              <a:gd name="T2" fmla="*/ 0 w 227"/>
              <a:gd name="T3" fmla="*/ 1251 h 1365"/>
              <a:gd name="T4" fmla="*/ 227 w 227"/>
              <a:gd name="T5" fmla="*/ 1365 h 1365"/>
              <a:gd name="T6" fmla="*/ 113 w 227"/>
              <a:gd name="T7" fmla="*/ 1137 h 1365"/>
              <a:gd name="T8" fmla="*/ 113 w 227"/>
              <a:gd name="T9" fmla="*/ 910 h 1365"/>
              <a:gd name="T10" fmla="*/ 113 w 227"/>
              <a:gd name="T11" fmla="*/ 682 h 1365"/>
              <a:gd name="T12" fmla="*/ 113 w 227"/>
              <a:gd name="T13" fmla="*/ 455 h 1365"/>
              <a:gd name="T14" fmla="*/ 113 w 227"/>
              <a:gd name="T15" fmla="*/ 228 h 1365"/>
              <a:gd name="T16" fmla="*/ 113 w 227"/>
              <a:gd name="T17" fmla="*/ 0 h 13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7" h="1365">
                <a:moveTo>
                  <a:pt x="0" y="1251"/>
                </a:moveTo>
                <a:lnTo>
                  <a:pt x="0" y="1251"/>
                </a:lnTo>
                <a:lnTo>
                  <a:pt x="227" y="1365"/>
                </a:lnTo>
                <a:lnTo>
                  <a:pt x="113" y="1137"/>
                </a:lnTo>
                <a:lnTo>
                  <a:pt x="113" y="910"/>
                </a:lnTo>
                <a:lnTo>
                  <a:pt x="113" y="682"/>
                </a:lnTo>
                <a:lnTo>
                  <a:pt x="113" y="455"/>
                </a:lnTo>
                <a:lnTo>
                  <a:pt x="113" y="228"/>
                </a:lnTo>
                <a:lnTo>
                  <a:pt x="113" y="0"/>
                </a:lnTo>
              </a:path>
            </a:pathLst>
          </a:custGeom>
          <a:noFill/>
          <a:ln w="28575" cap="flat">
            <a:solidFill>
              <a:srgbClr val="FF33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Oval 861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862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Oval 863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864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Oval 865"/>
          <p:cNvSpPr>
            <a:spLocks noChangeArrowheads="1"/>
          </p:cNvSpPr>
          <p:nvPr/>
        </p:nvSpPr>
        <p:spPr bwMode="auto">
          <a:xfrm>
            <a:off x="5037138" y="3635376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866"/>
          <p:cNvSpPr>
            <a:spLocks noEditPoints="1"/>
          </p:cNvSpPr>
          <p:nvPr/>
        </p:nvSpPr>
        <p:spPr bwMode="auto">
          <a:xfrm>
            <a:off x="5022850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Oval 867"/>
          <p:cNvSpPr>
            <a:spLocks noChangeArrowheads="1"/>
          </p:cNvSpPr>
          <p:nvPr/>
        </p:nvSpPr>
        <p:spPr bwMode="auto">
          <a:xfrm>
            <a:off x="4856163" y="3275013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868"/>
          <p:cNvSpPr>
            <a:spLocks noEditPoints="1"/>
          </p:cNvSpPr>
          <p:nvPr/>
        </p:nvSpPr>
        <p:spPr bwMode="auto">
          <a:xfrm>
            <a:off x="4841875" y="325913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Oval 869"/>
          <p:cNvSpPr>
            <a:spLocks noChangeArrowheads="1"/>
          </p:cNvSpPr>
          <p:nvPr/>
        </p:nvSpPr>
        <p:spPr bwMode="auto">
          <a:xfrm>
            <a:off x="4856163" y="2913063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870"/>
          <p:cNvSpPr>
            <a:spLocks noEditPoints="1"/>
          </p:cNvSpPr>
          <p:nvPr/>
        </p:nvSpPr>
        <p:spPr bwMode="auto">
          <a:xfrm>
            <a:off x="4841875" y="289877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Oval 871"/>
          <p:cNvSpPr>
            <a:spLocks noChangeArrowheads="1"/>
          </p:cNvSpPr>
          <p:nvPr/>
        </p:nvSpPr>
        <p:spPr bwMode="auto">
          <a:xfrm>
            <a:off x="4856163" y="255270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872"/>
          <p:cNvSpPr>
            <a:spLocks noEditPoints="1"/>
          </p:cNvSpPr>
          <p:nvPr/>
        </p:nvSpPr>
        <p:spPr bwMode="auto">
          <a:xfrm>
            <a:off x="4841875" y="2536826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Oval 873"/>
          <p:cNvSpPr>
            <a:spLocks noChangeArrowheads="1"/>
          </p:cNvSpPr>
          <p:nvPr/>
        </p:nvSpPr>
        <p:spPr bwMode="auto">
          <a:xfrm>
            <a:off x="4856163" y="219075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874"/>
          <p:cNvSpPr>
            <a:spLocks noEditPoints="1"/>
          </p:cNvSpPr>
          <p:nvPr/>
        </p:nvSpPr>
        <p:spPr bwMode="auto">
          <a:xfrm>
            <a:off x="4841875" y="217646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Oval 875"/>
          <p:cNvSpPr>
            <a:spLocks noChangeArrowheads="1"/>
          </p:cNvSpPr>
          <p:nvPr/>
        </p:nvSpPr>
        <p:spPr bwMode="auto">
          <a:xfrm>
            <a:off x="4856163" y="1830388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876"/>
          <p:cNvSpPr>
            <a:spLocks noEditPoints="1"/>
          </p:cNvSpPr>
          <p:nvPr/>
        </p:nvSpPr>
        <p:spPr bwMode="auto">
          <a:xfrm>
            <a:off x="4841875" y="181610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Oval 877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78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Oval 879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80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81"/>
          <p:cNvSpPr>
            <a:spLocks/>
          </p:cNvSpPr>
          <p:nvPr/>
        </p:nvSpPr>
        <p:spPr bwMode="auto">
          <a:xfrm>
            <a:off x="4706938" y="1498601"/>
            <a:ext cx="539750" cy="1985963"/>
          </a:xfrm>
          <a:custGeom>
            <a:avLst/>
            <a:gdLst>
              <a:gd name="T0" fmla="*/ 0 w 340"/>
              <a:gd name="T1" fmla="*/ 1251 h 1251"/>
              <a:gd name="T2" fmla="*/ 340 w 340"/>
              <a:gd name="T3" fmla="*/ 1251 h 1251"/>
              <a:gd name="T4" fmla="*/ 340 w 340"/>
              <a:gd name="T5" fmla="*/ 910 h 1251"/>
              <a:gd name="T6" fmla="*/ 0 w 340"/>
              <a:gd name="T7" fmla="*/ 910 h 1251"/>
              <a:gd name="T8" fmla="*/ 0 w 340"/>
              <a:gd name="T9" fmla="*/ 569 h 1251"/>
              <a:gd name="T10" fmla="*/ 340 w 340"/>
              <a:gd name="T11" fmla="*/ 569 h 1251"/>
              <a:gd name="T12" fmla="*/ 340 w 340"/>
              <a:gd name="T13" fmla="*/ 228 h 1251"/>
              <a:gd name="T14" fmla="*/ 0 w 340"/>
              <a:gd name="T15" fmla="*/ 228 h 1251"/>
              <a:gd name="T16" fmla="*/ 0 w 340"/>
              <a:gd name="T17" fmla="*/ 0 h 1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0" h="1251">
                <a:moveTo>
                  <a:pt x="0" y="1251"/>
                </a:moveTo>
                <a:lnTo>
                  <a:pt x="340" y="1251"/>
                </a:lnTo>
                <a:lnTo>
                  <a:pt x="340" y="910"/>
                </a:lnTo>
                <a:lnTo>
                  <a:pt x="0" y="910"/>
                </a:lnTo>
                <a:lnTo>
                  <a:pt x="0" y="569"/>
                </a:lnTo>
                <a:lnTo>
                  <a:pt x="340" y="569"/>
                </a:lnTo>
                <a:lnTo>
                  <a:pt x="340" y="228"/>
                </a:lnTo>
                <a:lnTo>
                  <a:pt x="0" y="228"/>
                </a:lnTo>
                <a:lnTo>
                  <a:pt x="0" y="0"/>
                </a:lnTo>
              </a:path>
            </a:pathLst>
          </a:custGeom>
          <a:noFill/>
          <a:ln w="28575" cap="flat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Oval 882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83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Oval 884"/>
          <p:cNvSpPr>
            <a:spLocks noChangeArrowheads="1"/>
          </p:cNvSpPr>
          <p:nvPr/>
        </p:nvSpPr>
        <p:spPr bwMode="auto">
          <a:xfrm>
            <a:off x="5216525" y="34544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5"/>
          <p:cNvSpPr>
            <a:spLocks noEditPoints="1"/>
          </p:cNvSpPr>
          <p:nvPr/>
        </p:nvSpPr>
        <p:spPr bwMode="auto">
          <a:xfrm>
            <a:off x="520223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Oval 886"/>
          <p:cNvSpPr>
            <a:spLocks noChangeArrowheads="1"/>
          </p:cNvSpPr>
          <p:nvPr/>
        </p:nvSpPr>
        <p:spPr bwMode="auto">
          <a:xfrm>
            <a:off x="5216525" y="29130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887"/>
          <p:cNvSpPr>
            <a:spLocks noEditPoints="1"/>
          </p:cNvSpPr>
          <p:nvPr/>
        </p:nvSpPr>
        <p:spPr bwMode="auto">
          <a:xfrm>
            <a:off x="520223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Oval 888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889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Oval 890"/>
          <p:cNvSpPr>
            <a:spLocks noChangeArrowheads="1"/>
          </p:cNvSpPr>
          <p:nvPr/>
        </p:nvSpPr>
        <p:spPr bwMode="auto">
          <a:xfrm>
            <a:off x="4676775" y="23717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891"/>
          <p:cNvSpPr>
            <a:spLocks noEditPoints="1"/>
          </p:cNvSpPr>
          <p:nvPr/>
        </p:nvSpPr>
        <p:spPr bwMode="auto">
          <a:xfrm>
            <a:off x="4662488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Oval 892"/>
          <p:cNvSpPr>
            <a:spLocks noChangeArrowheads="1"/>
          </p:cNvSpPr>
          <p:nvPr/>
        </p:nvSpPr>
        <p:spPr bwMode="auto">
          <a:xfrm>
            <a:off x="5216525" y="23717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893"/>
          <p:cNvSpPr>
            <a:spLocks noEditPoints="1"/>
          </p:cNvSpPr>
          <p:nvPr/>
        </p:nvSpPr>
        <p:spPr bwMode="auto">
          <a:xfrm>
            <a:off x="5202238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Oval 894"/>
          <p:cNvSpPr>
            <a:spLocks noChangeArrowheads="1"/>
          </p:cNvSpPr>
          <p:nvPr/>
        </p:nvSpPr>
        <p:spPr bwMode="auto">
          <a:xfrm>
            <a:off x="5216525" y="183038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895"/>
          <p:cNvSpPr>
            <a:spLocks noEditPoints="1"/>
          </p:cNvSpPr>
          <p:nvPr/>
        </p:nvSpPr>
        <p:spPr bwMode="auto">
          <a:xfrm>
            <a:off x="520223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Oval 896"/>
          <p:cNvSpPr>
            <a:spLocks noChangeArrowheads="1"/>
          </p:cNvSpPr>
          <p:nvPr/>
        </p:nvSpPr>
        <p:spPr bwMode="auto">
          <a:xfrm>
            <a:off x="4676775" y="183038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897"/>
          <p:cNvSpPr>
            <a:spLocks noEditPoints="1"/>
          </p:cNvSpPr>
          <p:nvPr/>
        </p:nvSpPr>
        <p:spPr bwMode="auto">
          <a:xfrm>
            <a:off x="466248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Oval 898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899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Oval 900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901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902"/>
          <p:cNvSpPr>
            <a:spLocks/>
          </p:cNvSpPr>
          <p:nvPr/>
        </p:nvSpPr>
        <p:spPr bwMode="auto">
          <a:xfrm>
            <a:off x="4165600" y="1498601"/>
            <a:ext cx="720725" cy="2527300"/>
          </a:xfrm>
          <a:custGeom>
            <a:avLst/>
            <a:gdLst>
              <a:gd name="T0" fmla="*/ 341 w 454"/>
              <a:gd name="T1" fmla="*/ 1251 h 1592"/>
              <a:gd name="T2" fmla="*/ 0 w 454"/>
              <a:gd name="T3" fmla="*/ 1365 h 1592"/>
              <a:gd name="T4" fmla="*/ 341 w 454"/>
              <a:gd name="T5" fmla="*/ 1592 h 1592"/>
              <a:gd name="T6" fmla="*/ 454 w 454"/>
              <a:gd name="T7" fmla="*/ 1137 h 1592"/>
              <a:gd name="T8" fmla="*/ 114 w 454"/>
              <a:gd name="T9" fmla="*/ 910 h 1592"/>
              <a:gd name="T10" fmla="*/ 454 w 454"/>
              <a:gd name="T11" fmla="*/ 682 h 1592"/>
              <a:gd name="T12" fmla="*/ 114 w 454"/>
              <a:gd name="T13" fmla="*/ 455 h 1592"/>
              <a:gd name="T14" fmla="*/ 341 w 454"/>
              <a:gd name="T15" fmla="*/ 114 h 1592"/>
              <a:gd name="T16" fmla="*/ 341 w 454"/>
              <a:gd name="T17" fmla="*/ 0 h 1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4" h="1592">
                <a:moveTo>
                  <a:pt x="341" y="1251"/>
                </a:moveTo>
                <a:lnTo>
                  <a:pt x="0" y="1365"/>
                </a:lnTo>
                <a:lnTo>
                  <a:pt x="341" y="1592"/>
                </a:lnTo>
                <a:lnTo>
                  <a:pt x="454" y="1137"/>
                </a:lnTo>
                <a:lnTo>
                  <a:pt x="114" y="910"/>
                </a:lnTo>
                <a:lnTo>
                  <a:pt x="454" y="682"/>
                </a:lnTo>
                <a:lnTo>
                  <a:pt x="114" y="455"/>
                </a:lnTo>
                <a:lnTo>
                  <a:pt x="341" y="114"/>
                </a:lnTo>
                <a:lnTo>
                  <a:pt x="341" y="0"/>
                </a:lnTo>
              </a:path>
            </a:pathLst>
          </a:custGeom>
          <a:noFill/>
          <a:ln w="28575" cap="flat">
            <a:solidFill>
              <a:srgbClr val="CC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Oval 903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904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905"/>
          <p:cNvSpPr>
            <a:spLocks noChangeArrowheads="1"/>
          </p:cNvSpPr>
          <p:nvPr/>
        </p:nvSpPr>
        <p:spPr bwMode="auto">
          <a:xfrm>
            <a:off x="4137025" y="363537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906"/>
          <p:cNvSpPr>
            <a:spLocks noEditPoints="1"/>
          </p:cNvSpPr>
          <p:nvPr/>
        </p:nvSpPr>
        <p:spPr bwMode="auto">
          <a:xfrm>
            <a:off x="4122737" y="362108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907"/>
          <p:cNvSpPr>
            <a:spLocks noChangeArrowheads="1"/>
          </p:cNvSpPr>
          <p:nvPr/>
        </p:nvSpPr>
        <p:spPr bwMode="auto">
          <a:xfrm>
            <a:off x="4676775" y="399732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908"/>
          <p:cNvSpPr>
            <a:spLocks noEditPoints="1"/>
          </p:cNvSpPr>
          <p:nvPr/>
        </p:nvSpPr>
        <p:spPr bwMode="auto">
          <a:xfrm>
            <a:off x="4662488" y="39814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909"/>
          <p:cNvSpPr>
            <a:spLocks noChangeArrowheads="1"/>
          </p:cNvSpPr>
          <p:nvPr/>
        </p:nvSpPr>
        <p:spPr bwMode="auto">
          <a:xfrm>
            <a:off x="4856163" y="327501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910"/>
          <p:cNvSpPr>
            <a:spLocks noEditPoints="1"/>
          </p:cNvSpPr>
          <p:nvPr/>
        </p:nvSpPr>
        <p:spPr bwMode="auto">
          <a:xfrm>
            <a:off x="4841875" y="325913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911"/>
          <p:cNvSpPr>
            <a:spLocks noChangeArrowheads="1"/>
          </p:cNvSpPr>
          <p:nvPr/>
        </p:nvSpPr>
        <p:spPr bwMode="auto">
          <a:xfrm>
            <a:off x="4316412" y="291306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912"/>
          <p:cNvSpPr>
            <a:spLocks noEditPoints="1"/>
          </p:cNvSpPr>
          <p:nvPr/>
        </p:nvSpPr>
        <p:spPr bwMode="auto">
          <a:xfrm>
            <a:off x="4302125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913"/>
          <p:cNvSpPr>
            <a:spLocks noChangeArrowheads="1"/>
          </p:cNvSpPr>
          <p:nvPr/>
        </p:nvSpPr>
        <p:spPr bwMode="auto">
          <a:xfrm>
            <a:off x="4856163" y="25527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914"/>
          <p:cNvSpPr>
            <a:spLocks noEditPoints="1"/>
          </p:cNvSpPr>
          <p:nvPr/>
        </p:nvSpPr>
        <p:spPr bwMode="auto">
          <a:xfrm>
            <a:off x="4841875" y="2536826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915"/>
          <p:cNvSpPr>
            <a:spLocks noChangeArrowheads="1"/>
          </p:cNvSpPr>
          <p:nvPr/>
        </p:nvSpPr>
        <p:spPr bwMode="auto">
          <a:xfrm>
            <a:off x="4316412" y="21907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916"/>
          <p:cNvSpPr>
            <a:spLocks noEditPoints="1"/>
          </p:cNvSpPr>
          <p:nvPr/>
        </p:nvSpPr>
        <p:spPr bwMode="auto">
          <a:xfrm>
            <a:off x="4302125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917"/>
          <p:cNvSpPr>
            <a:spLocks noChangeArrowheads="1"/>
          </p:cNvSpPr>
          <p:nvPr/>
        </p:nvSpPr>
        <p:spPr bwMode="auto">
          <a:xfrm>
            <a:off x="4676775" y="1649413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918"/>
          <p:cNvSpPr>
            <a:spLocks noEditPoints="1"/>
          </p:cNvSpPr>
          <p:nvPr/>
        </p:nvSpPr>
        <p:spPr bwMode="auto">
          <a:xfrm>
            <a:off x="4662488" y="16351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919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920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921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922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923"/>
          <p:cNvSpPr>
            <a:spLocks/>
          </p:cNvSpPr>
          <p:nvPr/>
        </p:nvSpPr>
        <p:spPr bwMode="auto">
          <a:xfrm>
            <a:off x="4706938" y="1498601"/>
            <a:ext cx="360363" cy="1985963"/>
          </a:xfrm>
          <a:custGeom>
            <a:avLst/>
            <a:gdLst>
              <a:gd name="T0" fmla="*/ 0 w 227"/>
              <a:gd name="T1" fmla="*/ 1251 h 1251"/>
              <a:gd name="T2" fmla="*/ 0 w 227"/>
              <a:gd name="T3" fmla="*/ 1137 h 1251"/>
              <a:gd name="T4" fmla="*/ 0 w 227"/>
              <a:gd name="T5" fmla="*/ 910 h 1251"/>
              <a:gd name="T6" fmla="*/ 227 w 227"/>
              <a:gd name="T7" fmla="*/ 910 h 1251"/>
              <a:gd name="T8" fmla="*/ 227 w 227"/>
              <a:gd name="T9" fmla="*/ 682 h 1251"/>
              <a:gd name="T10" fmla="*/ 0 w 227"/>
              <a:gd name="T11" fmla="*/ 682 h 1251"/>
              <a:gd name="T12" fmla="*/ 0 w 227"/>
              <a:gd name="T13" fmla="*/ 455 h 1251"/>
              <a:gd name="T14" fmla="*/ 227 w 227"/>
              <a:gd name="T15" fmla="*/ 455 h 1251"/>
              <a:gd name="T16" fmla="*/ 227 w 227"/>
              <a:gd name="T17" fmla="*/ 228 h 1251"/>
              <a:gd name="T18" fmla="*/ 0 w 227"/>
              <a:gd name="T19" fmla="*/ 228 h 1251"/>
              <a:gd name="T20" fmla="*/ 0 w 227"/>
              <a:gd name="T21" fmla="*/ 0 h 1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27" h="1251">
                <a:moveTo>
                  <a:pt x="0" y="1251"/>
                </a:moveTo>
                <a:lnTo>
                  <a:pt x="0" y="1137"/>
                </a:lnTo>
                <a:lnTo>
                  <a:pt x="0" y="910"/>
                </a:lnTo>
                <a:lnTo>
                  <a:pt x="227" y="910"/>
                </a:lnTo>
                <a:lnTo>
                  <a:pt x="227" y="682"/>
                </a:lnTo>
                <a:lnTo>
                  <a:pt x="0" y="682"/>
                </a:lnTo>
                <a:lnTo>
                  <a:pt x="0" y="455"/>
                </a:lnTo>
                <a:lnTo>
                  <a:pt x="227" y="455"/>
                </a:lnTo>
                <a:lnTo>
                  <a:pt x="227" y="228"/>
                </a:lnTo>
                <a:lnTo>
                  <a:pt x="0" y="228"/>
                </a:lnTo>
                <a:lnTo>
                  <a:pt x="0" y="0"/>
                </a:lnTo>
              </a:path>
            </a:pathLst>
          </a:custGeom>
          <a:noFill/>
          <a:ln w="28575" cap="flat">
            <a:solidFill>
              <a:srgbClr val="99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924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925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926"/>
          <p:cNvSpPr>
            <a:spLocks noChangeArrowheads="1"/>
          </p:cNvSpPr>
          <p:nvPr/>
        </p:nvSpPr>
        <p:spPr bwMode="auto">
          <a:xfrm>
            <a:off x="4676775" y="32750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927"/>
          <p:cNvSpPr>
            <a:spLocks noEditPoints="1"/>
          </p:cNvSpPr>
          <p:nvPr/>
        </p:nvSpPr>
        <p:spPr bwMode="auto">
          <a:xfrm>
            <a:off x="4662488" y="325913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928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929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Oval 930"/>
          <p:cNvSpPr>
            <a:spLocks noChangeArrowheads="1"/>
          </p:cNvSpPr>
          <p:nvPr/>
        </p:nvSpPr>
        <p:spPr bwMode="auto">
          <a:xfrm>
            <a:off x="5037138" y="29130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931"/>
          <p:cNvSpPr>
            <a:spLocks noEditPoints="1"/>
          </p:cNvSpPr>
          <p:nvPr/>
        </p:nvSpPr>
        <p:spPr bwMode="auto">
          <a:xfrm>
            <a:off x="5022850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Oval 932"/>
          <p:cNvSpPr>
            <a:spLocks noChangeArrowheads="1"/>
          </p:cNvSpPr>
          <p:nvPr/>
        </p:nvSpPr>
        <p:spPr bwMode="auto">
          <a:xfrm>
            <a:off x="5037138" y="25527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933"/>
          <p:cNvSpPr>
            <a:spLocks noEditPoints="1"/>
          </p:cNvSpPr>
          <p:nvPr/>
        </p:nvSpPr>
        <p:spPr bwMode="auto">
          <a:xfrm>
            <a:off x="5022850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Oval 934"/>
          <p:cNvSpPr>
            <a:spLocks noChangeArrowheads="1"/>
          </p:cNvSpPr>
          <p:nvPr/>
        </p:nvSpPr>
        <p:spPr bwMode="auto">
          <a:xfrm>
            <a:off x="4676775" y="25527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935"/>
          <p:cNvSpPr>
            <a:spLocks noEditPoints="1"/>
          </p:cNvSpPr>
          <p:nvPr/>
        </p:nvSpPr>
        <p:spPr bwMode="auto">
          <a:xfrm>
            <a:off x="4662488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Oval 936"/>
          <p:cNvSpPr>
            <a:spLocks noChangeArrowheads="1"/>
          </p:cNvSpPr>
          <p:nvPr/>
        </p:nvSpPr>
        <p:spPr bwMode="auto">
          <a:xfrm>
            <a:off x="4676775" y="21907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937"/>
          <p:cNvSpPr>
            <a:spLocks noEditPoints="1"/>
          </p:cNvSpPr>
          <p:nvPr/>
        </p:nvSpPr>
        <p:spPr bwMode="auto">
          <a:xfrm>
            <a:off x="4662488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Oval 938"/>
          <p:cNvSpPr>
            <a:spLocks noChangeArrowheads="1"/>
          </p:cNvSpPr>
          <p:nvPr/>
        </p:nvSpPr>
        <p:spPr bwMode="auto">
          <a:xfrm>
            <a:off x="5037138" y="219075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939"/>
          <p:cNvSpPr>
            <a:spLocks noEditPoints="1"/>
          </p:cNvSpPr>
          <p:nvPr/>
        </p:nvSpPr>
        <p:spPr bwMode="auto">
          <a:xfrm>
            <a:off x="5022850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Oval 940"/>
          <p:cNvSpPr>
            <a:spLocks noChangeArrowheads="1"/>
          </p:cNvSpPr>
          <p:nvPr/>
        </p:nvSpPr>
        <p:spPr bwMode="auto">
          <a:xfrm>
            <a:off x="5037138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941"/>
          <p:cNvSpPr>
            <a:spLocks noEditPoints="1"/>
          </p:cNvSpPr>
          <p:nvPr/>
        </p:nvSpPr>
        <p:spPr bwMode="auto">
          <a:xfrm>
            <a:off x="5022850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Oval 942"/>
          <p:cNvSpPr>
            <a:spLocks noChangeArrowheads="1"/>
          </p:cNvSpPr>
          <p:nvPr/>
        </p:nvSpPr>
        <p:spPr bwMode="auto">
          <a:xfrm>
            <a:off x="4676775" y="183038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943"/>
          <p:cNvSpPr>
            <a:spLocks noEditPoints="1"/>
          </p:cNvSpPr>
          <p:nvPr/>
        </p:nvSpPr>
        <p:spPr bwMode="auto">
          <a:xfrm>
            <a:off x="466248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Oval 944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945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6" name="TextBox 945"/>
          <p:cNvSpPr txBox="1"/>
          <p:nvPr/>
        </p:nvSpPr>
        <p:spPr>
          <a:xfrm>
            <a:off x="4206241" y="574766"/>
            <a:ext cx="7993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Taxis 2</a:t>
            </a:r>
            <a:endParaRPr lang="en-US" dirty="0"/>
          </a:p>
        </p:txBody>
      </p:sp>
      <p:sp>
        <p:nvSpPr>
          <p:cNvPr id="947" name="TextBox 946"/>
          <p:cNvSpPr txBox="1"/>
          <p:nvPr/>
        </p:nvSpPr>
        <p:spPr>
          <a:xfrm>
            <a:off x="0" y="1276538"/>
            <a:ext cx="3051018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Video is of 20 students’ results from Taxis condition 2, two sensors that compares their samples simultaneously. This is done with antennae that are far apart.</a:t>
            </a:r>
          </a:p>
          <a:p>
            <a:endParaRPr lang="en-US" dirty="0"/>
          </a:p>
          <a:p>
            <a:r>
              <a:rPr lang="en-US" dirty="0"/>
              <a:t>T</a:t>
            </a:r>
            <a:r>
              <a:rPr lang="en-US" dirty="0" smtClean="0"/>
              <a:t>here is goal-ward motion as seen by the bias near the goal.</a:t>
            </a:r>
          </a:p>
          <a:p>
            <a:endParaRPr lang="en-US" dirty="0"/>
          </a:p>
          <a:p>
            <a:r>
              <a:rPr lang="en-US" dirty="0" smtClean="0"/>
              <a:t>Is this more efficient than making two samples sequentially? More efficient that narrow antennae?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956680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" name="Group 1048"/>
          <p:cNvGrpSpPr>
            <a:grpSpLocks/>
          </p:cNvGrpSpPr>
          <p:nvPr/>
        </p:nvGrpSpPr>
        <p:grpSpPr bwMode="auto">
          <a:xfrm>
            <a:off x="3443287" y="1408113"/>
            <a:ext cx="2622550" cy="3887788"/>
            <a:chOff x="2169" y="887"/>
            <a:chExt cx="1652" cy="2449"/>
          </a:xfrm>
        </p:grpSpPr>
        <p:sp>
          <p:nvSpPr>
            <p:cNvPr id="1543" name="Rectangle 848"/>
            <p:cNvSpPr>
              <a:spLocks noChangeArrowheads="1"/>
            </p:cNvSpPr>
            <p:nvPr/>
          </p:nvSpPr>
          <p:spPr bwMode="auto">
            <a:xfrm>
              <a:off x="2170" y="887"/>
              <a:ext cx="1645" cy="24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Rectangle 849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850"/>
            <p:cNvSpPr>
              <a:spLocks noEditPoints="1"/>
            </p:cNvSpPr>
            <p:nvPr/>
          </p:nvSpPr>
          <p:spPr bwMode="auto">
            <a:xfrm>
              <a:off x="216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Rectangle 851"/>
            <p:cNvSpPr>
              <a:spLocks noChangeArrowheads="1"/>
            </p:cNvSpPr>
            <p:nvPr/>
          </p:nvSpPr>
          <p:spPr bwMode="auto">
            <a:xfrm>
              <a:off x="2169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Rectangle 852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853"/>
            <p:cNvSpPr>
              <a:spLocks noEditPoints="1"/>
            </p:cNvSpPr>
            <p:nvPr/>
          </p:nvSpPr>
          <p:spPr bwMode="auto">
            <a:xfrm>
              <a:off x="222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Rectangle 854"/>
            <p:cNvSpPr>
              <a:spLocks noChangeArrowheads="1"/>
            </p:cNvSpPr>
            <p:nvPr/>
          </p:nvSpPr>
          <p:spPr bwMode="auto">
            <a:xfrm>
              <a:off x="2224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Rectangle 855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856"/>
            <p:cNvSpPr>
              <a:spLocks noEditPoints="1"/>
            </p:cNvSpPr>
            <p:nvPr/>
          </p:nvSpPr>
          <p:spPr bwMode="auto">
            <a:xfrm>
              <a:off x="2282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Rectangle 857"/>
            <p:cNvSpPr>
              <a:spLocks noChangeArrowheads="1"/>
            </p:cNvSpPr>
            <p:nvPr/>
          </p:nvSpPr>
          <p:spPr bwMode="auto">
            <a:xfrm>
              <a:off x="2279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Rectangle 858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859"/>
            <p:cNvSpPr>
              <a:spLocks noEditPoints="1"/>
            </p:cNvSpPr>
            <p:nvPr/>
          </p:nvSpPr>
          <p:spPr bwMode="auto">
            <a:xfrm>
              <a:off x="233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Rectangle 860"/>
            <p:cNvSpPr>
              <a:spLocks noChangeArrowheads="1"/>
            </p:cNvSpPr>
            <p:nvPr/>
          </p:nvSpPr>
          <p:spPr bwMode="auto">
            <a:xfrm>
              <a:off x="23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Rectangle 861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862"/>
            <p:cNvSpPr>
              <a:spLocks noEditPoints="1"/>
            </p:cNvSpPr>
            <p:nvPr/>
          </p:nvSpPr>
          <p:spPr bwMode="auto">
            <a:xfrm>
              <a:off x="239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Rectangle 863"/>
            <p:cNvSpPr>
              <a:spLocks noChangeArrowheads="1"/>
            </p:cNvSpPr>
            <p:nvPr/>
          </p:nvSpPr>
          <p:spPr bwMode="auto">
            <a:xfrm>
              <a:off x="2394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Rectangle 864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865"/>
            <p:cNvSpPr>
              <a:spLocks noEditPoints="1"/>
            </p:cNvSpPr>
            <p:nvPr/>
          </p:nvSpPr>
          <p:spPr bwMode="auto">
            <a:xfrm>
              <a:off x="2453" y="892"/>
              <a:ext cx="2" cy="2440"/>
            </a:xfrm>
            <a:custGeom>
              <a:avLst/>
              <a:gdLst>
                <a:gd name="T0" fmla="*/ 2 w 2"/>
                <a:gd name="T1" fmla="*/ 2384 h 2440"/>
                <a:gd name="T2" fmla="*/ 2 w 2"/>
                <a:gd name="T3" fmla="*/ 2343 h 2440"/>
                <a:gd name="T4" fmla="*/ 0 w 2"/>
                <a:gd name="T5" fmla="*/ 2306 h 2440"/>
                <a:gd name="T6" fmla="*/ 0 w 2"/>
                <a:gd name="T7" fmla="*/ 2274 h 2440"/>
                <a:gd name="T8" fmla="*/ 2 w 2"/>
                <a:gd name="T9" fmla="*/ 2237 h 2440"/>
                <a:gd name="T10" fmla="*/ 2 w 2"/>
                <a:gd name="T11" fmla="*/ 2181 h 2440"/>
                <a:gd name="T12" fmla="*/ 2 w 2"/>
                <a:gd name="T13" fmla="*/ 2140 h 2440"/>
                <a:gd name="T14" fmla="*/ 0 w 2"/>
                <a:gd name="T15" fmla="*/ 2103 h 2440"/>
                <a:gd name="T16" fmla="*/ 0 w 2"/>
                <a:gd name="T17" fmla="*/ 2071 h 2440"/>
                <a:gd name="T18" fmla="*/ 2 w 2"/>
                <a:gd name="T19" fmla="*/ 2034 h 2440"/>
                <a:gd name="T20" fmla="*/ 2 w 2"/>
                <a:gd name="T21" fmla="*/ 1978 h 2440"/>
                <a:gd name="T22" fmla="*/ 2 w 2"/>
                <a:gd name="T23" fmla="*/ 1937 h 2440"/>
                <a:gd name="T24" fmla="*/ 0 w 2"/>
                <a:gd name="T25" fmla="*/ 1900 h 2440"/>
                <a:gd name="T26" fmla="*/ 0 w 2"/>
                <a:gd name="T27" fmla="*/ 1868 h 2440"/>
                <a:gd name="T28" fmla="*/ 2 w 2"/>
                <a:gd name="T29" fmla="*/ 1831 h 2440"/>
                <a:gd name="T30" fmla="*/ 2 w 2"/>
                <a:gd name="T31" fmla="*/ 1775 h 2440"/>
                <a:gd name="T32" fmla="*/ 2 w 2"/>
                <a:gd name="T33" fmla="*/ 1734 h 2440"/>
                <a:gd name="T34" fmla="*/ 0 w 2"/>
                <a:gd name="T35" fmla="*/ 1697 h 2440"/>
                <a:gd name="T36" fmla="*/ 0 w 2"/>
                <a:gd name="T37" fmla="*/ 1665 h 2440"/>
                <a:gd name="T38" fmla="*/ 2 w 2"/>
                <a:gd name="T39" fmla="*/ 1628 h 2440"/>
                <a:gd name="T40" fmla="*/ 2 w 2"/>
                <a:gd name="T41" fmla="*/ 1572 h 2440"/>
                <a:gd name="T42" fmla="*/ 2 w 2"/>
                <a:gd name="T43" fmla="*/ 1531 h 2440"/>
                <a:gd name="T44" fmla="*/ 0 w 2"/>
                <a:gd name="T45" fmla="*/ 1494 h 2440"/>
                <a:gd name="T46" fmla="*/ 0 w 2"/>
                <a:gd name="T47" fmla="*/ 1462 h 2440"/>
                <a:gd name="T48" fmla="*/ 2 w 2"/>
                <a:gd name="T49" fmla="*/ 1425 h 2440"/>
                <a:gd name="T50" fmla="*/ 2 w 2"/>
                <a:gd name="T51" fmla="*/ 1370 h 2440"/>
                <a:gd name="T52" fmla="*/ 2 w 2"/>
                <a:gd name="T53" fmla="*/ 1328 h 2440"/>
                <a:gd name="T54" fmla="*/ 0 w 2"/>
                <a:gd name="T55" fmla="*/ 1291 h 2440"/>
                <a:gd name="T56" fmla="*/ 0 w 2"/>
                <a:gd name="T57" fmla="*/ 1259 h 2440"/>
                <a:gd name="T58" fmla="*/ 2 w 2"/>
                <a:gd name="T59" fmla="*/ 1222 h 2440"/>
                <a:gd name="T60" fmla="*/ 2 w 2"/>
                <a:gd name="T61" fmla="*/ 1167 h 2440"/>
                <a:gd name="T62" fmla="*/ 2 w 2"/>
                <a:gd name="T63" fmla="*/ 1125 h 2440"/>
                <a:gd name="T64" fmla="*/ 0 w 2"/>
                <a:gd name="T65" fmla="*/ 1088 h 2440"/>
                <a:gd name="T66" fmla="*/ 0 w 2"/>
                <a:gd name="T67" fmla="*/ 1056 h 2440"/>
                <a:gd name="T68" fmla="*/ 2 w 2"/>
                <a:gd name="T69" fmla="*/ 1019 h 2440"/>
                <a:gd name="T70" fmla="*/ 2 w 2"/>
                <a:gd name="T71" fmla="*/ 964 h 2440"/>
                <a:gd name="T72" fmla="*/ 2 w 2"/>
                <a:gd name="T73" fmla="*/ 922 h 2440"/>
                <a:gd name="T74" fmla="*/ 0 w 2"/>
                <a:gd name="T75" fmla="*/ 885 h 2440"/>
                <a:gd name="T76" fmla="*/ 0 w 2"/>
                <a:gd name="T77" fmla="*/ 853 h 2440"/>
                <a:gd name="T78" fmla="*/ 2 w 2"/>
                <a:gd name="T79" fmla="*/ 816 h 2440"/>
                <a:gd name="T80" fmla="*/ 2 w 2"/>
                <a:gd name="T81" fmla="*/ 761 h 2440"/>
                <a:gd name="T82" fmla="*/ 2 w 2"/>
                <a:gd name="T83" fmla="*/ 719 h 2440"/>
                <a:gd name="T84" fmla="*/ 0 w 2"/>
                <a:gd name="T85" fmla="*/ 682 h 2440"/>
                <a:gd name="T86" fmla="*/ 0 w 2"/>
                <a:gd name="T87" fmla="*/ 650 h 2440"/>
                <a:gd name="T88" fmla="*/ 2 w 2"/>
                <a:gd name="T89" fmla="*/ 613 h 2440"/>
                <a:gd name="T90" fmla="*/ 2 w 2"/>
                <a:gd name="T91" fmla="*/ 558 h 2440"/>
                <a:gd name="T92" fmla="*/ 2 w 2"/>
                <a:gd name="T93" fmla="*/ 516 h 2440"/>
                <a:gd name="T94" fmla="*/ 0 w 2"/>
                <a:gd name="T95" fmla="*/ 479 h 2440"/>
                <a:gd name="T96" fmla="*/ 0 w 2"/>
                <a:gd name="T97" fmla="*/ 447 h 2440"/>
                <a:gd name="T98" fmla="*/ 2 w 2"/>
                <a:gd name="T99" fmla="*/ 410 h 2440"/>
                <a:gd name="T100" fmla="*/ 2 w 2"/>
                <a:gd name="T101" fmla="*/ 355 h 2440"/>
                <a:gd name="T102" fmla="*/ 2 w 2"/>
                <a:gd name="T103" fmla="*/ 313 h 2440"/>
                <a:gd name="T104" fmla="*/ 0 w 2"/>
                <a:gd name="T105" fmla="*/ 276 h 2440"/>
                <a:gd name="T106" fmla="*/ 0 w 2"/>
                <a:gd name="T107" fmla="*/ 244 h 2440"/>
                <a:gd name="T108" fmla="*/ 2 w 2"/>
                <a:gd name="T109" fmla="*/ 207 h 2440"/>
                <a:gd name="T110" fmla="*/ 2 w 2"/>
                <a:gd name="T111" fmla="*/ 152 h 2440"/>
                <a:gd name="T112" fmla="*/ 2 w 2"/>
                <a:gd name="T113" fmla="*/ 110 h 2440"/>
                <a:gd name="T114" fmla="*/ 0 w 2"/>
                <a:gd name="T115" fmla="*/ 73 h 2440"/>
                <a:gd name="T116" fmla="*/ 0 w 2"/>
                <a:gd name="T117" fmla="*/ 41 h 2440"/>
                <a:gd name="T118" fmla="*/ 2 w 2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" h="2440">
                  <a:moveTo>
                    <a:pt x="2" y="2421"/>
                  </a:moveTo>
                  <a:lnTo>
                    <a:pt x="2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2" y="2421"/>
                  </a:lnTo>
                  <a:close/>
                  <a:moveTo>
                    <a:pt x="2" y="2403"/>
                  </a:moveTo>
                  <a:lnTo>
                    <a:pt x="2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2" y="2403"/>
                  </a:lnTo>
                  <a:close/>
                  <a:moveTo>
                    <a:pt x="2" y="2384"/>
                  </a:moveTo>
                  <a:lnTo>
                    <a:pt x="2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2" y="2384"/>
                  </a:lnTo>
                  <a:close/>
                  <a:moveTo>
                    <a:pt x="2" y="2366"/>
                  </a:moveTo>
                  <a:lnTo>
                    <a:pt x="2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2" y="2366"/>
                  </a:lnTo>
                  <a:close/>
                  <a:moveTo>
                    <a:pt x="2" y="2347"/>
                  </a:moveTo>
                  <a:lnTo>
                    <a:pt x="2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2" y="2347"/>
                  </a:lnTo>
                  <a:close/>
                  <a:moveTo>
                    <a:pt x="2" y="2329"/>
                  </a:moveTo>
                  <a:lnTo>
                    <a:pt x="2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2" y="2329"/>
                  </a:lnTo>
                  <a:close/>
                  <a:moveTo>
                    <a:pt x="2" y="2310"/>
                  </a:moveTo>
                  <a:lnTo>
                    <a:pt x="2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2" y="2310"/>
                  </a:lnTo>
                  <a:close/>
                  <a:moveTo>
                    <a:pt x="2" y="2292"/>
                  </a:moveTo>
                  <a:lnTo>
                    <a:pt x="2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2" y="2292"/>
                  </a:lnTo>
                  <a:close/>
                  <a:moveTo>
                    <a:pt x="2" y="2274"/>
                  </a:moveTo>
                  <a:lnTo>
                    <a:pt x="2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2" y="2274"/>
                  </a:lnTo>
                  <a:close/>
                  <a:moveTo>
                    <a:pt x="2" y="2255"/>
                  </a:moveTo>
                  <a:lnTo>
                    <a:pt x="2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2" y="2255"/>
                  </a:lnTo>
                  <a:close/>
                  <a:moveTo>
                    <a:pt x="2" y="2237"/>
                  </a:moveTo>
                  <a:lnTo>
                    <a:pt x="2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2" y="2237"/>
                  </a:lnTo>
                  <a:close/>
                  <a:moveTo>
                    <a:pt x="2" y="2218"/>
                  </a:moveTo>
                  <a:lnTo>
                    <a:pt x="2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2" y="2218"/>
                  </a:lnTo>
                  <a:close/>
                  <a:moveTo>
                    <a:pt x="2" y="2200"/>
                  </a:moveTo>
                  <a:lnTo>
                    <a:pt x="2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2" y="2200"/>
                  </a:lnTo>
                  <a:close/>
                  <a:moveTo>
                    <a:pt x="2" y="2181"/>
                  </a:moveTo>
                  <a:lnTo>
                    <a:pt x="2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2" y="2181"/>
                  </a:lnTo>
                  <a:close/>
                  <a:moveTo>
                    <a:pt x="2" y="2163"/>
                  </a:moveTo>
                  <a:lnTo>
                    <a:pt x="2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2" y="2163"/>
                  </a:lnTo>
                  <a:close/>
                  <a:moveTo>
                    <a:pt x="2" y="2144"/>
                  </a:moveTo>
                  <a:lnTo>
                    <a:pt x="2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2" y="2144"/>
                  </a:lnTo>
                  <a:close/>
                  <a:moveTo>
                    <a:pt x="2" y="2126"/>
                  </a:moveTo>
                  <a:lnTo>
                    <a:pt x="2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2" y="2126"/>
                  </a:lnTo>
                  <a:close/>
                  <a:moveTo>
                    <a:pt x="2" y="2107"/>
                  </a:moveTo>
                  <a:lnTo>
                    <a:pt x="2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2" y="2107"/>
                  </a:lnTo>
                  <a:close/>
                  <a:moveTo>
                    <a:pt x="2" y="2089"/>
                  </a:moveTo>
                  <a:lnTo>
                    <a:pt x="2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2" y="2089"/>
                  </a:lnTo>
                  <a:close/>
                  <a:moveTo>
                    <a:pt x="2" y="2071"/>
                  </a:moveTo>
                  <a:lnTo>
                    <a:pt x="2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2" y="2071"/>
                  </a:lnTo>
                  <a:close/>
                  <a:moveTo>
                    <a:pt x="2" y="2052"/>
                  </a:moveTo>
                  <a:lnTo>
                    <a:pt x="2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2" y="2052"/>
                  </a:lnTo>
                  <a:close/>
                  <a:moveTo>
                    <a:pt x="2" y="2034"/>
                  </a:moveTo>
                  <a:lnTo>
                    <a:pt x="2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2" y="2034"/>
                  </a:lnTo>
                  <a:close/>
                  <a:moveTo>
                    <a:pt x="2" y="2015"/>
                  </a:moveTo>
                  <a:lnTo>
                    <a:pt x="2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2" y="2015"/>
                  </a:lnTo>
                  <a:close/>
                  <a:moveTo>
                    <a:pt x="2" y="1997"/>
                  </a:moveTo>
                  <a:lnTo>
                    <a:pt x="2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2" y="1997"/>
                  </a:lnTo>
                  <a:close/>
                  <a:moveTo>
                    <a:pt x="2" y="1978"/>
                  </a:moveTo>
                  <a:lnTo>
                    <a:pt x="2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2" y="1978"/>
                  </a:lnTo>
                  <a:close/>
                  <a:moveTo>
                    <a:pt x="2" y="1960"/>
                  </a:moveTo>
                  <a:lnTo>
                    <a:pt x="2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2" y="1960"/>
                  </a:lnTo>
                  <a:close/>
                  <a:moveTo>
                    <a:pt x="2" y="1941"/>
                  </a:moveTo>
                  <a:lnTo>
                    <a:pt x="2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2" y="1941"/>
                  </a:lnTo>
                  <a:close/>
                  <a:moveTo>
                    <a:pt x="2" y="1923"/>
                  </a:moveTo>
                  <a:lnTo>
                    <a:pt x="2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2" y="1923"/>
                  </a:lnTo>
                  <a:close/>
                  <a:moveTo>
                    <a:pt x="2" y="1905"/>
                  </a:moveTo>
                  <a:lnTo>
                    <a:pt x="2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2" y="1905"/>
                  </a:lnTo>
                  <a:close/>
                  <a:moveTo>
                    <a:pt x="2" y="1886"/>
                  </a:moveTo>
                  <a:lnTo>
                    <a:pt x="2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2" y="1886"/>
                  </a:lnTo>
                  <a:close/>
                  <a:moveTo>
                    <a:pt x="2" y="1868"/>
                  </a:moveTo>
                  <a:lnTo>
                    <a:pt x="2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2" y="1868"/>
                  </a:lnTo>
                  <a:close/>
                  <a:moveTo>
                    <a:pt x="2" y="1849"/>
                  </a:moveTo>
                  <a:lnTo>
                    <a:pt x="2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2" y="1849"/>
                  </a:lnTo>
                  <a:close/>
                  <a:moveTo>
                    <a:pt x="2" y="1831"/>
                  </a:moveTo>
                  <a:lnTo>
                    <a:pt x="2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2" y="1831"/>
                  </a:lnTo>
                  <a:close/>
                  <a:moveTo>
                    <a:pt x="2" y="1812"/>
                  </a:moveTo>
                  <a:lnTo>
                    <a:pt x="2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2" y="1812"/>
                  </a:lnTo>
                  <a:close/>
                  <a:moveTo>
                    <a:pt x="2" y="1794"/>
                  </a:moveTo>
                  <a:lnTo>
                    <a:pt x="2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2" y="1794"/>
                  </a:lnTo>
                  <a:close/>
                  <a:moveTo>
                    <a:pt x="2" y="1775"/>
                  </a:moveTo>
                  <a:lnTo>
                    <a:pt x="2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2" y="1775"/>
                  </a:lnTo>
                  <a:close/>
                  <a:moveTo>
                    <a:pt x="2" y="1757"/>
                  </a:moveTo>
                  <a:lnTo>
                    <a:pt x="2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2" y="1757"/>
                  </a:lnTo>
                  <a:close/>
                  <a:moveTo>
                    <a:pt x="2" y="1739"/>
                  </a:moveTo>
                  <a:lnTo>
                    <a:pt x="2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2" y="1739"/>
                  </a:lnTo>
                  <a:close/>
                  <a:moveTo>
                    <a:pt x="2" y="1720"/>
                  </a:moveTo>
                  <a:lnTo>
                    <a:pt x="2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2" y="1720"/>
                  </a:lnTo>
                  <a:close/>
                  <a:moveTo>
                    <a:pt x="2" y="1702"/>
                  </a:moveTo>
                  <a:lnTo>
                    <a:pt x="2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2" y="1702"/>
                  </a:lnTo>
                  <a:close/>
                  <a:moveTo>
                    <a:pt x="2" y="1683"/>
                  </a:moveTo>
                  <a:lnTo>
                    <a:pt x="2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2" y="1683"/>
                  </a:lnTo>
                  <a:close/>
                  <a:moveTo>
                    <a:pt x="2" y="1665"/>
                  </a:moveTo>
                  <a:lnTo>
                    <a:pt x="2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2" y="1665"/>
                  </a:lnTo>
                  <a:close/>
                  <a:moveTo>
                    <a:pt x="2" y="1646"/>
                  </a:moveTo>
                  <a:lnTo>
                    <a:pt x="2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2" y="1646"/>
                  </a:lnTo>
                  <a:close/>
                  <a:moveTo>
                    <a:pt x="2" y="1628"/>
                  </a:moveTo>
                  <a:lnTo>
                    <a:pt x="2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2" y="1628"/>
                  </a:lnTo>
                  <a:close/>
                  <a:moveTo>
                    <a:pt x="2" y="1609"/>
                  </a:moveTo>
                  <a:lnTo>
                    <a:pt x="2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2" y="1609"/>
                  </a:lnTo>
                  <a:close/>
                  <a:moveTo>
                    <a:pt x="2" y="1591"/>
                  </a:moveTo>
                  <a:lnTo>
                    <a:pt x="2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2" y="1591"/>
                  </a:lnTo>
                  <a:close/>
                  <a:moveTo>
                    <a:pt x="2" y="1572"/>
                  </a:moveTo>
                  <a:lnTo>
                    <a:pt x="2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2" y="1572"/>
                  </a:lnTo>
                  <a:close/>
                  <a:moveTo>
                    <a:pt x="2" y="1554"/>
                  </a:moveTo>
                  <a:lnTo>
                    <a:pt x="2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2" y="1554"/>
                  </a:lnTo>
                  <a:close/>
                  <a:moveTo>
                    <a:pt x="2" y="1536"/>
                  </a:moveTo>
                  <a:lnTo>
                    <a:pt x="2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2" y="1536"/>
                  </a:lnTo>
                  <a:close/>
                  <a:moveTo>
                    <a:pt x="2" y="1517"/>
                  </a:moveTo>
                  <a:lnTo>
                    <a:pt x="2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2" y="1517"/>
                  </a:lnTo>
                  <a:close/>
                  <a:moveTo>
                    <a:pt x="2" y="1499"/>
                  </a:moveTo>
                  <a:lnTo>
                    <a:pt x="2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2" y="1499"/>
                  </a:lnTo>
                  <a:close/>
                  <a:moveTo>
                    <a:pt x="2" y="1480"/>
                  </a:moveTo>
                  <a:lnTo>
                    <a:pt x="2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2" y="1480"/>
                  </a:lnTo>
                  <a:close/>
                  <a:moveTo>
                    <a:pt x="2" y="1462"/>
                  </a:moveTo>
                  <a:lnTo>
                    <a:pt x="2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2" y="1462"/>
                  </a:lnTo>
                  <a:close/>
                  <a:moveTo>
                    <a:pt x="2" y="1443"/>
                  </a:moveTo>
                  <a:lnTo>
                    <a:pt x="2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2" y="1443"/>
                  </a:lnTo>
                  <a:close/>
                  <a:moveTo>
                    <a:pt x="2" y="1425"/>
                  </a:moveTo>
                  <a:lnTo>
                    <a:pt x="2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2" y="1425"/>
                  </a:lnTo>
                  <a:close/>
                  <a:moveTo>
                    <a:pt x="2" y="1406"/>
                  </a:moveTo>
                  <a:lnTo>
                    <a:pt x="2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2" y="1406"/>
                  </a:lnTo>
                  <a:close/>
                  <a:moveTo>
                    <a:pt x="2" y="1388"/>
                  </a:moveTo>
                  <a:lnTo>
                    <a:pt x="2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2" y="1388"/>
                  </a:lnTo>
                  <a:close/>
                  <a:moveTo>
                    <a:pt x="2" y="1370"/>
                  </a:moveTo>
                  <a:lnTo>
                    <a:pt x="2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2" y="1370"/>
                  </a:lnTo>
                  <a:close/>
                  <a:moveTo>
                    <a:pt x="2" y="1351"/>
                  </a:moveTo>
                  <a:lnTo>
                    <a:pt x="2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2" y="1351"/>
                  </a:lnTo>
                  <a:close/>
                  <a:moveTo>
                    <a:pt x="2" y="1333"/>
                  </a:moveTo>
                  <a:lnTo>
                    <a:pt x="2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2" y="1333"/>
                  </a:lnTo>
                  <a:close/>
                  <a:moveTo>
                    <a:pt x="2" y="1314"/>
                  </a:moveTo>
                  <a:lnTo>
                    <a:pt x="2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2" y="1314"/>
                  </a:lnTo>
                  <a:close/>
                  <a:moveTo>
                    <a:pt x="2" y="1296"/>
                  </a:moveTo>
                  <a:lnTo>
                    <a:pt x="2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2" y="1296"/>
                  </a:lnTo>
                  <a:close/>
                  <a:moveTo>
                    <a:pt x="2" y="1277"/>
                  </a:moveTo>
                  <a:lnTo>
                    <a:pt x="2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2" y="1277"/>
                  </a:lnTo>
                  <a:close/>
                  <a:moveTo>
                    <a:pt x="2" y="1259"/>
                  </a:moveTo>
                  <a:lnTo>
                    <a:pt x="2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2" y="1259"/>
                  </a:lnTo>
                  <a:close/>
                  <a:moveTo>
                    <a:pt x="2" y="1240"/>
                  </a:moveTo>
                  <a:lnTo>
                    <a:pt x="2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2" y="1240"/>
                  </a:lnTo>
                  <a:close/>
                  <a:moveTo>
                    <a:pt x="2" y="1222"/>
                  </a:moveTo>
                  <a:lnTo>
                    <a:pt x="2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2" y="1222"/>
                  </a:lnTo>
                  <a:close/>
                  <a:moveTo>
                    <a:pt x="2" y="1203"/>
                  </a:moveTo>
                  <a:lnTo>
                    <a:pt x="2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2" y="1203"/>
                  </a:lnTo>
                  <a:close/>
                  <a:moveTo>
                    <a:pt x="2" y="1185"/>
                  </a:moveTo>
                  <a:lnTo>
                    <a:pt x="2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2" y="1185"/>
                  </a:lnTo>
                  <a:close/>
                  <a:moveTo>
                    <a:pt x="2" y="1167"/>
                  </a:moveTo>
                  <a:lnTo>
                    <a:pt x="2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2" y="1167"/>
                  </a:lnTo>
                  <a:close/>
                  <a:moveTo>
                    <a:pt x="2" y="1148"/>
                  </a:moveTo>
                  <a:lnTo>
                    <a:pt x="2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2" y="1148"/>
                  </a:lnTo>
                  <a:close/>
                  <a:moveTo>
                    <a:pt x="2" y="1130"/>
                  </a:moveTo>
                  <a:lnTo>
                    <a:pt x="2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2" y="1130"/>
                  </a:lnTo>
                  <a:close/>
                  <a:moveTo>
                    <a:pt x="2" y="1111"/>
                  </a:moveTo>
                  <a:lnTo>
                    <a:pt x="2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2" y="1111"/>
                  </a:lnTo>
                  <a:close/>
                  <a:moveTo>
                    <a:pt x="2" y="1093"/>
                  </a:moveTo>
                  <a:lnTo>
                    <a:pt x="2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2" y="1093"/>
                  </a:lnTo>
                  <a:close/>
                  <a:moveTo>
                    <a:pt x="2" y="1074"/>
                  </a:moveTo>
                  <a:lnTo>
                    <a:pt x="2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2" y="1074"/>
                  </a:lnTo>
                  <a:close/>
                  <a:moveTo>
                    <a:pt x="2" y="1056"/>
                  </a:moveTo>
                  <a:lnTo>
                    <a:pt x="2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2" y="1056"/>
                  </a:lnTo>
                  <a:close/>
                  <a:moveTo>
                    <a:pt x="2" y="1037"/>
                  </a:moveTo>
                  <a:lnTo>
                    <a:pt x="2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2" y="1037"/>
                  </a:lnTo>
                  <a:close/>
                  <a:moveTo>
                    <a:pt x="2" y="1019"/>
                  </a:moveTo>
                  <a:lnTo>
                    <a:pt x="2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2" y="1019"/>
                  </a:lnTo>
                  <a:close/>
                  <a:moveTo>
                    <a:pt x="2" y="1001"/>
                  </a:moveTo>
                  <a:lnTo>
                    <a:pt x="2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2" y="1001"/>
                  </a:lnTo>
                  <a:close/>
                  <a:moveTo>
                    <a:pt x="2" y="982"/>
                  </a:moveTo>
                  <a:lnTo>
                    <a:pt x="2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2" y="982"/>
                  </a:lnTo>
                  <a:close/>
                  <a:moveTo>
                    <a:pt x="2" y="964"/>
                  </a:moveTo>
                  <a:lnTo>
                    <a:pt x="2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2" y="964"/>
                  </a:lnTo>
                  <a:close/>
                  <a:moveTo>
                    <a:pt x="2" y="945"/>
                  </a:moveTo>
                  <a:lnTo>
                    <a:pt x="2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2" y="945"/>
                  </a:lnTo>
                  <a:close/>
                  <a:moveTo>
                    <a:pt x="2" y="927"/>
                  </a:moveTo>
                  <a:lnTo>
                    <a:pt x="2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2" y="927"/>
                  </a:lnTo>
                  <a:close/>
                  <a:moveTo>
                    <a:pt x="2" y="908"/>
                  </a:moveTo>
                  <a:lnTo>
                    <a:pt x="2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2" y="908"/>
                  </a:lnTo>
                  <a:close/>
                  <a:moveTo>
                    <a:pt x="2" y="890"/>
                  </a:moveTo>
                  <a:lnTo>
                    <a:pt x="2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2" y="890"/>
                  </a:lnTo>
                  <a:close/>
                  <a:moveTo>
                    <a:pt x="2" y="871"/>
                  </a:moveTo>
                  <a:lnTo>
                    <a:pt x="2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2" y="871"/>
                  </a:lnTo>
                  <a:close/>
                  <a:moveTo>
                    <a:pt x="2" y="853"/>
                  </a:moveTo>
                  <a:lnTo>
                    <a:pt x="2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2" y="853"/>
                  </a:lnTo>
                  <a:close/>
                  <a:moveTo>
                    <a:pt x="2" y="834"/>
                  </a:moveTo>
                  <a:lnTo>
                    <a:pt x="2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2" y="834"/>
                  </a:lnTo>
                  <a:close/>
                  <a:moveTo>
                    <a:pt x="2" y="816"/>
                  </a:moveTo>
                  <a:lnTo>
                    <a:pt x="2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2" y="816"/>
                  </a:lnTo>
                  <a:close/>
                  <a:moveTo>
                    <a:pt x="2" y="798"/>
                  </a:moveTo>
                  <a:lnTo>
                    <a:pt x="2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2" y="798"/>
                  </a:lnTo>
                  <a:close/>
                  <a:moveTo>
                    <a:pt x="2" y="779"/>
                  </a:moveTo>
                  <a:lnTo>
                    <a:pt x="2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2" y="779"/>
                  </a:lnTo>
                  <a:close/>
                  <a:moveTo>
                    <a:pt x="2" y="761"/>
                  </a:moveTo>
                  <a:lnTo>
                    <a:pt x="2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2" y="761"/>
                  </a:lnTo>
                  <a:close/>
                  <a:moveTo>
                    <a:pt x="2" y="742"/>
                  </a:moveTo>
                  <a:lnTo>
                    <a:pt x="2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2" y="742"/>
                  </a:lnTo>
                  <a:close/>
                  <a:moveTo>
                    <a:pt x="2" y="724"/>
                  </a:moveTo>
                  <a:lnTo>
                    <a:pt x="2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2" y="724"/>
                  </a:lnTo>
                  <a:close/>
                  <a:moveTo>
                    <a:pt x="2" y="705"/>
                  </a:moveTo>
                  <a:lnTo>
                    <a:pt x="2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2" y="705"/>
                  </a:lnTo>
                  <a:close/>
                  <a:moveTo>
                    <a:pt x="2" y="687"/>
                  </a:moveTo>
                  <a:lnTo>
                    <a:pt x="2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2" y="687"/>
                  </a:lnTo>
                  <a:close/>
                  <a:moveTo>
                    <a:pt x="2" y="668"/>
                  </a:moveTo>
                  <a:lnTo>
                    <a:pt x="2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2" y="668"/>
                  </a:lnTo>
                  <a:close/>
                  <a:moveTo>
                    <a:pt x="2" y="650"/>
                  </a:moveTo>
                  <a:lnTo>
                    <a:pt x="2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2" y="650"/>
                  </a:lnTo>
                  <a:close/>
                  <a:moveTo>
                    <a:pt x="2" y="632"/>
                  </a:moveTo>
                  <a:lnTo>
                    <a:pt x="2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2" y="632"/>
                  </a:lnTo>
                  <a:close/>
                  <a:moveTo>
                    <a:pt x="2" y="613"/>
                  </a:moveTo>
                  <a:lnTo>
                    <a:pt x="2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2" y="613"/>
                  </a:lnTo>
                  <a:close/>
                  <a:moveTo>
                    <a:pt x="2" y="595"/>
                  </a:moveTo>
                  <a:lnTo>
                    <a:pt x="2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2" y="595"/>
                  </a:lnTo>
                  <a:close/>
                  <a:moveTo>
                    <a:pt x="2" y="576"/>
                  </a:moveTo>
                  <a:lnTo>
                    <a:pt x="2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2" y="576"/>
                  </a:lnTo>
                  <a:close/>
                  <a:moveTo>
                    <a:pt x="2" y="558"/>
                  </a:moveTo>
                  <a:lnTo>
                    <a:pt x="2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2" y="558"/>
                  </a:lnTo>
                  <a:close/>
                  <a:moveTo>
                    <a:pt x="2" y="539"/>
                  </a:moveTo>
                  <a:lnTo>
                    <a:pt x="2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2" y="539"/>
                  </a:lnTo>
                  <a:close/>
                  <a:moveTo>
                    <a:pt x="2" y="521"/>
                  </a:moveTo>
                  <a:lnTo>
                    <a:pt x="2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2" y="521"/>
                  </a:lnTo>
                  <a:close/>
                  <a:moveTo>
                    <a:pt x="2" y="502"/>
                  </a:moveTo>
                  <a:lnTo>
                    <a:pt x="2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2" y="502"/>
                  </a:lnTo>
                  <a:close/>
                  <a:moveTo>
                    <a:pt x="2" y="484"/>
                  </a:moveTo>
                  <a:lnTo>
                    <a:pt x="2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2" y="484"/>
                  </a:lnTo>
                  <a:close/>
                  <a:moveTo>
                    <a:pt x="2" y="465"/>
                  </a:moveTo>
                  <a:lnTo>
                    <a:pt x="2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2" y="465"/>
                  </a:lnTo>
                  <a:close/>
                  <a:moveTo>
                    <a:pt x="2" y="447"/>
                  </a:moveTo>
                  <a:lnTo>
                    <a:pt x="2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2" y="447"/>
                  </a:lnTo>
                  <a:close/>
                  <a:moveTo>
                    <a:pt x="2" y="429"/>
                  </a:moveTo>
                  <a:lnTo>
                    <a:pt x="2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2" y="429"/>
                  </a:lnTo>
                  <a:close/>
                  <a:moveTo>
                    <a:pt x="2" y="410"/>
                  </a:moveTo>
                  <a:lnTo>
                    <a:pt x="2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2" y="410"/>
                  </a:lnTo>
                  <a:close/>
                  <a:moveTo>
                    <a:pt x="2" y="392"/>
                  </a:moveTo>
                  <a:lnTo>
                    <a:pt x="2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2" y="392"/>
                  </a:lnTo>
                  <a:close/>
                  <a:moveTo>
                    <a:pt x="2" y="373"/>
                  </a:moveTo>
                  <a:lnTo>
                    <a:pt x="2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2" y="373"/>
                  </a:lnTo>
                  <a:close/>
                  <a:moveTo>
                    <a:pt x="2" y="355"/>
                  </a:moveTo>
                  <a:lnTo>
                    <a:pt x="2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2" y="355"/>
                  </a:lnTo>
                  <a:close/>
                  <a:moveTo>
                    <a:pt x="2" y="336"/>
                  </a:moveTo>
                  <a:lnTo>
                    <a:pt x="2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2" y="336"/>
                  </a:lnTo>
                  <a:close/>
                  <a:moveTo>
                    <a:pt x="2" y="318"/>
                  </a:moveTo>
                  <a:lnTo>
                    <a:pt x="2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2" y="318"/>
                  </a:lnTo>
                  <a:close/>
                  <a:moveTo>
                    <a:pt x="2" y="299"/>
                  </a:moveTo>
                  <a:lnTo>
                    <a:pt x="2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2" y="299"/>
                  </a:lnTo>
                  <a:close/>
                  <a:moveTo>
                    <a:pt x="2" y="281"/>
                  </a:moveTo>
                  <a:lnTo>
                    <a:pt x="2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1"/>
                  </a:lnTo>
                  <a:close/>
                  <a:moveTo>
                    <a:pt x="2" y="263"/>
                  </a:moveTo>
                  <a:lnTo>
                    <a:pt x="2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2" y="263"/>
                  </a:lnTo>
                  <a:close/>
                  <a:moveTo>
                    <a:pt x="2" y="244"/>
                  </a:moveTo>
                  <a:lnTo>
                    <a:pt x="2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2" y="244"/>
                  </a:lnTo>
                  <a:close/>
                  <a:moveTo>
                    <a:pt x="2" y="226"/>
                  </a:moveTo>
                  <a:lnTo>
                    <a:pt x="2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2" y="226"/>
                  </a:lnTo>
                  <a:close/>
                  <a:moveTo>
                    <a:pt x="2" y="207"/>
                  </a:moveTo>
                  <a:lnTo>
                    <a:pt x="2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2" y="207"/>
                  </a:lnTo>
                  <a:close/>
                  <a:moveTo>
                    <a:pt x="2" y="189"/>
                  </a:moveTo>
                  <a:lnTo>
                    <a:pt x="2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2" y="189"/>
                  </a:lnTo>
                  <a:close/>
                  <a:moveTo>
                    <a:pt x="2" y="170"/>
                  </a:moveTo>
                  <a:lnTo>
                    <a:pt x="2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2" y="170"/>
                  </a:lnTo>
                  <a:close/>
                  <a:moveTo>
                    <a:pt x="2" y="152"/>
                  </a:moveTo>
                  <a:lnTo>
                    <a:pt x="2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2" y="152"/>
                  </a:lnTo>
                  <a:close/>
                  <a:moveTo>
                    <a:pt x="2" y="133"/>
                  </a:moveTo>
                  <a:lnTo>
                    <a:pt x="2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2" y="133"/>
                  </a:lnTo>
                  <a:close/>
                  <a:moveTo>
                    <a:pt x="2" y="115"/>
                  </a:moveTo>
                  <a:lnTo>
                    <a:pt x="2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5"/>
                  </a:lnTo>
                  <a:close/>
                  <a:moveTo>
                    <a:pt x="2" y="97"/>
                  </a:moveTo>
                  <a:lnTo>
                    <a:pt x="2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2" y="97"/>
                  </a:lnTo>
                  <a:close/>
                  <a:moveTo>
                    <a:pt x="2" y="78"/>
                  </a:moveTo>
                  <a:lnTo>
                    <a:pt x="2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78"/>
                  </a:lnTo>
                  <a:close/>
                  <a:moveTo>
                    <a:pt x="2" y="60"/>
                  </a:moveTo>
                  <a:lnTo>
                    <a:pt x="2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2" y="60"/>
                  </a:lnTo>
                  <a:close/>
                  <a:moveTo>
                    <a:pt x="2" y="41"/>
                  </a:moveTo>
                  <a:lnTo>
                    <a:pt x="2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2" y="41"/>
                  </a:lnTo>
                  <a:close/>
                  <a:moveTo>
                    <a:pt x="2" y="23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3"/>
                  </a:lnTo>
                  <a:close/>
                  <a:moveTo>
                    <a:pt x="2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" y="2440"/>
                  </a:moveTo>
                  <a:lnTo>
                    <a:pt x="2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2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Rectangle 866"/>
            <p:cNvSpPr>
              <a:spLocks noChangeArrowheads="1"/>
            </p:cNvSpPr>
            <p:nvPr/>
          </p:nvSpPr>
          <p:spPr bwMode="auto">
            <a:xfrm>
              <a:off x="245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Rectangle 867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868"/>
            <p:cNvSpPr>
              <a:spLocks noEditPoints="1"/>
            </p:cNvSpPr>
            <p:nvPr/>
          </p:nvSpPr>
          <p:spPr bwMode="auto">
            <a:xfrm>
              <a:off x="250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Rectangle 869"/>
            <p:cNvSpPr>
              <a:spLocks noChangeArrowheads="1"/>
            </p:cNvSpPr>
            <p:nvPr/>
          </p:nvSpPr>
          <p:spPr bwMode="auto">
            <a:xfrm>
              <a:off x="250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Rectangle 870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871"/>
            <p:cNvSpPr>
              <a:spLocks noEditPoints="1"/>
            </p:cNvSpPr>
            <p:nvPr/>
          </p:nvSpPr>
          <p:spPr bwMode="auto">
            <a:xfrm>
              <a:off x="256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Rectangle 872"/>
            <p:cNvSpPr>
              <a:spLocks noChangeArrowheads="1"/>
            </p:cNvSpPr>
            <p:nvPr/>
          </p:nvSpPr>
          <p:spPr bwMode="auto">
            <a:xfrm>
              <a:off x="256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Rectangle 873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874"/>
            <p:cNvSpPr>
              <a:spLocks noEditPoints="1"/>
            </p:cNvSpPr>
            <p:nvPr/>
          </p:nvSpPr>
          <p:spPr bwMode="auto">
            <a:xfrm>
              <a:off x="262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Rectangle 875"/>
            <p:cNvSpPr>
              <a:spLocks noChangeArrowheads="1"/>
            </p:cNvSpPr>
            <p:nvPr/>
          </p:nvSpPr>
          <p:spPr bwMode="auto">
            <a:xfrm>
              <a:off x="262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Rectangle 876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877"/>
            <p:cNvSpPr>
              <a:spLocks noEditPoints="1"/>
            </p:cNvSpPr>
            <p:nvPr/>
          </p:nvSpPr>
          <p:spPr bwMode="auto">
            <a:xfrm>
              <a:off x="2679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Rectangle 878"/>
            <p:cNvSpPr>
              <a:spLocks noChangeArrowheads="1"/>
            </p:cNvSpPr>
            <p:nvPr/>
          </p:nvSpPr>
          <p:spPr bwMode="auto">
            <a:xfrm>
              <a:off x="267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Rectangle 879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880"/>
            <p:cNvSpPr>
              <a:spLocks noEditPoints="1"/>
            </p:cNvSpPr>
            <p:nvPr/>
          </p:nvSpPr>
          <p:spPr bwMode="auto">
            <a:xfrm>
              <a:off x="273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Rectangle 881"/>
            <p:cNvSpPr>
              <a:spLocks noChangeArrowheads="1"/>
            </p:cNvSpPr>
            <p:nvPr/>
          </p:nvSpPr>
          <p:spPr bwMode="auto">
            <a:xfrm>
              <a:off x="2735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Rectangle 882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883"/>
            <p:cNvSpPr>
              <a:spLocks noEditPoints="1"/>
            </p:cNvSpPr>
            <p:nvPr/>
          </p:nvSpPr>
          <p:spPr bwMode="auto">
            <a:xfrm>
              <a:off x="279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Rectangle 884"/>
            <p:cNvSpPr>
              <a:spLocks noChangeArrowheads="1"/>
            </p:cNvSpPr>
            <p:nvPr/>
          </p:nvSpPr>
          <p:spPr bwMode="auto">
            <a:xfrm>
              <a:off x="2790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Rectangle 885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886"/>
            <p:cNvSpPr>
              <a:spLocks noEditPoints="1"/>
            </p:cNvSpPr>
            <p:nvPr/>
          </p:nvSpPr>
          <p:spPr bwMode="auto">
            <a:xfrm>
              <a:off x="285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Rectangle 887"/>
            <p:cNvSpPr>
              <a:spLocks noChangeArrowheads="1"/>
            </p:cNvSpPr>
            <p:nvPr/>
          </p:nvSpPr>
          <p:spPr bwMode="auto">
            <a:xfrm>
              <a:off x="284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Rectangle 888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889"/>
            <p:cNvSpPr>
              <a:spLocks noEditPoints="1"/>
            </p:cNvSpPr>
            <p:nvPr/>
          </p:nvSpPr>
          <p:spPr bwMode="auto">
            <a:xfrm>
              <a:off x="2906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Rectangle 890"/>
            <p:cNvSpPr>
              <a:spLocks noChangeArrowheads="1"/>
            </p:cNvSpPr>
            <p:nvPr/>
          </p:nvSpPr>
          <p:spPr bwMode="auto">
            <a:xfrm>
              <a:off x="2905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Rectangle 891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892"/>
            <p:cNvSpPr>
              <a:spLocks noEditPoints="1"/>
            </p:cNvSpPr>
            <p:nvPr/>
          </p:nvSpPr>
          <p:spPr bwMode="auto">
            <a:xfrm>
              <a:off x="296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Rectangle 893"/>
            <p:cNvSpPr>
              <a:spLocks noChangeArrowheads="1"/>
            </p:cNvSpPr>
            <p:nvPr/>
          </p:nvSpPr>
          <p:spPr bwMode="auto">
            <a:xfrm>
              <a:off x="296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Rectangle 894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895"/>
            <p:cNvSpPr>
              <a:spLocks noEditPoints="1"/>
            </p:cNvSpPr>
            <p:nvPr/>
          </p:nvSpPr>
          <p:spPr bwMode="auto">
            <a:xfrm>
              <a:off x="302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Rectangle 896"/>
            <p:cNvSpPr>
              <a:spLocks noChangeArrowheads="1"/>
            </p:cNvSpPr>
            <p:nvPr/>
          </p:nvSpPr>
          <p:spPr bwMode="auto">
            <a:xfrm>
              <a:off x="30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Rectangle 897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898"/>
            <p:cNvSpPr>
              <a:spLocks noEditPoints="1"/>
            </p:cNvSpPr>
            <p:nvPr/>
          </p:nvSpPr>
          <p:spPr bwMode="auto">
            <a:xfrm>
              <a:off x="3076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Rectangle 899"/>
            <p:cNvSpPr>
              <a:spLocks noChangeArrowheads="1"/>
            </p:cNvSpPr>
            <p:nvPr/>
          </p:nvSpPr>
          <p:spPr bwMode="auto">
            <a:xfrm>
              <a:off x="307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Rectangle 900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901"/>
            <p:cNvSpPr>
              <a:spLocks noEditPoints="1"/>
            </p:cNvSpPr>
            <p:nvPr/>
          </p:nvSpPr>
          <p:spPr bwMode="auto">
            <a:xfrm>
              <a:off x="313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Rectangle 902"/>
            <p:cNvSpPr>
              <a:spLocks noChangeArrowheads="1"/>
            </p:cNvSpPr>
            <p:nvPr/>
          </p:nvSpPr>
          <p:spPr bwMode="auto">
            <a:xfrm>
              <a:off x="313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Rectangle 903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904"/>
            <p:cNvSpPr>
              <a:spLocks noEditPoints="1"/>
            </p:cNvSpPr>
            <p:nvPr/>
          </p:nvSpPr>
          <p:spPr bwMode="auto">
            <a:xfrm>
              <a:off x="319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Rectangle 905"/>
            <p:cNvSpPr>
              <a:spLocks noChangeArrowheads="1"/>
            </p:cNvSpPr>
            <p:nvPr/>
          </p:nvSpPr>
          <p:spPr bwMode="auto">
            <a:xfrm>
              <a:off x="318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Rectangle 906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907"/>
            <p:cNvSpPr>
              <a:spLocks noEditPoints="1"/>
            </p:cNvSpPr>
            <p:nvPr/>
          </p:nvSpPr>
          <p:spPr bwMode="auto">
            <a:xfrm>
              <a:off x="324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Rectangle 908"/>
            <p:cNvSpPr>
              <a:spLocks noChangeArrowheads="1"/>
            </p:cNvSpPr>
            <p:nvPr/>
          </p:nvSpPr>
          <p:spPr bwMode="auto">
            <a:xfrm>
              <a:off x="324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Rectangle 909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910"/>
            <p:cNvSpPr>
              <a:spLocks noEditPoints="1"/>
            </p:cNvSpPr>
            <p:nvPr/>
          </p:nvSpPr>
          <p:spPr bwMode="auto">
            <a:xfrm>
              <a:off x="3303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Rectangle 911"/>
            <p:cNvSpPr>
              <a:spLocks noChangeArrowheads="1"/>
            </p:cNvSpPr>
            <p:nvPr/>
          </p:nvSpPr>
          <p:spPr bwMode="auto">
            <a:xfrm>
              <a:off x="3301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Rectangle 912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913"/>
            <p:cNvSpPr>
              <a:spLocks noEditPoints="1"/>
            </p:cNvSpPr>
            <p:nvPr/>
          </p:nvSpPr>
          <p:spPr bwMode="auto">
            <a:xfrm>
              <a:off x="336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Rectangle 914"/>
            <p:cNvSpPr>
              <a:spLocks noChangeArrowheads="1"/>
            </p:cNvSpPr>
            <p:nvPr/>
          </p:nvSpPr>
          <p:spPr bwMode="auto">
            <a:xfrm>
              <a:off x="335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Rectangle 915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916"/>
            <p:cNvSpPr>
              <a:spLocks noEditPoints="1"/>
            </p:cNvSpPr>
            <p:nvPr/>
          </p:nvSpPr>
          <p:spPr bwMode="auto">
            <a:xfrm>
              <a:off x="341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Rectangle 917"/>
            <p:cNvSpPr>
              <a:spLocks noChangeArrowheads="1"/>
            </p:cNvSpPr>
            <p:nvPr/>
          </p:nvSpPr>
          <p:spPr bwMode="auto">
            <a:xfrm>
              <a:off x="3416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Rectangle 918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919"/>
            <p:cNvSpPr>
              <a:spLocks noEditPoints="1"/>
            </p:cNvSpPr>
            <p:nvPr/>
          </p:nvSpPr>
          <p:spPr bwMode="auto">
            <a:xfrm>
              <a:off x="3473" y="892"/>
              <a:ext cx="4" cy="2440"/>
            </a:xfrm>
            <a:custGeom>
              <a:avLst/>
              <a:gdLst>
                <a:gd name="T0" fmla="*/ 4 w 4"/>
                <a:gd name="T1" fmla="*/ 2384 h 2440"/>
                <a:gd name="T2" fmla="*/ 4 w 4"/>
                <a:gd name="T3" fmla="*/ 2343 h 2440"/>
                <a:gd name="T4" fmla="*/ 0 w 4"/>
                <a:gd name="T5" fmla="*/ 2306 h 2440"/>
                <a:gd name="T6" fmla="*/ 0 w 4"/>
                <a:gd name="T7" fmla="*/ 2274 h 2440"/>
                <a:gd name="T8" fmla="*/ 4 w 4"/>
                <a:gd name="T9" fmla="*/ 2237 h 2440"/>
                <a:gd name="T10" fmla="*/ 4 w 4"/>
                <a:gd name="T11" fmla="*/ 2181 h 2440"/>
                <a:gd name="T12" fmla="*/ 4 w 4"/>
                <a:gd name="T13" fmla="*/ 2140 h 2440"/>
                <a:gd name="T14" fmla="*/ 0 w 4"/>
                <a:gd name="T15" fmla="*/ 2103 h 2440"/>
                <a:gd name="T16" fmla="*/ 0 w 4"/>
                <a:gd name="T17" fmla="*/ 2071 h 2440"/>
                <a:gd name="T18" fmla="*/ 4 w 4"/>
                <a:gd name="T19" fmla="*/ 2034 h 2440"/>
                <a:gd name="T20" fmla="*/ 4 w 4"/>
                <a:gd name="T21" fmla="*/ 1978 h 2440"/>
                <a:gd name="T22" fmla="*/ 4 w 4"/>
                <a:gd name="T23" fmla="*/ 1937 h 2440"/>
                <a:gd name="T24" fmla="*/ 0 w 4"/>
                <a:gd name="T25" fmla="*/ 1900 h 2440"/>
                <a:gd name="T26" fmla="*/ 0 w 4"/>
                <a:gd name="T27" fmla="*/ 1868 h 2440"/>
                <a:gd name="T28" fmla="*/ 4 w 4"/>
                <a:gd name="T29" fmla="*/ 1831 h 2440"/>
                <a:gd name="T30" fmla="*/ 4 w 4"/>
                <a:gd name="T31" fmla="*/ 1775 h 2440"/>
                <a:gd name="T32" fmla="*/ 4 w 4"/>
                <a:gd name="T33" fmla="*/ 1734 h 2440"/>
                <a:gd name="T34" fmla="*/ 0 w 4"/>
                <a:gd name="T35" fmla="*/ 1697 h 2440"/>
                <a:gd name="T36" fmla="*/ 0 w 4"/>
                <a:gd name="T37" fmla="*/ 1665 h 2440"/>
                <a:gd name="T38" fmla="*/ 4 w 4"/>
                <a:gd name="T39" fmla="*/ 1628 h 2440"/>
                <a:gd name="T40" fmla="*/ 4 w 4"/>
                <a:gd name="T41" fmla="*/ 1572 h 2440"/>
                <a:gd name="T42" fmla="*/ 4 w 4"/>
                <a:gd name="T43" fmla="*/ 1531 h 2440"/>
                <a:gd name="T44" fmla="*/ 0 w 4"/>
                <a:gd name="T45" fmla="*/ 1494 h 2440"/>
                <a:gd name="T46" fmla="*/ 0 w 4"/>
                <a:gd name="T47" fmla="*/ 1462 h 2440"/>
                <a:gd name="T48" fmla="*/ 4 w 4"/>
                <a:gd name="T49" fmla="*/ 1425 h 2440"/>
                <a:gd name="T50" fmla="*/ 4 w 4"/>
                <a:gd name="T51" fmla="*/ 1370 h 2440"/>
                <a:gd name="T52" fmla="*/ 4 w 4"/>
                <a:gd name="T53" fmla="*/ 1328 h 2440"/>
                <a:gd name="T54" fmla="*/ 0 w 4"/>
                <a:gd name="T55" fmla="*/ 1291 h 2440"/>
                <a:gd name="T56" fmla="*/ 0 w 4"/>
                <a:gd name="T57" fmla="*/ 1259 h 2440"/>
                <a:gd name="T58" fmla="*/ 4 w 4"/>
                <a:gd name="T59" fmla="*/ 1222 h 2440"/>
                <a:gd name="T60" fmla="*/ 4 w 4"/>
                <a:gd name="T61" fmla="*/ 1167 h 2440"/>
                <a:gd name="T62" fmla="*/ 4 w 4"/>
                <a:gd name="T63" fmla="*/ 1125 h 2440"/>
                <a:gd name="T64" fmla="*/ 0 w 4"/>
                <a:gd name="T65" fmla="*/ 1088 h 2440"/>
                <a:gd name="T66" fmla="*/ 0 w 4"/>
                <a:gd name="T67" fmla="*/ 1056 h 2440"/>
                <a:gd name="T68" fmla="*/ 4 w 4"/>
                <a:gd name="T69" fmla="*/ 1019 h 2440"/>
                <a:gd name="T70" fmla="*/ 4 w 4"/>
                <a:gd name="T71" fmla="*/ 964 h 2440"/>
                <a:gd name="T72" fmla="*/ 4 w 4"/>
                <a:gd name="T73" fmla="*/ 922 h 2440"/>
                <a:gd name="T74" fmla="*/ 0 w 4"/>
                <a:gd name="T75" fmla="*/ 885 h 2440"/>
                <a:gd name="T76" fmla="*/ 0 w 4"/>
                <a:gd name="T77" fmla="*/ 853 h 2440"/>
                <a:gd name="T78" fmla="*/ 4 w 4"/>
                <a:gd name="T79" fmla="*/ 816 h 2440"/>
                <a:gd name="T80" fmla="*/ 4 w 4"/>
                <a:gd name="T81" fmla="*/ 761 h 2440"/>
                <a:gd name="T82" fmla="*/ 4 w 4"/>
                <a:gd name="T83" fmla="*/ 719 h 2440"/>
                <a:gd name="T84" fmla="*/ 0 w 4"/>
                <a:gd name="T85" fmla="*/ 682 h 2440"/>
                <a:gd name="T86" fmla="*/ 0 w 4"/>
                <a:gd name="T87" fmla="*/ 650 h 2440"/>
                <a:gd name="T88" fmla="*/ 4 w 4"/>
                <a:gd name="T89" fmla="*/ 613 h 2440"/>
                <a:gd name="T90" fmla="*/ 4 w 4"/>
                <a:gd name="T91" fmla="*/ 558 h 2440"/>
                <a:gd name="T92" fmla="*/ 4 w 4"/>
                <a:gd name="T93" fmla="*/ 516 h 2440"/>
                <a:gd name="T94" fmla="*/ 0 w 4"/>
                <a:gd name="T95" fmla="*/ 479 h 2440"/>
                <a:gd name="T96" fmla="*/ 0 w 4"/>
                <a:gd name="T97" fmla="*/ 447 h 2440"/>
                <a:gd name="T98" fmla="*/ 4 w 4"/>
                <a:gd name="T99" fmla="*/ 410 h 2440"/>
                <a:gd name="T100" fmla="*/ 4 w 4"/>
                <a:gd name="T101" fmla="*/ 355 h 2440"/>
                <a:gd name="T102" fmla="*/ 4 w 4"/>
                <a:gd name="T103" fmla="*/ 313 h 2440"/>
                <a:gd name="T104" fmla="*/ 0 w 4"/>
                <a:gd name="T105" fmla="*/ 276 h 2440"/>
                <a:gd name="T106" fmla="*/ 0 w 4"/>
                <a:gd name="T107" fmla="*/ 244 h 2440"/>
                <a:gd name="T108" fmla="*/ 4 w 4"/>
                <a:gd name="T109" fmla="*/ 207 h 2440"/>
                <a:gd name="T110" fmla="*/ 4 w 4"/>
                <a:gd name="T111" fmla="*/ 152 h 2440"/>
                <a:gd name="T112" fmla="*/ 4 w 4"/>
                <a:gd name="T113" fmla="*/ 110 h 2440"/>
                <a:gd name="T114" fmla="*/ 0 w 4"/>
                <a:gd name="T115" fmla="*/ 73 h 2440"/>
                <a:gd name="T116" fmla="*/ 0 w 4"/>
                <a:gd name="T117" fmla="*/ 41 h 2440"/>
                <a:gd name="T118" fmla="*/ 4 w 4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" h="2440">
                  <a:moveTo>
                    <a:pt x="4" y="2421"/>
                  </a:moveTo>
                  <a:lnTo>
                    <a:pt x="4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4" y="2421"/>
                  </a:lnTo>
                  <a:close/>
                  <a:moveTo>
                    <a:pt x="4" y="2403"/>
                  </a:moveTo>
                  <a:lnTo>
                    <a:pt x="4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4" y="2403"/>
                  </a:lnTo>
                  <a:close/>
                  <a:moveTo>
                    <a:pt x="4" y="2384"/>
                  </a:moveTo>
                  <a:lnTo>
                    <a:pt x="4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4" y="2384"/>
                  </a:lnTo>
                  <a:close/>
                  <a:moveTo>
                    <a:pt x="4" y="2366"/>
                  </a:moveTo>
                  <a:lnTo>
                    <a:pt x="4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4" y="2366"/>
                  </a:lnTo>
                  <a:close/>
                  <a:moveTo>
                    <a:pt x="4" y="2347"/>
                  </a:moveTo>
                  <a:lnTo>
                    <a:pt x="4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4" y="2347"/>
                  </a:lnTo>
                  <a:close/>
                  <a:moveTo>
                    <a:pt x="4" y="2329"/>
                  </a:moveTo>
                  <a:lnTo>
                    <a:pt x="4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4" y="2329"/>
                  </a:lnTo>
                  <a:close/>
                  <a:moveTo>
                    <a:pt x="4" y="2310"/>
                  </a:moveTo>
                  <a:lnTo>
                    <a:pt x="4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4" y="2310"/>
                  </a:lnTo>
                  <a:close/>
                  <a:moveTo>
                    <a:pt x="4" y="2292"/>
                  </a:moveTo>
                  <a:lnTo>
                    <a:pt x="4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4" y="2292"/>
                  </a:lnTo>
                  <a:close/>
                  <a:moveTo>
                    <a:pt x="4" y="2274"/>
                  </a:moveTo>
                  <a:lnTo>
                    <a:pt x="4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4" y="2274"/>
                  </a:lnTo>
                  <a:close/>
                  <a:moveTo>
                    <a:pt x="4" y="2255"/>
                  </a:moveTo>
                  <a:lnTo>
                    <a:pt x="4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4" y="2255"/>
                  </a:lnTo>
                  <a:close/>
                  <a:moveTo>
                    <a:pt x="4" y="2237"/>
                  </a:moveTo>
                  <a:lnTo>
                    <a:pt x="4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4" y="2237"/>
                  </a:lnTo>
                  <a:close/>
                  <a:moveTo>
                    <a:pt x="4" y="2218"/>
                  </a:moveTo>
                  <a:lnTo>
                    <a:pt x="4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4" y="2218"/>
                  </a:lnTo>
                  <a:close/>
                  <a:moveTo>
                    <a:pt x="4" y="2200"/>
                  </a:moveTo>
                  <a:lnTo>
                    <a:pt x="4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4" y="2200"/>
                  </a:lnTo>
                  <a:close/>
                  <a:moveTo>
                    <a:pt x="4" y="2181"/>
                  </a:moveTo>
                  <a:lnTo>
                    <a:pt x="4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4" y="2181"/>
                  </a:lnTo>
                  <a:close/>
                  <a:moveTo>
                    <a:pt x="4" y="2163"/>
                  </a:moveTo>
                  <a:lnTo>
                    <a:pt x="4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4" y="2163"/>
                  </a:lnTo>
                  <a:close/>
                  <a:moveTo>
                    <a:pt x="4" y="2144"/>
                  </a:moveTo>
                  <a:lnTo>
                    <a:pt x="4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4" y="2144"/>
                  </a:lnTo>
                  <a:close/>
                  <a:moveTo>
                    <a:pt x="4" y="2126"/>
                  </a:moveTo>
                  <a:lnTo>
                    <a:pt x="4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4" y="2126"/>
                  </a:lnTo>
                  <a:close/>
                  <a:moveTo>
                    <a:pt x="4" y="2107"/>
                  </a:moveTo>
                  <a:lnTo>
                    <a:pt x="4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4" y="2107"/>
                  </a:lnTo>
                  <a:close/>
                  <a:moveTo>
                    <a:pt x="4" y="2089"/>
                  </a:moveTo>
                  <a:lnTo>
                    <a:pt x="4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4" y="2089"/>
                  </a:lnTo>
                  <a:close/>
                  <a:moveTo>
                    <a:pt x="4" y="2071"/>
                  </a:moveTo>
                  <a:lnTo>
                    <a:pt x="4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4" y="2071"/>
                  </a:lnTo>
                  <a:close/>
                  <a:moveTo>
                    <a:pt x="4" y="2052"/>
                  </a:moveTo>
                  <a:lnTo>
                    <a:pt x="4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4" y="2052"/>
                  </a:lnTo>
                  <a:close/>
                  <a:moveTo>
                    <a:pt x="4" y="2034"/>
                  </a:moveTo>
                  <a:lnTo>
                    <a:pt x="4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4" y="2034"/>
                  </a:lnTo>
                  <a:close/>
                  <a:moveTo>
                    <a:pt x="4" y="2015"/>
                  </a:moveTo>
                  <a:lnTo>
                    <a:pt x="4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4" y="2015"/>
                  </a:lnTo>
                  <a:close/>
                  <a:moveTo>
                    <a:pt x="4" y="1997"/>
                  </a:moveTo>
                  <a:lnTo>
                    <a:pt x="4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4" y="1997"/>
                  </a:lnTo>
                  <a:close/>
                  <a:moveTo>
                    <a:pt x="4" y="1978"/>
                  </a:moveTo>
                  <a:lnTo>
                    <a:pt x="4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4" y="1978"/>
                  </a:lnTo>
                  <a:close/>
                  <a:moveTo>
                    <a:pt x="4" y="1960"/>
                  </a:moveTo>
                  <a:lnTo>
                    <a:pt x="4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4" y="1960"/>
                  </a:lnTo>
                  <a:close/>
                  <a:moveTo>
                    <a:pt x="4" y="1941"/>
                  </a:moveTo>
                  <a:lnTo>
                    <a:pt x="4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4" y="1941"/>
                  </a:lnTo>
                  <a:close/>
                  <a:moveTo>
                    <a:pt x="4" y="1923"/>
                  </a:moveTo>
                  <a:lnTo>
                    <a:pt x="4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4" y="1923"/>
                  </a:lnTo>
                  <a:close/>
                  <a:moveTo>
                    <a:pt x="4" y="1905"/>
                  </a:moveTo>
                  <a:lnTo>
                    <a:pt x="4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4" y="1905"/>
                  </a:lnTo>
                  <a:close/>
                  <a:moveTo>
                    <a:pt x="4" y="1886"/>
                  </a:moveTo>
                  <a:lnTo>
                    <a:pt x="4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4" y="1886"/>
                  </a:lnTo>
                  <a:close/>
                  <a:moveTo>
                    <a:pt x="4" y="1868"/>
                  </a:moveTo>
                  <a:lnTo>
                    <a:pt x="4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4" y="1868"/>
                  </a:lnTo>
                  <a:close/>
                  <a:moveTo>
                    <a:pt x="4" y="1849"/>
                  </a:moveTo>
                  <a:lnTo>
                    <a:pt x="4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4" y="1849"/>
                  </a:lnTo>
                  <a:close/>
                  <a:moveTo>
                    <a:pt x="4" y="1831"/>
                  </a:moveTo>
                  <a:lnTo>
                    <a:pt x="4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4" y="1831"/>
                  </a:lnTo>
                  <a:close/>
                  <a:moveTo>
                    <a:pt x="4" y="1812"/>
                  </a:moveTo>
                  <a:lnTo>
                    <a:pt x="4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4" y="1812"/>
                  </a:lnTo>
                  <a:close/>
                  <a:moveTo>
                    <a:pt x="4" y="1794"/>
                  </a:moveTo>
                  <a:lnTo>
                    <a:pt x="4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4" y="1794"/>
                  </a:lnTo>
                  <a:close/>
                  <a:moveTo>
                    <a:pt x="4" y="1775"/>
                  </a:moveTo>
                  <a:lnTo>
                    <a:pt x="4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4" y="1775"/>
                  </a:lnTo>
                  <a:close/>
                  <a:moveTo>
                    <a:pt x="4" y="1757"/>
                  </a:moveTo>
                  <a:lnTo>
                    <a:pt x="4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4" y="1757"/>
                  </a:lnTo>
                  <a:close/>
                  <a:moveTo>
                    <a:pt x="4" y="1739"/>
                  </a:moveTo>
                  <a:lnTo>
                    <a:pt x="4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4" y="1739"/>
                  </a:lnTo>
                  <a:close/>
                  <a:moveTo>
                    <a:pt x="4" y="1720"/>
                  </a:moveTo>
                  <a:lnTo>
                    <a:pt x="4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4" y="1720"/>
                  </a:lnTo>
                  <a:close/>
                  <a:moveTo>
                    <a:pt x="4" y="1702"/>
                  </a:moveTo>
                  <a:lnTo>
                    <a:pt x="4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4" y="1702"/>
                  </a:lnTo>
                  <a:close/>
                  <a:moveTo>
                    <a:pt x="4" y="1683"/>
                  </a:moveTo>
                  <a:lnTo>
                    <a:pt x="4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4" y="1683"/>
                  </a:lnTo>
                  <a:close/>
                  <a:moveTo>
                    <a:pt x="4" y="1665"/>
                  </a:moveTo>
                  <a:lnTo>
                    <a:pt x="4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4" y="1665"/>
                  </a:lnTo>
                  <a:close/>
                  <a:moveTo>
                    <a:pt x="4" y="1646"/>
                  </a:moveTo>
                  <a:lnTo>
                    <a:pt x="4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4" y="1646"/>
                  </a:lnTo>
                  <a:close/>
                  <a:moveTo>
                    <a:pt x="4" y="1628"/>
                  </a:moveTo>
                  <a:lnTo>
                    <a:pt x="4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4" y="1628"/>
                  </a:lnTo>
                  <a:close/>
                  <a:moveTo>
                    <a:pt x="4" y="1609"/>
                  </a:moveTo>
                  <a:lnTo>
                    <a:pt x="4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4" y="1609"/>
                  </a:lnTo>
                  <a:close/>
                  <a:moveTo>
                    <a:pt x="4" y="1591"/>
                  </a:moveTo>
                  <a:lnTo>
                    <a:pt x="4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4" y="1591"/>
                  </a:lnTo>
                  <a:close/>
                  <a:moveTo>
                    <a:pt x="4" y="1572"/>
                  </a:moveTo>
                  <a:lnTo>
                    <a:pt x="4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4" y="1572"/>
                  </a:lnTo>
                  <a:close/>
                  <a:moveTo>
                    <a:pt x="4" y="1554"/>
                  </a:moveTo>
                  <a:lnTo>
                    <a:pt x="4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4" y="1554"/>
                  </a:lnTo>
                  <a:close/>
                  <a:moveTo>
                    <a:pt x="4" y="1536"/>
                  </a:moveTo>
                  <a:lnTo>
                    <a:pt x="4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4" y="1536"/>
                  </a:lnTo>
                  <a:close/>
                  <a:moveTo>
                    <a:pt x="4" y="1517"/>
                  </a:moveTo>
                  <a:lnTo>
                    <a:pt x="4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4" y="1517"/>
                  </a:lnTo>
                  <a:close/>
                  <a:moveTo>
                    <a:pt x="4" y="1499"/>
                  </a:moveTo>
                  <a:lnTo>
                    <a:pt x="4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4" y="1499"/>
                  </a:lnTo>
                  <a:close/>
                  <a:moveTo>
                    <a:pt x="4" y="1480"/>
                  </a:moveTo>
                  <a:lnTo>
                    <a:pt x="4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4" y="1480"/>
                  </a:lnTo>
                  <a:close/>
                  <a:moveTo>
                    <a:pt x="4" y="1462"/>
                  </a:moveTo>
                  <a:lnTo>
                    <a:pt x="4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4" y="1462"/>
                  </a:lnTo>
                  <a:close/>
                  <a:moveTo>
                    <a:pt x="4" y="1443"/>
                  </a:moveTo>
                  <a:lnTo>
                    <a:pt x="4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4" y="1443"/>
                  </a:lnTo>
                  <a:close/>
                  <a:moveTo>
                    <a:pt x="4" y="1425"/>
                  </a:moveTo>
                  <a:lnTo>
                    <a:pt x="4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4" y="1425"/>
                  </a:lnTo>
                  <a:close/>
                  <a:moveTo>
                    <a:pt x="4" y="1406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4" y="1406"/>
                  </a:lnTo>
                  <a:close/>
                  <a:moveTo>
                    <a:pt x="4" y="1388"/>
                  </a:moveTo>
                  <a:lnTo>
                    <a:pt x="4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4" y="1388"/>
                  </a:lnTo>
                  <a:close/>
                  <a:moveTo>
                    <a:pt x="4" y="1370"/>
                  </a:moveTo>
                  <a:lnTo>
                    <a:pt x="4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4" y="1370"/>
                  </a:lnTo>
                  <a:close/>
                  <a:moveTo>
                    <a:pt x="4" y="1351"/>
                  </a:moveTo>
                  <a:lnTo>
                    <a:pt x="4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4" y="1351"/>
                  </a:lnTo>
                  <a:close/>
                  <a:moveTo>
                    <a:pt x="4" y="1333"/>
                  </a:moveTo>
                  <a:lnTo>
                    <a:pt x="4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4" y="1333"/>
                  </a:lnTo>
                  <a:close/>
                  <a:moveTo>
                    <a:pt x="4" y="1314"/>
                  </a:moveTo>
                  <a:lnTo>
                    <a:pt x="4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4" y="1314"/>
                  </a:lnTo>
                  <a:close/>
                  <a:moveTo>
                    <a:pt x="4" y="1296"/>
                  </a:moveTo>
                  <a:lnTo>
                    <a:pt x="4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4" y="1296"/>
                  </a:lnTo>
                  <a:close/>
                  <a:moveTo>
                    <a:pt x="4" y="1277"/>
                  </a:moveTo>
                  <a:lnTo>
                    <a:pt x="4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4" y="1277"/>
                  </a:lnTo>
                  <a:close/>
                  <a:moveTo>
                    <a:pt x="4" y="1259"/>
                  </a:moveTo>
                  <a:lnTo>
                    <a:pt x="4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4" y="1259"/>
                  </a:lnTo>
                  <a:close/>
                  <a:moveTo>
                    <a:pt x="4" y="1240"/>
                  </a:moveTo>
                  <a:lnTo>
                    <a:pt x="4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4" y="1240"/>
                  </a:lnTo>
                  <a:close/>
                  <a:moveTo>
                    <a:pt x="4" y="1222"/>
                  </a:moveTo>
                  <a:lnTo>
                    <a:pt x="4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4" y="1222"/>
                  </a:lnTo>
                  <a:close/>
                  <a:moveTo>
                    <a:pt x="4" y="1203"/>
                  </a:moveTo>
                  <a:lnTo>
                    <a:pt x="4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4" y="1203"/>
                  </a:lnTo>
                  <a:close/>
                  <a:moveTo>
                    <a:pt x="4" y="1185"/>
                  </a:moveTo>
                  <a:lnTo>
                    <a:pt x="4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4" y="1185"/>
                  </a:lnTo>
                  <a:close/>
                  <a:moveTo>
                    <a:pt x="4" y="1167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4" y="1167"/>
                  </a:lnTo>
                  <a:close/>
                  <a:moveTo>
                    <a:pt x="4" y="1148"/>
                  </a:moveTo>
                  <a:lnTo>
                    <a:pt x="4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4" y="1148"/>
                  </a:lnTo>
                  <a:close/>
                  <a:moveTo>
                    <a:pt x="4" y="1130"/>
                  </a:moveTo>
                  <a:lnTo>
                    <a:pt x="4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4" y="1130"/>
                  </a:lnTo>
                  <a:close/>
                  <a:moveTo>
                    <a:pt x="4" y="1111"/>
                  </a:moveTo>
                  <a:lnTo>
                    <a:pt x="4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4" y="1111"/>
                  </a:lnTo>
                  <a:close/>
                  <a:moveTo>
                    <a:pt x="4" y="1093"/>
                  </a:moveTo>
                  <a:lnTo>
                    <a:pt x="4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4" y="1093"/>
                  </a:lnTo>
                  <a:close/>
                  <a:moveTo>
                    <a:pt x="4" y="1074"/>
                  </a:moveTo>
                  <a:lnTo>
                    <a:pt x="4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4" y="1074"/>
                  </a:lnTo>
                  <a:close/>
                  <a:moveTo>
                    <a:pt x="4" y="1056"/>
                  </a:moveTo>
                  <a:lnTo>
                    <a:pt x="4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37"/>
                  </a:moveTo>
                  <a:lnTo>
                    <a:pt x="4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4" y="1037"/>
                  </a:lnTo>
                  <a:close/>
                  <a:moveTo>
                    <a:pt x="4" y="1019"/>
                  </a:moveTo>
                  <a:lnTo>
                    <a:pt x="4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4" y="1019"/>
                  </a:lnTo>
                  <a:close/>
                  <a:moveTo>
                    <a:pt x="4" y="1001"/>
                  </a:moveTo>
                  <a:lnTo>
                    <a:pt x="4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4" y="1001"/>
                  </a:lnTo>
                  <a:close/>
                  <a:moveTo>
                    <a:pt x="4" y="982"/>
                  </a:moveTo>
                  <a:lnTo>
                    <a:pt x="4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4" y="982"/>
                  </a:lnTo>
                  <a:close/>
                  <a:moveTo>
                    <a:pt x="4" y="964"/>
                  </a:moveTo>
                  <a:lnTo>
                    <a:pt x="4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45"/>
                  </a:moveTo>
                  <a:lnTo>
                    <a:pt x="4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4" y="945"/>
                  </a:lnTo>
                  <a:close/>
                  <a:moveTo>
                    <a:pt x="4" y="927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4" y="927"/>
                  </a:lnTo>
                  <a:close/>
                  <a:moveTo>
                    <a:pt x="4" y="908"/>
                  </a:moveTo>
                  <a:lnTo>
                    <a:pt x="4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4" y="908"/>
                  </a:lnTo>
                  <a:close/>
                  <a:moveTo>
                    <a:pt x="4" y="890"/>
                  </a:moveTo>
                  <a:lnTo>
                    <a:pt x="4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4" y="890"/>
                  </a:lnTo>
                  <a:close/>
                  <a:moveTo>
                    <a:pt x="4" y="871"/>
                  </a:moveTo>
                  <a:lnTo>
                    <a:pt x="4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4" y="871"/>
                  </a:lnTo>
                  <a:close/>
                  <a:moveTo>
                    <a:pt x="4" y="853"/>
                  </a:moveTo>
                  <a:lnTo>
                    <a:pt x="4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4" y="853"/>
                  </a:lnTo>
                  <a:close/>
                  <a:moveTo>
                    <a:pt x="4" y="834"/>
                  </a:moveTo>
                  <a:lnTo>
                    <a:pt x="4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4" y="834"/>
                  </a:lnTo>
                  <a:close/>
                  <a:moveTo>
                    <a:pt x="4" y="816"/>
                  </a:moveTo>
                  <a:lnTo>
                    <a:pt x="4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4" y="816"/>
                  </a:lnTo>
                  <a:close/>
                  <a:moveTo>
                    <a:pt x="4" y="798"/>
                  </a:moveTo>
                  <a:lnTo>
                    <a:pt x="4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4" y="798"/>
                  </a:lnTo>
                  <a:close/>
                  <a:moveTo>
                    <a:pt x="4" y="779"/>
                  </a:moveTo>
                  <a:lnTo>
                    <a:pt x="4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4" y="779"/>
                  </a:lnTo>
                  <a:close/>
                  <a:moveTo>
                    <a:pt x="4" y="761"/>
                  </a:moveTo>
                  <a:lnTo>
                    <a:pt x="4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4" y="761"/>
                  </a:lnTo>
                  <a:close/>
                  <a:moveTo>
                    <a:pt x="4" y="742"/>
                  </a:moveTo>
                  <a:lnTo>
                    <a:pt x="4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4" y="742"/>
                  </a:lnTo>
                  <a:close/>
                  <a:moveTo>
                    <a:pt x="4" y="724"/>
                  </a:moveTo>
                  <a:lnTo>
                    <a:pt x="4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705"/>
                  </a:moveTo>
                  <a:lnTo>
                    <a:pt x="4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4" y="705"/>
                  </a:lnTo>
                  <a:close/>
                  <a:moveTo>
                    <a:pt x="4" y="687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4" y="687"/>
                  </a:lnTo>
                  <a:close/>
                  <a:moveTo>
                    <a:pt x="4" y="668"/>
                  </a:moveTo>
                  <a:lnTo>
                    <a:pt x="4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4" y="668"/>
                  </a:lnTo>
                  <a:close/>
                  <a:moveTo>
                    <a:pt x="4" y="650"/>
                  </a:moveTo>
                  <a:lnTo>
                    <a:pt x="4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4" y="650"/>
                  </a:lnTo>
                  <a:close/>
                  <a:moveTo>
                    <a:pt x="4" y="632"/>
                  </a:moveTo>
                  <a:lnTo>
                    <a:pt x="4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4" y="632"/>
                  </a:lnTo>
                  <a:close/>
                  <a:moveTo>
                    <a:pt x="4" y="613"/>
                  </a:moveTo>
                  <a:lnTo>
                    <a:pt x="4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4" y="613"/>
                  </a:lnTo>
                  <a:close/>
                  <a:moveTo>
                    <a:pt x="4" y="595"/>
                  </a:moveTo>
                  <a:lnTo>
                    <a:pt x="4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4" y="595"/>
                  </a:lnTo>
                  <a:close/>
                  <a:moveTo>
                    <a:pt x="4" y="576"/>
                  </a:moveTo>
                  <a:lnTo>
                    <a:pt x="4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58"/>
                  </a:moveTo>
                  <a:lnTo>
                    <a:pt x="4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4" y="558"/>
                  </a:lnTo>
                  <a:close/>
                  <a:moveTo>
                    <a:pt x="4" y="539"/>
                  </a:moveTo>
                  <a:lnTo>
                    <a:pt x="4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4" y="539"/>
                  </a:lnTo>
                  <a:close/>
                  <a:moveTo>
                    <a:pt x="4" y="521"/>
                  </a:moveTo>
                  <a:lnTo>
                    <a:pt x="4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4" y="521"/>
                  </a:lnTo>
                  <a:close/>
                  <a:moveTo>
                    <a:pt x="4" y="502"/>
                  </a:moveTo>
                  <a:lnTo>
                    <a:pt x="4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4" y="502"/>
                  </a:lnTo>
                  <a:close/>
                  <a:moveTo>
                    <a:pt x="4" y="484"/>
                  </a:moveTo>
                  <a:lnTo>
                    <a:pt x="4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4" y="484"/>
                  </a:lnTo>
                  <a:close/>
                  <a:moveTo>
                    <a:pt x="4" y="465"/>
                  </a:moveTo>
                  <a:lnTo>
                    <a:pt x="4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4" y="465"/>
                  </a:lnTo>
                  <a:close/>
                  <a:moveTo>
                    <a:pt x="4" y="447"/>
                  </a:moveTo>
                  <a:lnTo>
                    <a:pt x="4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4" y="447"/>
                  </a:lnTo>
                  <a:close/>
                  <a:moveTo>
                    <a:pt x="4" y="429"/>
                  </a:moveTo>
                  <a:lnTo>
                    <a:pt x="4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4" y="429"/>
                  </a:lnTo>
                  <a:close/>
                  <a:moveTo>
                    <a:pt x="4" y="410"/>
                  </a:moveTo>
                  <a:lnTo>
                    <a:pt x="4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4" y="410"/>
                  </a:lnTo>
                  <a:close/>
                  <a:moveTo>
                    <a:pt x="4" y="392"/>
                  </a:moveTo>
                  <a:lnTo>
                    <a:pt x="4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4" y="392"/>
                  </a:lnTo>
                  <a:close/>
                  <a:moveTo>
                    <a:pt x="4" y="373"/>
                  </a:moveTo>
                  <a:lnTo>
                    <a:pt x="4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4" y="373"/>
                  </a:lnTo>
                  <a:close/>
                  <a:moveTo>
                    <a:pt x="4" y="355"/>
                  </a:moveTo>
                  <a:lnTo>
                    <a:pt x="4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4" y="355"/>
                  </a:lnTo>
                  <a:close/>
                  <a:moveTo>
                    <a:pt x="4" y="336"/>
                  </a:moveTo>
                  <a:lnTo>
                    <a:pt x="4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18"/>
                  </a:moveTo>
                  <a:lnTo>
                    <a:pt x="4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4" y="318"/>
                  </a:lnTo>
                  <a:close/>
                  <a:moveTo>
                    <a:pt x="4" y="299"/>
                  </a:moveTo>
                  <a:lnTo>
                    <a:pt x="4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4" y="299"/>
                  </a:lnTo>
                  <a:close/>
                  <a:moveTo>
                    <a:pt x="4" y="281"/>
                  </a:moveTo>
                  <a:lnTo>
                    <a:pt x="4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4" y="281"/>
                  </a:lnTo>
                  <a:close/>
                  <a:moveTo>
                    <a:pt x="4" y="263"/>
                  </a:moveTo>
                  <a:lnTo>
                    <a:pt x="4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4" y="263"/>
                  </a:lnTo>
                  <a:close/>
                  <a:moveTo>
                    <a:pt x="4" y="244"/>
                  </a:moveTo>
                  <a:lnTo>
                    <a:pt x="4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4" y="244"/>
                  </a:lnTo>
                  <a:close/>
                  <a:moveTo>
                    <a:pt x="4" y="226"/>
                  </a:moveTo>
                  <a:lnTo>
                    <a:pt x="4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4" y="226"/>
                  </a:lnTo>
                  <a:close/>
                  <a:moveTo>
                    <a:pt x="4" y="207"/>
                  </a:moveTo>
                  <a:lnTo>
                    <a:pt x="4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4" y="207"/>
                  </a:lnTo>
                  <a:close/>
                  <a:moveTo>
                    <a:pt x="4" y="189"/>
                  </a:moveTo>
                  <a:lnTo>
                    <a:pt x="4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4" y="189"/>
                  </a:lnTo>
                  <a:close/>
                  <a:moveTo>
                    <a:pt x="4" y="170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52"/>
                  </a:moveTo>
                  <a:lnTo>
                    <a:pt x="4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4" y="152"/>
                  </a:lnTo>
                  <a:close/>
                  <a:moveTo>
                    <a:pt x="4" y="133"/>
                  </a:move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4" y="133"/>
                  </a:lnTo>
                  <a:close/>
                  <a:moveTo>
                    <a:pt x="4" y="115"/>
                  </a:moveTo>
                  <a:lnTo>
                    <a:pt x="4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4" y="115"/>
                  </a:lnTo>
                  <a:close/>
                  <a:moveTo>
                    <a:pt x="4" y="97"/>
                  </a:moveTo>
                  <a:lnTo>
                    <a:pt x="4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4" y="97"/>
                  </a:lnTo>
                  <a:close/>
                  <a:moveTo>
                    <a:pt x="4" y="78"/>
                  </a:moveTo>
                  <a:lnTo>
                    <a:pt x="4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4" y="78"/>
                  </a:lnTo>
                  <a:close/>
                  <a:moveTo>
                    <a:pt x="4" y="60"/>
                  </a:moveTo>
                  <a:lnTo>
                    <a:pt x="4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4" y="60"/>
                  </a:lnTo>
                  <a:close/>
                  <a:moveTo>
                    <a:pt x="4" y="41"/>
                  </a:move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1"/>
                  </a:lnTo>
                  <a:close/>
                  <a:moveTo>
                    <a:pt x="4" y="2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4" y="23"/>
                  </a:lnTo>
                  <a:close/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close/>
                  <a:moveTo>
                    <a:pt x="4" y="2440"/>
                  </a:moveTo>
                  <a:lnTo>
                    <a:pt x="4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4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Rectangle 920"/>
            <p:cNvSpPr>
              <a:spLocks noChangeArrowheads="1"/>
            </p:cNvSpPr>
            <p:nvPr/>
          </p:nvSpPr>
          <p:spPr bwMode="auto">
            <a:xfrm>
              <a:off x="3471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Rectangle 921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922"/>
            <p:cNvSpPr>
              <a:spLocks noEditPoints="1"/>
            </p:cNvSpPr>
            <p:nvPr/>
          </p:nvSpPr>
          <p:spPr bwMode="auto">
            <a:xfrm>
              <a:off x="353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Rectangle 923"/>
            <p:cNvSpPr>
              <a:spLocks noChangeArrowheads="1"/>
            </p:cNvSpPr>
            <p:nvPr/>
          </p:nvSpPr>
          <p:spPr bwMode="auto">
            <a:xfrm>
              <a:off x="352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Rectangle 924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925"/>
            <p:cNvSpPr>
              <a:spLocks noEditPoints="1"/>
            </p:cNvSpPr>
            <p:nvPr/>
          </p:nvSpPr>
          <p:spPr bwMode="auto">
            <a:xfrm>
              <a:off x="358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Rectangle 926"/>
            <p:cNvSpPr>
              <a:spLocks noChangeArrowheads="1"/>
            </p:cNvSpPr>
            <p:nvPr/>
          </p:nvSpPr>
          <p:spPr bwMode="auto">
            <a:xfrm>
              <a:off x="3586" y="892"/>
              <a:ext cx="10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Rectangle 927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928"/>
            <p:cNvSpPr>
              <a:spLocks noEditPoints="1"/>
            </p:cNvSpPr>
            <p:nvPr/>
          </p:nvSpPr>
          <p:spPr bwMode="auto">
            <a:xfrm>
              <a:off x="364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Rectangle 929"/>
            <p:cNvSpPr>
              <a:spLocks noChangeArrowheads="1"/>
            </p:cNvSpPr>
            <p:nvPr/>
          </p:nvSpPr>
          <p:spPr bwMode="auto">
            <a:xfrm>
              <a:off x="364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Rectangle 930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931"/>
            <p:cNvSpPr>
              <a:spLocks noEditPoints="1"/>
            </p:cNvSpPr>
            <p:nvPr/>
          </p:nvSpPr>
          <p:spPr bwMode="auto">
            <a:xfrm>
              <a:off x="3700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Rectangle 932"/>
            <p:cNvSpPr>
              <a:spLocks noChangeArrowheads="1"/>
            </p:cNvSpPr>
            <p:nvPr/>
          </p:nvSpPr>
          <p:spPr bwMode="auto">
            <a:xfrm>
              <a:off x="369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Rectangle 933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934"/>
            <p:cNvSpPr>
              <a:spLocks noEditPoints="1"/>
            </p:cNvSpPr>
            <p:nvPr/>
          </p:nvSpPr>
          <p:spPr bwMode="auto">
            <a:xfrm>
              <a:off x="3757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Rectangle 935"/>
            <p:cNvSpPr>
              <a:spLocks noChangeArrowheads="1"/>
            </p:cNvSpPr>
            <p:nvPr/>
          </p:nvSpPr>
          <p:spPr bwMode="auto">
            <a:xfrm>
              <a:off x="3757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Rectangle 936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937"/>
            <p:cNvSpPr>
              <a:spLocks noEditPoints="1"/>
            </p:cNvSpPr>
            <p:nvPr/>
          </p:nvSpPr>
          <p:spPr bwMode="auto">
            <a:xfrm>
              <a:off x="3814" y="892"/>
              <a:ext cx="3" cy="2440"/>
            </a:xfrm>
            <a:custGeom>
              <a:avLst/>
              <a:gdLst>
                <a:gd name="T0" fmla="*/ 3 w 3"/>
                <a:gd name="T1" fmla="*/ 2384 h 2440"/>
                <a:gd name="T2" fmla="*/ 3 w 3"/>
                <a:gd name="T3" fmla="*/ 2343 h 2440"/>
                <a:gd name="T4" fmla="*/ 0 w 3"/>
                <a:gd name="T5" fmla="*/ 2306 h 2440"/>
                <a:gd name="T6" fmla="*/ 0 w 3"/>
                <a:gd name="T7" fmla="*/ 2274 h 2440"/>
                <a:gd name="T8" fmla="*/ 3 w 3"/>
                <a:gd name="T9" fmla="*/ 2237 h 2440"/>
                <a:gd name="T10" fmla="*/ 3 w 3"/>
                <a:gd name="T11" fmla="*/ 2181 h 2440"/>
                <a:gd name="T12" fmla="*/ 3 w 3"/>
                <a:gd name="T13" fmla="*/ 2140 h 2440"/>
                <a:gd name="T14" fmla="*/ 0 w 3"/>
                <a:gd name="T15" fmla="*/ 2103 h 2440"/>
                <a:gd name="T16" fmla="*/ 0 w 3"/>
                <a:gd name="T17" fmla="*/ 2071 h 2440"/>
                <a:gd name="T18" fmla="*/ 3 w 3"/>
                <a:gd name="T19" fmla="*/ 2034 h 2440"/>
                <a:gd name="T20" fmla="*/ 3 w 3"/>
                <a:gd name="T21" fmla="*/ 1978 h 2440"/>
                <a:gd name="T22" fmla="*/ 3 w 3"/>
                <a:gd name="T23" fmla="*/ 1937 h 2440"/>
                <a:gd name="T24" fmla="*/ 0 w 3"/>
                <a:gd name="T25" fmla="*/ 1900 h 2440"/>
                <a:gd name="T26" fmla="*/ 0 w 3"/>
                <a:gd name="T27" fmla="*/ 1868 h 2440"/>
                <a:gd name="T28" fmla="*/ 3 w 3"/>
                <a:gd name="T29" fmla="*/ 1831 h 2440"/>
                <a:gd name="T30" fmla="*/ 3 w 3"/>
                <a:gd name="T31" fmla="*/ 1775 h 2440"/>
                <a:gd name="T32" fmla="*/ 3 w 3"/>
                <a:gd name="T33" fmla="*/ 1734 h 2440"/>
                <a:gd name="T34" fmla="*/ 0 w 3"/>
                <a:gd name="T35" fmla="*/ 1697 h 2440"/>
                <a:gd name="T36" fmla="*/ 0 w 3"/>
                <a:gd name="T37" fmla="*/ 1665 h 2440"/>
                <a:gd name="T38" fmla="*/ 3 w 3"/>
                <a:gd name="T39" fmla="*/ 1628 h 2440"/>
                <a:gd name="T40" fmla="*/ 3 w 3"/>
                <a:gd name="T41" fmla="*/ 1572 h 2440"/>
                <a:gd name="T42" fmla="*/ 3 w 3"/>
                <a:gd name="T43" fmla="*/ 1531 h 2440"/>
                <a:gd name="T44" fmla="*/ 0 w 3"/>
                <a:gd name="T45" fmla="*/ 1494 h 2440"/>
                <a:gd name="T46" fmla="*/ 0 w 3"/>
                <a:gd name="T47" fmla="*/ 1462 h 2440"/>
                <a:gd name="T48" fmla="*/ 3 w 3"/>
                <a:gd name="T49" fmla="*/ 1425 h 2440"/>
                <a:gd name="T50" fmla="*/ 3 w 3"/>
                <a:gd name="T51" fmla="*/ 1370 h 2440"/>
                <a:gd name="T52" fmla="*/ 3 w 3"/>
                <a:gd name="T53" fmla="*/ 1328 h 2440"/>
                <a:gd name="T54" fmla="*/ 0 w 3"/>
                <a:gd name="T55" fmla="*/ 1291 h 2440"/>
                <a:gd name="T56" fmla="*/ 0 w 3"/>
                <a:gd name="T57" fmla="*/ 1259 h 2440"/>
                <a:gd name="T58" fmla="*/ 3 w 3"/>
                <a:gd name="T59" fmla="*/ 1222 h 2440"/>
                <a:gd name="T60" fmla="*/ 3 w 3"/>
                <a:gd name="T61" fmla="*/ 1167 h 2440"/>
                <a:gd name="T62" fmla="*/ 3 w 3"/>
                <a:gd name="T63" fmla="*/ 1125 h 2440"/>
                <a:gd name="T64" fmla="*/ 0 w 3"/>
                <a:gd name="T65" fmla="*/ 1088 h 2440"/>
                <a:gd name="T66" fmla="*/ 0 w 3"/>
                <a:gd name="T67" fmla="*/ 1056 h 2440"/>
                <a:gd name="T68" fmla="*/ 3 w 3"/>
                <a:gd name="T69" fmla="*/ 1019 h 2440"/>
                <a:gd name="T70" fmla="*/ 3 w 3"/>
                <a:gd name="T71" fmla="*/ 964 h 2440"/>
                <a:gd name="T72" fmla="*/ 3 w 3"/>
                <a:gd name="T73" fmla="*/ 922 h 2440"/>
                <a:gd name="T74" fmla="*/ 0 w 3"/>
                <a:gd name="T75" fmla="*/ 885 h 2440"/>
                <a:gd name="T76" fmla="*/ 0 w 3"/>
                <a:gd name="T77" fmla="*/ 853 h 2440"/>
                <a:gd name="T78" fmla="*/ 3 w 3"/>
                <a:gd name="T79" fmla="*/ 816 h 2440"/>
                <a:gd name="T80" fmla="*/ 3 w 3"/>
                <a:gd name="T81" fmla="*/ 761 h 2440"/>
                <a:gd name="T82" fmla="*/ 3 w 3"/>
                <a:gd name="T83" fmla="*/ 719 h 2440"/>
                <a:gd name="T84" fmla="*/ 0 w 3"/>
                <a:gd name="T85" fmla="*/ 682 h 2440"/>
                <a:gd name="T86" fmla="*/ 0 w 3"/>
                <a:gd name="T87" fmla="*/ 650 h 2440"/>
                <a:gd name="T88" fmla="*/ 3 w 3"/>
                <a:gd name="T89" fmla="*/ 613 h 2440"/>
                <a:gd name="T90" fmla="*/ 3 w 3"/>
                <a:gd name="T91" fmla="*/ 558 h 2440"/>
                <a:gd name="T92" fmla="*/ 3 w 3"/>
                <a:gd name="T93" fmla="*/ 516 h 2440"/>
                <a:gd name="T94" fmla="*/ 0 w 3"/>
                <a:gd name="T95" fmla="*/ 479 h 2440"/>
                <a:gd name="T96" fmla="*/ 0 w 3"/>
                <a:gd name="T97" fmla="*/ 447 h 2440"/>
                <a:gd name="T98" fmla="*/ 3 w 3"/>
                <a:gd name="T99" fmla="*/ 410 h 2440"/>
                <a:gd name="T100" fmla="*/ 3 w 3"/>
                <a:gd name="T101" fmla="*/ 355 h 2440"/>
                <a:gd name="T102" fmla="*/ 3 w 3"/>
                <a:gd name="T103" fmla="*/ 313 h 2440"/>
                <a:gd name="T104" fmla="*/ 0 w 3"/>
                <a:gd name="T105" fmla="*/ 276 h 2440"/>
                <a:gd name="T106" fmla="*/ 0 w 3"/>
                <a:gd name="T107" fmla="*/ 244 h 2440"/>
                <a:gd name="T108" fmla="*/ 3 w 3"/>
                <a:gd name="T109" fmla="*/ 207 h 2440"/>
                <a:gd name="T110" fmla="*/ 3 w 3"/>
                <a:gd name="T111" fmla="*/ 152 h 2440"/>
                <a:gd name="T112" fmla="*/ 3 w 3"/>
                <a:gd name="T113" fmla="*/ 110 h 2440"/>
                <a:gd name="T114" fmla="*/ 0 w 3"/>
                <a:gd name="T115" fmla="*/ 73 h 2440"/>
                <a:gd name="T116" fmla="*/ 0 w 3"/>
                <a:gd name="T117" fmla="*/ 41 h 2440"/>
                <a:gd name="T118" fmla="*/ 3 w 3"/>
                <a:gd name="T119" fmla="*/ 4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" h="2440">
                  <a:moveTo>
                    <a:pt x="3" y="2421"/>
                  </a:moveTo>
                  <a:lnTo>
                    <a:pt x="3" y="2417"/>
                  </a:lnTo>
                  <a:lnTo>
                    <a:pt x="0" y="2417"/>
                  </a:lnTo>
                  <a:lnTo>
                    <a:pt x="0" y="2421"/>
                  </a:lnTo>
                  <a:lnTo>
                    <a:pt x="3" y="2421"/>
                  </a:lnTo>
                  <a:close/>
                  <a:moveTo>
                    <a:pt x="3" y="2403"/>
                  </a:moveTo>
                  <a:lnTo>
                    <a:pt x="3" y="2398"/>
                  </a:lnTo>
                  <a:lnTo>
                    <a:pt x="0" y="2398"/>
                  </a:lnTo>
                  <a:lnTo>
                    <a:pt x="0" y="2403"/>
                  </a:lnTo>
                  <a:lnTo>
                    <a:pt x="3" y="2403"/>
                  </a:lnTo>
                  <a:close/>
                  <a:moveTo>
                    <a:pt x="3" y="2384"/>
                  </a:moveTo>
                  <a:lnTo>
                    <a:pt x="3" y="2380"/>
                  </a:lnTo>
                  <a:lnTo>
                    <a:pt x="0" y="2380"/>
                  </a:lnTo>
                  <a:lnTo>
                    <a:pt x="0" y="2384"/>
                  </a:lnTo>
                  <a:lnTo>
                    <a:pt x="3" y="2384"/>
                  </a:lnTo>
                  <a:close/>
                  <a:moveTo>
                    <a:pt x="3" y="2366"/>
                  </a:moveTo>
                  <a:lnTo>
                    <a:pt x="3" y="2361"/>
                  </a:lnTo>
                  <a:lnTo>
                    <a:pt x="0" y="2361"/>
                  </a:lnTo>
                  <a:lnTo>
                    <a:pt x="0" y="2366"/>
                  </a:lnTo>
                  <a:lnTo>
                    <a:pt x="3" y="2366"/>
                  </a:lnTo>
                  <a:close/>
                  <a:moveTo>
                    <a:pt x="3" y="2347"/>
                  </a:moveTo>
                  <a:lnTo>
                    <a:pt x="3" y="2343"/>
                  </a:lnTo>
                  <a:lnTo>
                    <a:pt x="0" y="2343"/>
                  </a:lnTo>
                  <a:lnTo>
                    <a:pt x="0" y="2347"/>
                  </a:lnTo>
                  <a:lnTo>
                    <a:pt x="3" y="2347"/>
                  </a:lnTo>
                  <a:close/>
                  <a:moveTo>
                    <a:pt x="3" y="2329"/>
                  </a:moveTo>
                  <a:lnTo>
                    <a:pt x="3" y="2324"/>
                  </a:lnTo>
                  <a:lnTo>
                    <a:pt x="0" y="2324"/>
                  </a:lnTo>
                  <a:lnTo>
                    <a:pt x="0" y="2329"/>
                  </a:lnTo>
                  <a:lnTo>
                    <a:pt x="3" y="2329"/>
                  </a:lnTo>
                  <a:close/>
                  <a:moveTo>
                    <a:pt x="3" y="2310"/>
                  </a:moveTo>
                  <a:lnTo>
                    <a:pt x="3" y="2306"/>
                  </a:lnTo>
                  <a:lnTo>
                    <a:pt x="0" y="2306"/>
                  </a:lnTo>
                  <a:lnTo>
                    <a:pt x="0" y="2310"/>
                  </a:lnTo>
                  <a:lnTo>
                    <a:pt x="3" y="2310"/>
                  </a:lnTo>
                  <a:close/>
                  <a:moveTo>
                    <a:pt x="3" y="2292"/>
                  </a:moveTo>
                  <a:lnTo>
                    <a:pt x="3" y="2287"/>
                  </a:lnTo>
                  <a:lnTo>
                    <a:pt x="0" y="2287"/>
                  </a:lnTo>
                  <a:lnTo>
                    <a:pt x="0" y="2292"/>
                  </a:lnTo>
                  <a:lnTo>
                    <a:pt x="3" y="2292"/>
                  </a:lnTo>
                  <a:close/>
                  <a:moveTo>
                    <a:pt x="3" y="2274"/>
                  </a:moveTo>
                  <a:lnTo>
                    <a:pt x="3" y="2269"/>
                  </a:lnTo>
                  <a:lnTo>
                    <a:pt x="0" y="2269"/>
                  </a:lnTo>
                  <a:lnTo>
                    <a:pt x="0" y="2274"/>
                  </a:lnTo>
                  <a:lnTo>
                    <a:pt x="3" y="2274"/>
                  </a:lnTo>
                  <a:close/>
                  <a:moveTo>
                    <a:pt x="3" y="2255"/>
                  </a:moveTo>
                  <a:lnTo>
                    <a:pt x="3" y="2250"/>
                  </a:lnTo>
                  <a:lnTo>
                    <a:pt x="0" y="2250"/>
                  </a:lnTo>
                  <a:lnTo>
                    <a:pt x="0" y="2255"/>
                  </a:lnTo>
                  <a:lnTo>
                    <a:pt x="3" y="2255"/>
                  </a:lnTo>
                  <a:close/>
                  <a:moveTo>
                    <a:pt x="3" y="2237"/>
                  </a:moveTo>
                  <a:lnTo>
                    <a:pt x="3" y="2232"/>
                  </a:lnTo>
                  <a:lnTo>
                    <a:pt x="0" y="2232"/>
                  </a:lnTo>
                  <a:lnTo>
                    <a:pt x="0" y="2237"/>
                  </a:lnTo>
                  <a:lnTo>
                    <a:pt x="3" y="2237"/>
                  </a:lnTo>
                  <a:close/>
                  <a:moveTo>
                    <a:pt x="3" y="2218"/>
                  </a:moveTo>
                  <a:lnTo>
                    <a:pt x="3" y="2214"/>
                  </a:lnTo>
                  <a:lnTo>
                    <a:pt x="0" y="2214"/>
                  </a:lnTo>
                  <a:lnTo>
                    <a:pt x="0" y="2218"/>
                  </a:lnTo>
                  <a:lnTo>
                    <a:pt x="3" y="2218"/>
                  </a:lnTo>
                  <a:close/>
                  <a:moveTo>
                    <a:pt x="3" y="2200"/>
                  </a:moveTo>
                  <a:lnTo>
                    <a:pt x="3" y="2195"/>
                  </a:lnTo>
                  <a:lnTo>
                    <a:pt x="0" y="2195"/>
                  </a:lnTo>
                  <a:lnTo>
                    <a:pt x="0" y="2200"/>
                  </a:lnTo>
                  <a:lnTo>
                    <a:pt x="3" y="2200"/>
                  </a:lnTo>
                  <a:close/>
                  <a:moveTo>
                    <a:pt x="3" y="2181"/>
                  </a:moveTo>
                  <a:lnTo>
                    <a:pt x="3" y="2177"/>
                  </a:lnTo>
                  <a:lnTo>
                    <a:pt x="0" y="2177"/>
                  </a:lnTo>
                  <a:lnTo>
                    <a:pt x="0" y="2181"/>
                  </a:lnTo>
                  <a:lnTo>
                    <a:pt x="3" y="2181"/>
                  </a:lnTo>
                  <a:close/>
                  <a:moveTo>
                    <a:pt x="3" y="2163"/>
                  </a:moveTo>
                  <a:lnTo>
                    <a:pt x="3" y="2158"/>
                  </a:lnTo>
                  <a:lnTo>
                    <a:pt x="0" y="2158"/>
                  </a:lnTo>
                  <a:lnTo>
                    <a:pt x="0" y="2163"/>
                  </a:lnTo>
                  <a:lnTo>
                    <a:pt x="3" y="2163"/>
                  </a:lnTo>
                  <a:close/>
                  <a:moveTo>
                    <a:pt x="3" y="2144"/>
                  </a:moveTo>
                  <a:lnTo>
                    <a:pt x="3" y="2140"/>
                  </a:lnTo>
                  <a:lnTo>
                    <a:pt x="0" y="2140"/>
                  </a:lnTo>
                  <a:lnTo>
                    <a:pt x="0" y="2144"/>
                  </a:lnTo>
                  <a:lnTo>
                    <a:pt x="3" y="2144"/>
                  </a:lnTo>
                  <a:close/>
                  <a:moveTo>
                    <a:pt x="3" y="2126"/>
                  </a:moveTo>
                  <a:lnTo>
                    <a:pt x="3" y="2121"/>
                  </a:lnTo>
                  <a:lnTo>
                    <a:pt x="0" y="2121"/>
                  </a:lnTo>
                  <a:lnTo>
                    <a:pt x="0" y="2126"/>
                  </a:lnTo>
                  <a:lnTo>
                    <a:pt x="3" y="2126"/>
                  </a:lnTo>
                  <a:close/>
                  <a:moveTo>
                    <a:pt x="3" y="2107"/>
                  </a:moveTo>
                  <a:lnTo>
                    <a:pt x="3" y="2103"/>
                  </a:lnTo>
                  <a:lnTo>
                    <a:pt x="0" y="2103"/>
                  </a:lnTo>
                  <a:lnTo>
                    <a:pt x="0" y="2107"/>
                  </a:lnTo>
                  <a:lnTo>
                    <a:pt x="3" y="2107"/>
                  </a:lnTo>
                  <a:close/>
                  <a:moveTo>
                    <a:pt x="3" y="2089"/>
                  </a:moveTo>
                  <a:lnTo>
                    <a:pt x="3" y="2084"/>
                  </a:lnTo>
                  <a:lnTo>
                    <a:pt x="0" y="2084"/>
                  </a:lnTo>
                  <a:lnTo>
                    <a:pt x="0" y="2089"/>
                  </a:lnTo>
                  <a:lnTo>
                    <a:pt x="3" y="2089"/>
                  </a:lnTo>
                  <a:close/>
                  <a:moveTo>
                    <a:pt x="3" y="2071"/>
                  </a:moveTo>
                  <a:lnTo>
                    <a:pt x="3" y="2066"/>
                  </a:lnTo>
                  <a:lnTo>
                    <a:pt x="0" y="2066"/>
                  </a:lnTo>
                  <a:lnTo>
                    <a:pt x="0" y="2071"/>
                  </a:lnTo>
                  <a:lnTo>
                    <a:pt x="3" y="2071"/>
                  </a:lnTo>
                  <a:close/>
                  <a:moveTo>
                    <a:pt x="3" y="2052"/>
                  </a:moveTo>
                  <a:lnTo>
                    <a:pt x="3" y="2048"/>
                  </a:lnTo>
                  <a:lnTo>
                    <a:pt x="0" y="2048"/>
                  </a:lnTo>
                  <a:lnTo>
                    <a:pt x="0" y="2052"/>
                  </a:lnTo>
                  <a:lnTo>
                    <a:pt x="3" y="2052"/>
                  </a:lnTo>
                  <a:close/>
                  <a:moveTo>
                    <a:pt x="3" y="2034"/>
                  </a:moveTo>
                  <a:lnTo>
                    <a:pt x="3" y="2029"/>
                  </a:lnTo>
                  <a:lnTo>
                    <a:pt x="0" y="2029"/>
                  </a:lnTo>
                  <a:lnTo>
                    <a:pt x="0" y="2034"/>
                  </a:lnTo>
                  <a:lnTo>
                    <a:pt x="3" y="2034"/>
                  </a:lnTo>
                  <a:close/>
                  <a:moveTo>
                    <a:pt x="3" y="2015"/>
                  </a:moveTo>
                  <a:lnTo>
                    <a:pt x="3" y="2011"/>
                  </a:lnTo>
                  <a:lnTo>
                    <a:pt x="0" y="2011"/>
                  </a:lnTo>
                  <a:lnTo>
                    <a:pt x="0" y="2015"/>
                  </a:lnTo>
                  <a:lnTo>
                    <a:pt x="3" y="2015"/>
                  </a:lnTo>
                  <a:close/>
                  <a:moveTo>
                    <a:pt x="3" y="1997"/>
                  </a:moveTo>
                  <a:lnTo>
                    <a:pt x="3" y="1992"/>
                  </a:lnTo>
                  <a:lnTo>
                    <a:pt x="0" y="1992"/>
                  </a:lnTo>
                  <a:lnTo>
                    <a:pt x="0" y="1997"/>
                  </a:lnTo>
                  <a:lnTo>
                    <a:pt x="3" y="1997"/>
                  </a:lnTo>
                  <a:close/>
                  <a:moveTo>
                    <a:pt x="3" y="1978"/>
                  </a:moveTo>
                  <a:lnTo>
                    <a:pt x="3" y="1974"/>
                  </a:lnTo>
                  <a:lnTo>
                    <a:pt x="0" y="1974"/>
                  </a:lnTo>
                  <a:lnTo>
                    <a:pt x="0" y="1978"/>
                  </a:lnTo>
                  <a:lnTo>
                    <a:pt x="3" y="1978"/>
                  </a:lnTo>
                  <a:close/>
                  <a:moveTo>
                    <a:pt x="3" y="1960"/>
                  </a:moveTo>
                  <a:lnTo>
                    <a:pt x="3" y="1955"/>
                  </a:lnTo>
                  <a:lnTo>
                    <a:pt x="0" y="1955"/>
                  </a:lnTo>
                  <a:lnTo>
                    <a:pt x="0" y="1960"/>
                  </a:lnTo>
                  <a:lnTo>
                    <a:pt x="3" y="1960"/>
                  </a:lnTo>
                  <a:close/>
                  <a:moveTo>
                    <a:pt x="3" y="1941"/>
                  </a:moveTo>
                  <a:lnTo>
                    <a:pt x="3" y="1937"/>
                  </a:lnTo>
                  <a:lnTo>
                    <a:pt x="0" y="1937"/>
                  </a:lnTo>
                  <a:lnTo>
                    <a:pt x="0" y="1941"/>
                  </a:lnTo>
                  <a:lnTo>
                    <a:pt x="3" y="1941"/>
                  </a:lnTo>
                  <a:close/>
                  <a:moveTo>
                    <a:pt x="3" y="1923"/>
                  </a:moveTo>
                  <a:lnTo>
                    <a:pt x="3" y="1918"/>
                  </a:lnTo>
                  <a:lnTo>
                    <a:pt x="0" y="1918"/>
                  </a:lnTo>
                  <a:lnTo>
                    <a:pt x="0" y="1923"/>
                  </a:lnTo>
                  <a:lnTo>
                    <a:pt x="3" y="1923"/>
                  </a:lnTo>
                  <a:close/>
                  <a:moveTo>
                    <a:pt x="3" y="1905"/>
                  </a:moveTo>
                  <a:lnTo>
                    <a:pt x="3" y="1900"/>
                  </a:lnTo>
                  <a:lnTo>
                    <a:pt x="0" y="1900"/>
                  </a:lnTo>
                  <a:lnTo>
                    <a:pt x="0" y="1905"/>
                  </a:lnTo>
                  <a:lnTo>
                    <a:pt x="3" y="1905"/>
                  </a:lnTo>
                  <a:close/>
                  <a:moveTo>
                    <a:pt x="3" y="1886"/>
                  </a:moveTo>
                  <a:lnTo>
                    <a:pt x="3" y="1881"/>
                  </a:lnTo>
                  <a:lnTo>
                    <a:pt x="0" y="1881"/>
                  </a:lnTo>
                  <a:lnTo>
                    <a:pt x="0" y="1886"/>
                  </a:lnTo>
                  <a:lnTo>
                    <a:pt x="3" y="1886"/>
                  </a:lnTo>
                  <a:close/>
                  <a:moveTo>
                    <a:pt x="3" y="1868"/>
                  </a:moveTo>
                  <a:lnTo>
                    <a:pt x="3" y="1863"/>
                  </a:lnTo>
                  <a:lnTo>
                    <a:pt x="0" y="1863"/>
                  </a:lnTo>
                  <a:lnTo>
                    <a:pt x="0" y="1868"/>
                  </a:lnTo>
                  <a:lnTo>
                    <a:pt x="3" y="1868"/>
                  </a:lnTo>
                  <a:close/>
                  <a:moveTo>
                    <a:pt x="3" y="1849"/>
                  </a:moveTo>
                  <a:lnTo>
                    <a:pt x="3" y="1845"/>
                  </a:lnTo>
                  <a:lnTo>
                    <a:pt x="0" y="1845"/>
                  </a:lnTo>
                  <a:lnTo>
                    <a:pt x="0" y="1849"/>
                  </a:lnTo>
                  <a:lnTo>
                    <a:pt x="3" y="1849"/>
                  </a:lnTo>
                  <a:close/>
                  <a:moveTo>
                    <a:pt x="3" y="1831"/>
                  </a:moveTo>
                  <a:lnTo>
                    <a:pt x="3" y="1826"/>
                  </a:lnTo>
                  <a:lnTo>
                    <a:pt x="0" y="1826"/>
                  </a:lnTo>
                  <a:lnTo>
                    <a:pt x="0" y="1831"/>
                  </a:lnTo>
                  <a:lnTo>
                    <a:pt x="3" y="1831"/>
                  </a:lnTo>
                  <a:close/>
                  <a:moveTo>
                    <a:pt x="3" y="1812"/>
                  </a:moveTo>
                  <a:lnTo>
                    <a:pt x="3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3" y="1812"/>
                  </a:lnTo>
                  <a:close/>
                  <a:moveTo>
                    <a:pt x="3" y="1794"/>
                  </a:moveTo>
                  <a:lnTo>
                    <a:pt x="3" y="1789"/>
                  </a:lnTo>
                  <a:lnTo>
                    <a:pt x="0" y="1789"/>
                  </a:lnTo>
                  <a:lnTo>
                    <a:pt x="0" y="1794"/>
                  </a:lnTo>
                  <a:lnTo>
                    <a:pt x="3" y="1794"/>
                  </a:lnTo>
                  <a:close/>
                  <a:moveTo>
                    <a:pt x="3" y="1775"/>
                  </a:moveTo>
                  <a:lnTo>
                    <a:pt x="3" y="1771"/>
                  </a:lnTo>
                  <a:lnTo>
                    <a:pt x="0" y="1771"/>
                  </a:lnTo>
                  <a:lnTo>
                    <a:pt x="0" y="1775"/>
                  </a:lnTo>
                  <a:lnTo>
                    <a:pt x="3" y="1775"/>
                  </a:lnTo>
                  <a:close/>
                  <a:moveTo>
                    <a:pt x="3" y="1757"/>
                  </a:moveTo>
                  <a:lnTo>
                    <a:pt x="3" y="1752"/>
                  </a:lnTo>
                  <a:lnTo>
                    <a:pt x="0" y="1752"/>
                  </a:lnTo>
                  <a:lnTo>
                    <a:pt x="0" y="1757"/>
                  </a:lnTo>
                  <a:lnTo>
                    <a:pt x="3" y="1757"/>
                  </a:lnTo>
                  <a:close/>
                  <a:moveTo>
                    <a:pt x="3" y="1739"/>
                  </a:moveTo>
                  <a:lnTo>
                    <a:pt x="3" y="1734"/>
                  </a:lnTo>
                  <a:lnTo>
                    <a:pt x="0" y="1734"/>
                  </a:lnTo>
                  <a:lnTo>
                    <a:pt x="0" y="1739"/>
                  </a:lnTo>
                  <a:lnTo>
                    <a:pt x="3" y="1739"/>
                  </a:lnTo>
                  <a:close/>
                  <a:moveTo>
                    <a:pt x="3" y="1720"/>
                  </a:moveTo>
                  <a:lnTo>
                    <a:pt x="3" y="1715"/>
                  </a:lnTo>
                  <a:lnTo>
                    <a:pt x="0" y="1715"/>
                  </a:lnTo>
                  <a:lnTo>
                    <a:pt x="0" y="1720"/>
                  </a:lnTo>
                  <a:lnTo>
                    <a:pt x="3" y="1720"/>
                  </a:lnTo>
                  <a:close/>
                  <a:moveTo>
                    <a:pt x="3" y="1702"/>
                  </a:moveTo>
                  <a:lnTo>
                    <a:pt x="3" y="1697"/>
                  </a:lnTo>
                  <a:lnTo>
                    <a:pt x="0" y="1697"/>
                  </a:lnTo>
                  <a:lnTo>
                    <a:pt x="0" y="1702"/>
                  </a:lnTo>
                  <a:lnTo>
                    <a:pt x="3" y="1702"/>
                  </a:lnTo>
                  <a:close/>
                  <a:moveTo>
                    <a:pt x="3" y="1683"/>
                  </a:moveTo>
                  <a:lnTo>
                    <a:pt x="3" y="1679"/>
                  </a:lnTo>
                  <a:lnTo>
                    <a:pt x="0" y="1679"/>
                  </a:lnTo>
                  <a:lnTo>
                    <a:pt x="0" y="1683"/>
                  </a:lnTo>
                  <a:lnTo>
                    <a:pt x="3" y="1683"/>
                  </a:lnTo>
                  <a:close/>
                  <a:moveTo>
                    <a:pt x="3" y="1665"/>
                  </a:moveTo>
                  <a:lnTo>
                    <a:pt x="3" y="1660"/>
                  </a:lnTo>
                  <a:lnTo>
                    <a:pt x="0" y="1660"/>
                  </a:lnTo>
                  <a:lnTo>
                    <a:pt x="0" y="1665"/>
                  </a:lnTo>
                  <a:lnTo>
                    <a:pt x="3" y="1665"/>
                  </a:lnTo>
                  <a:close/>
                  <a:moveTo>
                    <a:pt x="3" y="1646"/>
                  </a:moveTo>
                  <a:lnTo>
                    <a:pt x="3" y="1642"/>
                  </a:lnTo>
                  <a:lnTo>
                    <a:pt x="0" y="1642"/>
                  </a:lnTo>
                  <a:lnTo>
                    <a:pt x="0" y="1646"/>
                  </a:lnTo>
                  <a:lnTo>
                    <a:pt x="3" y="1646"/>
                  </a:lnTo>
                  <a:close/>
                  <a:moveTo>
                    <a:pt x="3" y="1628"/>
                  </a:moveTo>
                  <a:lnTo>
                    <a:pt x="3" y="1623"/>
                  </a:lnTo>
                  <a:lnTo>
                    <a:pt x="0" y="1623"/>
                  </a:lnTo>
                  <a:lnTo>
                    <a:pt x="0" y="1628"/>
                  </a:lnTo>
                  <a:lnTo>
                    <a:pt x="3" y="1628"/>
                  </a:lnTo>
                  <a:close/>
                  <a:moveTo>
                    <a:pt x="3" y="1609"/>
                  </a:moveTo>
                  <a:lnTo>
                    <a:pt x="3" y="1605"/>
                  </a:lnTo>
                  <a:lnTo>
                    <a:pt x="0" y="1605"/>
                  </a:lnTo>
                  <a:lnTo>
                    <a:pt x="0" y="1609"/>
                  </a:lnTo>
                  <a:lnTo>
                    <a:pt x="3" y="1609"/>
                  </a:lnTo>
                  <a:close/>
                  <a:moveTo>
                    <a:pt x="3" y="1591"/>
                  </a:moveTo>
                  <a:lnTo>
                    <a:pt x="3" y="1586"/>
                  </a:lnTo>
                  <a:lnTo>
                    <a:pt x="0" y="1586"/>
                  </a:lnTo>
                  <a:lnTo>
                    <a:pt x="0" y="1591"/>
                  </a:lnTo>
                  <a:lnTo>
                    <a:pt x="3" y="1591"/>
                  </a:lnTo>
                  <a:close/>
                  <a:moveTo>
                    <a:pt x="3" y="1572"/>
                  </a:moveTo>
                  <a:lnTo>
                    <a:pt x="3" y="1568"/>
                  </a:lnTo>
                  <a:lnTo>
                    <a:pt x="0" y="1568"/>
                  </a:lnTo>
                  <a:lnTo>
                    <a:pt x="0" y="1572"/>
                  </a:lnTo>
                  <a:lnTo>
                    <a:pt x="3" y="1572"/>
                  </a:lnTo>
                  <a:close/>
                  <a:moveTo>
                    <a:pt x="3" y="1554"/>
                  </a:moveTo>
                  <a:lnTo>
                    <a:pt x="3" y="1549"/>
                  </a:lnTo>
                  <a:lnTo>
                    <a:pt x="0" y="1549"/>
                  </a:lnTo>
                  <a:lnTo>
                    <a:pt x="0" y="1554"/>
                  </a:lnTo>
                  <a:lnTo>
                    <a:pt x="3" y="1554"/>
                  </a:lnTo>
                  <a:close/>
                  <a:moveTo>
                    <a:pt x="3" y="1536"/>
                  </a:moveTo>
                  <a:lnTo>
                    <a:pt x="3" y="1531"/>
                  </a:lnTo>
                  <a:lnTo>
                    <a:pt x="0" y="1531"/>
                  </a:lnTo>
                  <a:lnTo>
                    <a:pt x="0" y="1536"/>
                  </a:lnTo>
                  <a:lnTo>
                    <a:pt x="3" y="1536"/>
                  </a:lnTo>
                  <a:close/>
                  <a:moveTo>
                    <a:pt x="3" y="1517"/>
                  </a:moveTo>
                  <a:lnTo>
                    <a:pt x="3" y="1513"/>
                  </a:lnTo>
                  <a:lnTo>
                    <a:pt x="0" y="1513"/>
                  </a:lnTo>
                  <a:lnTo>
                    <a:pt x="0" y="1517"/>
                  </a:lnTo>
                  <a:lnTo>
                    <a:pt x="3" y="1517"/>
                  </a:lnTo>
                  <a:close/>
                  <a:moveTo>
                    <a:pt x="3" y="1499"/>
                  </a:moveTo>
                  <a:lnTo>
                    <a:pt x="3" y="1494"/>
                  </a:lnTo>
                  <a:lnTo>
                    <a:pt x="0" y="1494"/>
                  </a:lnTo>
                  <a:lnTo>
                    <a:pt x="0" y="1499"/>
                  </a:lnTo>
                  <a:lnTo>
                    <a:pt x="3" y="1499"/>
                  </a:lnTo>
                  <a:close/>
                  <a:moveTo>
                    <a:pt x="3" y="1480"/>
                  </a:moveTo>
                  <a:lnTo>
                    <a:pt x="3" y="1476"/>
                  </a:lnTo>
                  <a:lnTo>
                    <a:pt x="0" y="1476"/>
                  </a:lnTo>
                  <a:lnTo>
                    <a:pt x="0" y="1480"/>
                  </a:lnTo>
                  <a:lnTo>
                    <a:pt x="3" y="1480"/>
                  </a:lnTo>
                  <a:close/>
                  <a:moveTo>
                    <a:pt x="3" y="1462"/>
                  </a:moveTo>
                  <a:lnTo>
                    <a:pt x="3" y="1457"/>
                  </a:lnTo>
                  <a:lnTo>
                    <a:pt x="0" y="1457"/>
                  </a:lnTo>
                  <a:lnTo>
                    <a:pt x="0" y="1462"/>
                  </a:lnTo>
                  <a:lnTo>
                    <a:pt x="3" y="1462"/>
                  </a:lnTo>
                  <a:close/>
                  <a:moveTo>
                    <a:pt x="3" y="1443"/>
                  </a:moveTo>
                  <a:lnTo>
                    <a:pt x="3" y="1439"/>
                  </a:lnTo>
                  <a:lnTo>
                    <a:pt x="0" y="1439"/>
                  </a:lnTo>
                  <a:lnTo>
                    <a:pt x="0" y="1443"/>
                  </a:lnTo>
                  <a:lnTo>
                    <a:pt x="3" y="1443"/>
                  </a:lnTo>
                  <a:close/>
                  <a:moveTo>
                    <a:pt x="3" y="1425"/>
                  </a:moveTo>
                  <a:lnTo>
                    <a:pt x="3" y="1420"/>
                  </a:lnTo>
                  <a:lnTo>
                    <a:pt x="0" y="1420"/>
                  </a:lnTo>
                  <a:lnTo>
                    <a:pt x="0" y="1425"/>
                  </a:lnTo>
                  <a:lnTo>
                    <a:pt x="3" y="1425"/>
                  </a:lnTo>
                  <a:close/>
                  <a:moveTo>
                    <a:pt x="3" y="1406"/>
                  </a:moveTo>
                  <a:lnTo>
                    <a:pt x="3" y="1402"/>
                  </a:lnTo>
                  <a:lnTo>
                    <a:pt x="0" y="1402"/>
                  </a:lnTo>
                  <a:lnTo>
                    <a:pt x="0" y="1406"/>
                  </a:lnTo>
                  <a:lnTo>
                    <a:pt x="3" y="1406"/>
                  </a:lnTo>
                  <a:close/>
                  <a:moveTo>
                    <a:pt x="3" y="1388"/>
                  </a:moveTo>
                  <a:lnTo>
                    <a:pt x="3" y="1383"/>
                  </a:lnTo>
                  <a:lnTo>
                    <a:pt x="0" y="1383"/>
                  </a:lnTo>
                  <a:lnTo>
                    <a:pt x="0" y="1388"/>
                  </a:lnTo>
                  <a:lnTo>
                    <a:pt x="3" y="1388"/>
                  </a:lnTo>
                  <a:close/>
                  <a:moveTo>
                    <a:pt x="3" y="1370"/>
                  </a:moveTo>
                  <a:lnTo>
                    <a:pt x="3" y="1365"/>
                  </a:lnTo>
                  <a:lnTo>
                    <a:pt x="0" y="1365"/>
                  </a:lnTo>
                  <a:lnTo>
                    <a:pt x="0" y="1370"/>
                  </a:lnTo>
                  <a:lnTo>
                    <a:pt x="3" y="1370"/>
                  </a:lnTo>
                  <a:close/>
                  <a:moveTo>
                    <a:pt x="3" y="1351"/>
                  </a:moveTo>
                  <a:lnTo>
                    <a:pt x="3" y="1346"/>
                  </a:lnTo>
                  <a:lnTo>
                    <a:pt x="0" y="1346"/>
                  </a:lnTo>
                  <a:lnTo>
                    <a:pt x="0" y="1351"/>
                  </a:lnTo>
                  <a:lnTo>
                    <a:pt x="3" y="1351"/>
                  </a:lnTo>
                  <a:close/>
                  <a:moveTo>
                    <a:pt x="3" y="1333"/>
                  </a:moveTo>
                  <a:lnTo>
                    <a:pt x="3" y="1328"/>
                  </a:lnTo>
                  <a:lnTo>
                    <a:pt x="0" y="1328"/>
                  </a:lnTo>
                  <a:lnTo>
                    <a:pt x="0" y="1333"/>
                  </a:lnTo>
                  <a:lnTo>
                    <a:pt x="3" y="1333"/>
                  </a:lnTo>
                  <a:close/>
                  <a:moveTo>
                    <a:pt x="3" y="1314"/>
                  </a:moveTo>
                  <a:lnTo>
                    <a:pt x="3" y="1310"/>
                  </a:lnTo>
                  <a:lnTo>
                    <a:pt x="0" y="1310"/>
                  </a:lnTo>
                  <a:lnTo>
                    <a:pt x="0" y="1314"/>
                  </a:lnTo>
                  <a:lnTo>
                    <a:pt x="3" y="1314"/>
                  </a:lnTo>
                  <a:close/>
                  <a:moveTo>
                    <a:pt x="3" y="1296"/>
                  </a:moveTo>
                  <a:lnTo>
                    <a:pt x="3" y="1291"/>
                  </a:lnTo>
                  <a:lnTo>
                    <a:pt x="0" y="1291"/>
                  </a:lnTo>
                  <a:lnTo>
                    <a:pt x="0" y="1296"/>
                  </a:lnTo>
                  <a:lnTo>
                    <a:pt x="3" y="1296"/>
                  </a:lnTo>
                  <a:close/>
                  <a:moveTo>
                    <a:pt x="3" y="1277"/>
                  </a:moveTo>
                  <a:lnTo>
                    <a:pt x="3" y="1273"/>
                  </a:lnTo>
                  <a:lnTo>
                    <a:pt x="0" y="1273"/>
                  </a:lnTo>
                  <a:lnTo>
                    <a:pt x="0" y="1277"/>
                  </a:lnTo>
                  <a:lnTo>
                    <a:pt x="3" y="1277"/>
                  </a:lnTo>
                  <a:close/>
                  <a:moveTo>
                    <a:pt x="3" y="1259"/>
                  </a:moveTo>
                  <a:lnTo>
                    <a:pt x="3" y="1254"/>
                  </a:lnTo>
                  <a:lnTo>
                    <a:pt x="0" y="1254"/>
                  </a:lnTo>
                  <a:lnTo>
                    <a:pt x="0" y="1259"/>
                  </a:lnTo>
                  <a:lnTo>
                    <a:pt x="3" y="1259"/>
                  </a:lnTo>
                  <a:close/>
                  <a:moveTo>
                    <a:pt x="3" y="1240"/>
                  </a:moveTo>
                  <a:lnTo>
                    <a:pt x="3" y="1236"/>
                  </a:lnTo>
                  <a:lnTo>
                    <a:pt x="0" y="1236"/>
                  </a:lnTo>
                  <a:lnTo>
                    <a:pt x="0" y="1240"/>
                  </a:lnTo>
                  <a:lnTo>
                    <a:pt x="3" y="1240"/>
                  </a:lnTo>
                  <a:close/>
                  <a:moveTo>
                    <a:pt x="3" y="1222"/>
                  </a:moveTo>
                  <a:lnTo>
                    <a:pt x="3" y="1217"/>
                  </a:lnTo>
                  <a:lnTo>
                    <a:pt x="0" y="1217"/>
                  </a:lnTo>
                  <a:lnTo>
                    <a:pt x="0" y="1222"/>
                  </a:lnTo>
                  <a:lnTo>
                    <a:pt x="3" y="1222"/>
                  </a:lnTo>
                  <a:close/>
                  <a:moveTo>
                    <a:pt x="3" y="1203"/>
                  </a:moveTo>
                  <a:lnTo>
                    <a:pt x="3" y="1199"/>
                  </a:lnTo>
                  <a:lnTo>
                    <a:pt x="0" y="1199"/>
                  </a:lnTo>
                  <a:lnTo>
                    <a:pt x="0" y="1203"/>
                  </a:lnTo>
                  <a:lnTo>
                    <a:pt x="3" y="1203"/>
                  </a:lnTo>
                  <a:close/>
                  <a:moveTo>
                    <a:pt x="3" y="1185"/>
                  </a:moveTo>
                  <a:lnTo>
                    <a:pt x="3" y="1180"/>
                  </a:lnTo>
                  <a:lnTo>
                    <a:pt x="0" y="1180"/>
                  </a:lnTo>
                  <a:lnTo>
                    <a:pt x="0" y="1185"/>
                  </a:lnTo>
                  <a:lnTo>
                    <a:pt x="3" y="1185"/>
                  </a:lnTo>
                  <a:close/>
                  <a:moveTo>
                    <a:pt x="3" y="1167"/>
                  </a:moveTo>
                  <a:lnTo>
                    <a:pt x="3" y="1162"/>
                  </a:lnTo>
                  <a:lnTo>
                    <a:pt x="0" y="1162"/>
                  </a:lnTo>
                  <a:lnTo>
                    <a:pt x="0" y="1167"/>
                  </a:lnTo>
                  <a:lnTo>
                    <a:pt x="3" y="1167"/>
                  </a:lnTo>
                  <a:close/>
                  <a:moveTo>
                    <a:pt x="3" y="1148"/>
                  </a:moveTo>
                  <a:lnTo>
                    <a:pt x="3" y="1144"/>
                  </a:lnTo>
                  <a:lnTo>
                    <a:pt x="0" y="1144"/>
                  </a:lnTo>
                  <a:lnTo>
                    <a:pt x="0" y="1148"/>
                  </a:lnTo>
                  <a:lnTo>
                    <a:pt x="3" y="1148"/>
                  </a:lnTo>
                  <a:close/>
                  <a:moveTo>
                    <a:pt x="3" y="1130"/>
                  </a:moveTo>
                  <a:lnTo>
                    <a:pt x="3" y="1125"/>
                  </a:lnTo>
                  <a:lnTo>
                    <a:pt x="0" y="1125"/>
                  </a:lnTo>
                  <a:lnTo>
                    <a:pt x="0" y="1130"/>
                  </a:lnTo>
                  <a:lnTo>
                    <a:pt x="3" y="1130"/>
                  </a:lnTo>
                  <a:close/>
                  <a:moveTo>
                    <a:pt x="3" y="1111"/>
                  </a:moveTo>
                  <a:lnTo>
                    <a:pt x="3" y="1107"/>
                  </a:lnTo>
                  <a:lnTo>
                    <a:pt x="0" y="1107"/>
                  </a:lnTo>
                  <a:lnTo>
                    <a:pt x="0" y="1111"/>
                  </a:lnTo>
                  <a:lnTo>
                    <a:pt x="3" y="1111"/>
                  </a:lnTo>
                  <a:close/>
                  <a:moveTo>
                    <a:pt x="3" y="1093"/>
                  </a:moveTo>
                  <a:lnTo>
                    <a:pt x="3" y="1088"/>
                  </a:lnTo>
                  <a:lnTo>
                    <a:pt x="0" y="1088"/>
                  </a:lnTo>
                  <a:lnTo>
                    <a:pt x="0" y="1093"/>
                  </a:lnTo>
                  <a:lnTo>
                    <a:pt x="3" y="1093"/>
                  </a:lnTo>
                  <a:close/>
                  <a:moveTo>
                    <a:pt x="3" y="1074"/>
                  </a:moveTo>
                  <a:lnTo>
                    <a:pt x="3" y="1070"/>
                  </a:lnTo>
                  <a:lnTo>
                    <a:pt x="0" y="1070"/>
                  </a:lnTo>
                  <a:lnTo>
                    <a:pt x="0" y="1074"/>
                  </a:lnTo>
                  <a:lnTo>
                    <a:pt x="3" y="1074"/>
                  </a:lnTo>
                  <a:close/>
                  <a:moveTo>
                    <a:pt x="3" y="1056"/>
                  </a:moveTo>
                  <a:lnTo>
                    <a:pt x="3" y="1051"/>
                  </a:lnTo>
                  <a:lnTo>
                    <a:pt x="0" y="1051"/>
                  </a:lnTo>
                  <a:lnTo>
                    <a:pt x="0" y="1056"/>
                  </a:lnTo>
                  <a:lnTo>
                    <a:pt x="3" y="1056"/>
                  </a:lnTo>
                  <a:close/>
                  <a:moveTo>
                    <a:pt x="3" y="1037"/>
                  </a:moveTo>
                  <a:lnTo>
                    <a:pt x="3" y="1033"/>
                  </a:lnTo>
                  <a:lnTo>
                    <a:pt x="0" y="1033"/>
                  </a:lnTo>
                  <a:lnTo>
                    <a:pt x="0" y="1037"/>
                  </a:lnTo>
                  <a:lnTo>
                    <a:pt x="3" y="1037"/>
                  </a:lnTo>
                  <a:close/>
                  <a:moveTo>
                    <a:pt x="3" y="1019"/>
                  </a:moveTo>
                  <a:lnTo>
                    <a:pt x="3" y="1014"/>
                  </a:lnTo>
                  <a:lnTo>
                    <a:pt x="0" y="1014"/>
                  </a:lnTo>
                  <a:lnTo>
                    <a:pt x="0" y="1019"/>
                  </a:lnTo>
                  <a:lnTo>
                    <a:pt x="3" y="1019"/>
                  </a:lnTo>
                  <a:close/>
                  <a:moveTo>
                    <a:pt x="3" y="1001"/>
                  </a:moveTo>
                  <a:lnTo>
                    <a:pt x="3" y="996"/>
                  </a:lnTo>
                  <a:lnTo>
                    <a:pt x="0" y="996"/>
                  </a:lnTo>
                  <a:lnTo>
                    <a:pt x="0" y="1001"/>
                  </a:lnTo>
                  <a:lnTo>
                    <a:pt x="3" y="1001"/>
                  </a:lnTo>
                  <a:close/>
                  <a:moveTo>
                    <a:pt x="3" y="982"/>
                  </a:moveTo>
                  <a:lnTo>
                    <a:pt x="3" y="977"/>
                  </a:lnTo>
                  <a:lnTo>
                    <a:pt x="0" y="977"/>
                  </a:lnTo>
                  <a:lnTo>
                    <a:pt x="0" y="982"/>
                  </a:lnTo>
                  <a:lnTo>
                    <a:pt x="3" y="982"/>
                  </a:lnTo>
                  <a:close/>
                  <a:moveTo>
                    <a:pt x="3" y="964"/>
                  </a:moveTo>
                  <a:lnTo>
                    <a:pt x="3" y="959"/>
                  </a:lnTo>
                  <a:lnTo>
                    <a:pt x="0" y="959"/>
                  </a:lnTo>
                  <a:lnTo>
                    <a:pt x="0" y="964"/>
                  </a:lnTo>
                  <a:lnTo>
                    <a:pt x="3" y="964"/>
                  </a:lnTo>
                  <a:close/>
                  <a:moveTo>
                    <a:pt x="3" y="945"/>
                  </a:moveTo>
                  <a:lnTo>
                    <a:pt x="3" y="941"/>
                  </a:lnTo>
                  <a:lnTo>
                    <a:pt x="0" y="941"/>
                  </a:lnTo>
                  <a:lnTo>
                    <a:pt x="0" y="945"/>
                  </a:lnTo>
                  <a:lnTo>
                    <a:pt x="3" y="945"/>
                  </a:lnTo>
                  <a:close/>
                  <a:moveTo>
                    <a:pt x="3" y="927"/>
                  </a:moveTo>
                  <a:lnTo>
                    <a:pt x="3" y="922"/>
                  </a:lnTo>
                  <a:lnTo>
                    <a:pt x="0" y="922"/>
                  </a:lnTo>
                  <a:lnTo>
                    <a:pt x="0" y="927"/>
                  </a:lnTo>
                  <a:lnTo>
                    <a:pt x="3" y="927"/>
                  </a:lnTo>
                  <a:close/>
                  <a:moveTo>
                    <a:pt x="3" y="908"/>
                  </a:moveTo>
                  <a:lnTo>
                    <a:pt x="3" y="904"/>
                  </a:lnTo>
                  <a:lnTo>
                    <a:pt x="0" y="904"/>
                  </a:lnTo>
                  <a:lnTo>
                    <a:pt x="0" y="908"/>
                  </a:lnTo>
                  <a:lnTo>
                    <a:pt x="3" y="908"/>
                  </a:lnTo>
                  <a:close/>
                  <a:moveTo>
                    <a:pt x="3" y="890"/>
                  </a:moveTo>
                  <a:lnTo>
                    <a:pt x="3" y="885"/>
                  </a:lnTo>
                  <a:lnTo>
                    <a:pt x="0" y="885"/>
                  </a:lnTo>
                  <a:lnTo>
                    <a:pt x="0" y="890"/>
                  </a:lnTo>
                  <a:lnTo>
                    <a:pt x="3" y="890"/>
                  </a:lnTo>
                  <a:close/>
                  <a:moveTo>
                    <a:pt x="3" y="871"/>
                  </a:moveTo>
                  <a:lnTo>
                    <a:pt x="3" y="867"/>
                  </a:lnTo>
                  <a:lnTo>
                    <a:pt x="0" y="867"/>
                  </a:lnTo>
                  <a:lnTo>
                    <a:pt x="0" y="871"/>
                  </a:lnTo>
                  <a:lnTo>
                    <a:pt x="3" y="871"/>
                  </a:lnTo>
                  <a:close/>
                  <a:moveTo>
                    <a:pt x="3" y="853"/>
                  </a:moveTo>
                  <a:lnTo>
                    <a:pt x="3" y="848"/>
                  </a:lnTo>
                  <a:lnTo>
                    <a:pt x="0" y="848"/>
                  </a:lnTo>
                  <a:lnTo>
                    <a:pt x="0" y="853"/>
                  </a:lnTo>
                  <a:lnTo>
                    <a:pt x="3" y="853"/>
                  </a:lnTo>
                  <a:close/>
                  <a:moveTo>
                    <a:pt x="3" y="834"/>
                  </a:moveTo>
                  <a:lnTo>
                    <a:pt x="3" y="830"/>
                  </a:lnTo>
                  <a:lnTo>
                    <a:pt x="0" y="830"/>
                  </a:lnTo>
                  <a:lnTo>
                    <a:pt x="0" y="834"/>
                  </a:lnTo>
                  <a:lnTo>
                    <a:pt x="3" y="834"/>
                  </a:lnTo>
                  <a:close/>
                  <a:moveTo>
                    <a:pt x="3" y="816"/>
                  </a:moveTo>
                  <a:lnTo>
                    <a:pt x="3" y="811"/>
                  </a:lnTo>
                  <a:lnTo>
                    <a:pt x="0" y="811"/>
                  </a:lnTo>
                  <a:lnTo>
                    <a:pt x="0" y="816"/>
                  </a:lnTo>
                  <a:lnTo>
                    <a:pt x="3" y="816"/>
                  </a:lnTo>
                  <a:close/>
                  <a:moveTo>
                    <a:pt x="3" y="798"/>
                  </a:moveTo>
                  <a:lnTo>
                    <a:pt x="3" y="793"/>
                  </a:lnTo>
                  <a:lnTo>
                    <a:pt x="0" y="793"/>
                  </a:lnTo>
                  <a:lnTo>
                    <a:pt x="0" y="798"/>
                  </a:lnTo>
                  <a:lnTo>
                    <a:pt x="3" y="798"/>
                  </a:lnTo>
                  <a:close/>
                  <a:moveTo>
                    <a:pt x="3" y="779"/>
                  </a:moveTo>
                  <a:lnTo>
                    <a:pt x="3" y="775"/>
                  </a:lnTo>
                  <a:lnTo>
                    <a:pt x="0" y="775"/>
                  </a:lnTo>
                  <a:lnTo>
                    <a:pt x="0" y="779"/>
                  </a:lnTo>
                  <a:lnTo>
                    <a:pt x="3" y="779"/>
                  </a:lnTo>
                  <a:close/>
                  <a:moveTo>
                    <a:pt x="3" y="761"/>
                  </a:moveTo>
                  <a:lnTo>
                    <a:pt x="3" y="756"/>
                  </a:lnTo>
                  <a:lnTo>
                    <a:pt x="0" y="756"/>
                  </a:lnTo>
                  <a:lnTo>
                    <a:pt x="0" y="761"/>
                  </a:lnTo>
                  <a:lnTo>
                    <a:pt x="3" y="761"/>
                  </a:lnTo>
                  <a:close/>
                  <a:moveTo>
                    <a:pt x="3" y="742"/>
                  </a:moveTo>
                  <a:lnTo>
                    <a:pt x="3" y="738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3" y="742"/>
                  </a:lnTo>
                  <a:close/>
                  <a:moveTo>
                    <a:pt x="3" y="724"/>
                  </a:moveTo>
                  <a:lnTo>
                    <a:pt x="3" y="719"/>
                  </a:lnTo>
                  <a:lnTo>
                    <a:pt x="0" y="719"/>
                  </a:lnTo>
                  <a:lnTo>
                    <a:pt x="0" y="724"/>
                  </a:lnTo>
                  <a:lnTo>
                    <a:pt x="3" y="724"/>
                  </a:lnTo>
                  <a:close/>
                  <a:moveTo>
                    <a:pt x="3" y="705"/>
                  </a:moveTo>
                  <a:lnTo>
                    <a:pt x="3" y="701"/>
                  </a:lnTo>
                  <a:lnTo>
                    <a:pt x="0" y="701"/>
                  </a:lnTo>
                  <a:lnTo>
                    <a:pt x="0" y="705"/>
                  </a:lnTo>
                  <a:lnTo>
                    <a:pt x="3" y="705"/>
                  </a:lnTo>
                  <a:close/>
                  <a:moveTo>
                    <a:pt x="3" y="687"/>
                  </a:moveTo>
                  <a:lnTo>
                    <a:pt x="3" y="682"/>
                  </a:lnTo>
                  <a:lnTo>
                    <a:pt x="0" y="682"/>
                  </a:lnTo>
                  <a:lnTo>
                    <a:pt x="0" y="687"/>
                  </a:lnTo>
                  <a:lnTo>
                    <a:pt x="3" y="687"/>
                  </a:lnTo>
                  <a:close/>
                  <a:moveTo>
                    <a:pt x="3" y="668"/>
                  </a:moveTo>
                  <a:lnTo>
                    <a:pt x="3" y="664"/>
                  </a:lnTo>
                  <a:lnTo>
                    <a:pt x="0" y="664"/>
                  </a:lnTo>
                  <a:lnTo>
                    <a:pt x="0" y="668"/>
                  </a:lnTo>
                  <a:lnTo>
                    <a:pt x="3" y="668"/>
                  </a:lnTo>
                  <a:close/>
                  <a:moveTo>
                    <a:pt x="3" y="650"/>
                  </a:moveTo>
                  <a:lnTo>
                    <a:pt x="3" y="645"/>
                  </a:lnTo>
                  <a:lnTo>
                    <a:pt x="0" y="645"/>
                  </a:lnTo>
                  <a:lnTo>
                    <a:pt x="0" y="650"/>
                  </a:lnTo>
                  <a:lnTo>
                    <a:pt x="3" y="650"/>
                  </a:lnTo>
                  <a:close/>
                  <a:moveTo>
                    <a:pt x="3" y="632"/>
                  </a:moveTo>
                  <a:lnTo>
                    <a:pt x="3" y="627"/>
                  </a:lnTo>
                  <a:lnTo>
                    <a:pt x="0" y="627"/>
                  </a:lnTo>
                  <a:lnTo>
                    <a:pt x="0" y="632"/>
                  </a:lnTo>
                  <a:lnTo>
                    <a:pt x="3" y="632"/>
                  </a:lnTo>
                  <a:close/>
                  <a:moveTo>
                    <a:pt x="3" y="613"/>
                  </a:moveTo>
                  <a:lnTo>
                    <a:pt x="3" y="608"/>
                  </a:lnTo>
                  <a:lnTo>
                    <a:pt x="0" y="608"/>
                  </a:lnTo>
                  <a:lnTo>
                    <a:pt x="0" y="613"/>
                  </a:lnTo>
                  <a:lnTo>
                    <a:pt x="3" y="613"/>
                  </a:lnTo>
                  <a:close/>
                  <a:moveTo>
                    <a:pt x="3" y="595"/>
                  </a:moveTo>
                  <a:lnTo>
                    <a:pt x="3" y="590"/>
                  </a:lnTo>
                  <a:lnTo>
                    <a:pt x="0" y="590"/>
                  </a:lnTo>
                  <a:lnTo>
                    <a:pt x="0" y="595"/>
                  </a:lnTo>
                  <a:lnTo>
                    <a:pt x="3" y="595"/>
                  </a:lnTo>
                  <a:close/>
                  <a:moveTo>
                    <a:pt x="3" y="576"/>
                  </a:moveTo>
                  <a:lnTo>
                    <a:pt x="3" y="572"/>
                  </a:lnTo>
                  <a:lnTo>
                    <a:pt x="0" y="572"/>
                  </a:lnTo>
                  <a:lnTo>
                    <a:pt x="0" y="576"/>
                  </a:lnTo>
                  <a:lnTo>
                    <a:pt x="3" y="576"/>
                  </a:lnTo>
                  <a:close/>
                  <a:moveTo>
                    <a:pt x="3" y="558"/>
                  </a:moveTo>
                  <a:lnTo>
                    <a:pt x="3" y="553"/>
                  </a:lnTo>
                  <a:lnTo>
                    <a:pt x="0" y="553"/>
                  </a:lnTo>
                  <a:lnTo>
                    <a:pt x="0" y="558"/>
                  </a:lnTo>
                  <a:lnTo>
                    <a:pt x="3" y="558"/>
                  </a:lnTo>
                  <a:close/>
                  <a:moveTo>
                    <a:pt x="3" y="539"/>
                  </a:moveTo>
                  <a:lnTo>
                    <a:pt x="3" y="535"/>
                  </a:lnTo>
                  <a:lnTo>
                    <a:pt x="0" y="535"/>
                  </a:lnTo>
                  <a:lnTo>
                    <a:pt x="0" y="539"/>
                  </a:lnTo>
                  <a:lnTo>
                    <a:pt x="3" y="539"/>
                  </a:lnTo>
                  <a:close/>
                  <a:moveTo>
                    <a:pt x="3" y="521"/>
                  </a:moveTo>
                  <a:lnTo>
                    <a:pt x="3" y="516"/>
                  </a:lnTo>
                  <a:lnTo>
                    <a:pt x="0" y="516"/>
                  </a:lnTo>
                  <a:lnTo>
                    <a:pt x="0" y="521"/>
                  </a:lnTo>
                  <a:lnTo>
                    <a:pt x="3" y="521"/>
                  </a:lnTo>
                  <a:close/>
                  <a:moveTo>
                    <a:pt x="3" y="502"/>
                  </a:moveTo>
                  <a:lnTo>
                    <a:pt x="3" y="498"/>
                  </a:lnTo>
                  <a:lnTo>
                    <a:pt x="0" y="498"/>
                  </a:lnTo>
                  <a:lnTo>
                    <a:pt x="0" y="502"/>
                  </a:lnTo>
                  <a:lnTo>
                    <a:pt x="3" y="502"/>
                  </a:lnTo>
                  <a:close/>
                  <a:moveTo>
                    <a:pt x="3" y="484"/>
                  </a:moveTo>
                  <a:lnTo>
                    <a:pt x="3" y="479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3" y="484"/>
                  </a:lnTo>
                  <a:close/>
                  <a:moveTo>
                    <a:pt x="3" y="465"/>
                  </a:moveTo>
                  <a:lnTo>
                    <a:pt x="3" y="461"/>
                  </a:lnTo>
                  <a:lnTo>
                    <a:pt x="0" y="461"/>
                  </a:lnTo>
                  <a:lnTo>
                    <a:pt x="0" y="465"/>
                  </a:lnTo>
                  <a:lnTo>
                    <a:pt x="3" y="465"/>
                  </a:lnTo>
                  <a:close/>
                  <a:moveTo>
                    <a:pt x="3" y="447"/>
                  </a:moveTo>
                  <a:lnTo>
                    <a:pt x="3" y="442"/>
                  </a:lnTo>
                  <a:lnTo>
                    <a:pt x="0" y="442"/>
                  </a:lnTo>
                  <a:lnTo>
                    <a:pt x="0" y="447"/>
                  </a:lnTo>
                  <a:lnTo>
                    <a:pt x="3" y="447"/>
                  </a:lnTo>
                  <a:close/>
                  <a:moveTo>
                    <a:pt x="3" y="429"/>
                  </a:moveTo>
                  <a:lnTo>
                    <a:pt x="3" y="424"/>
                  </a:lnTo>
                  <a:lnTo>
                    <a:pt x="0" y="424"/>
                  </a:lnTo>
                  <a:lnTo>
                    <a:pt x="0" y="429"/>
                  </a:lnTo>
                  <a:lnTo>
                    <a:pt x="3" y="429"/>
                  </a:lnTo>
                  <a:close/>
                  <a:moveTo>
                    <a:pt x="3" y="410"/>
                  </a:moveTo>
                  <a:lnTo>
                    <a:pt x="3" y="406"/>
                  </a:lnTo>
                  <a:lnTo>
                    <a:pt x="0" y="406"/>
                  </a:lnTo>
                  <a:lnTo>
                    <a:pt x="0" y="410"/>
                  </a:lnTo>
                  <a:lnTo>
                    <a:pt x="3" y="410"/>
                  </a:lnTo>
                  <a:close/>
                  <a:moveTo>
                    <a:pt x="3" y="392"/>
                  </a:moveTo>
                  <a:lnTo>
                    <a:pt x="3" y="387"/>
                  </a:lnTo>
                  <a:lnTo>
                    <a:pt x="0" y="387"/>
                  </a:lnTo>
                  <a:lnTo>
                    <a:pt x="0" y="392"/>
                  </a:lnTo>
                  <a:lnTo>
                    <a:pt x="3" y="392"/>
                  </a:lnTo>
                  <a:close/>
                  <a:moveTo>
                    <a:pt x="3" y="373"/>
                  </a:moveTo>
                  <a:lnTo>
                    <a:pt x="3" y="369"/>
                  </a:lnTo>
                  <a:lnTo>
                    <a:pt x="0" y="369"/>
                  </a:lnTo>
                  <a:lnTo>
                    <a:pt x="0" y="373"/>
                  </a:lnTo>
                  <a:lnTo>
                    <a:pt x="3" y="373"/>
                  </a:lnTo>
                  <a:close/>
                  <a:moveTo>
                    <a:pt x="3" y="355"/>
                  </a:moveTo>
                  <a:lnTo>
                    <a:pt x="3" y="350"/>
                  </a:lnTo>
                  <a:lnTo>
                    <a:pt x="0" y="350"/>
                  </a:lnTo>
                  <a:lnTo>
                    <a:pt x="0" y="355"/>
                  </a:lnTo>
                  <a:lnTo>
                    <a:pt x="3" y="355"/>
                  </a:lnTo>
                  <a:close/>
                  <a:moveTo>
                    <a:pt x="3" y="336"/>
                  </a:moveTo>
                  <a:lnTo>
                    <a:pt x="3" y="332"/>
                  </a:lnTo>
                  <a:lnTo>
                    <a:pt x="0" y="332"/>
                  </a:lnTo>
                  <a:lnTo>
                    <a:pt x="0" y="336"/>
                  </a:lnTo>
                  <a:lnTo>
                    <a:pt x="3" y="336"/>
                  </a:lnTo>
                  <a:close/>
                  <a:moveTo>
                    <a:pt x="3" y="318"/>
                  </a:moveTo>
                  <a:lnTo>
                    <a:pt x="3" y="313"/>
                  </a:lnTo>
                  <a:lnTo>
                    <a:pt x="0" y="313"/>
                  </a:lnTo>
                  <a:lnTo>
                    <a:pt x="0" y="318"/>
                  </a:lnTo>
                  <a:lnTo>
                    <a:pt x="3" y="318"/>
                  </a:lnTo>
                  <a:close/>
                  <a:moveTo>
                    <a:pt x="3" y="299"/>
                  </a:moveTo>
                  <a:lnTo>
                    <a:pt x="3" y="295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3" y="299"/>
                  </a:lnTo>
                  <a:close/>
                  <a:moveTo>
                    <a:pt x="3" y="281"/>
                  </a:moveTo>
                  <a:lnTo>
                    <a:pt x="3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3" y="281"/>
                  </a:lnTo>
                  <a:close/>
                  <a:moveTo>
                    <a:pt x="3" y="263"/>
                  </a:moveTo>
                  <a:lnTo>
                    <a:pt x="3" y="258"/>
                  </a:lnTo>
                  <a:lnTo>
                    <a:pt x="0" y="258"/>
                  </a:lnTo>
                  <a:lnTo>
                    <a:pt x="0" y="263"/>
                  </a:lnTo>
                  <a:lnTo>
                    <a:pt x="3" y="263"/>
                  </a:lnTo>
                  <a:close/>
                  <a:moveTo>
                    <a:pt x="3" y="244"/>
                  </a:moveTo>
                  <a:lnTo>
                    <a:pt x="3" y="239"/>
                  </a:lnTo>
                  <a:lnTo>
                    <a:pt x="0" y="239"/>
                  </a:lnTo>
                  <a:lnTo>
                    <a:pt x="0" y="244"/>
                  </a:lnTo>
                  <a:lnTo>
                    <a:pt x="3" y="244"/>
                  </a:lnTo>
                  <a:close/>
                  <a:moveTo>
                    <a:pt x="3" y="226"/>
                  </a:moveTo>
                  <a:lnTo>
                    <a:pt x="3" y="221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3" y="226"/>
                  </a:lnTo>
                  <a:close/>
                  <a:moveTo>
                    <a:pt x="3" y="207"/>
                  </a:moveTo>
                  <a:lnTo>
                    <a:pt x="3" y="203"/>
                  </a:lnTo>
                  <a:lnTo>
                    <a:pt x="0" y="203"/>
                  </a:lnTo>
                  <a:lnTo>
                    <a:pt x="0" y="207"/>
                  </a:lnTo>
                  <a:lnTo>
                    <a:pt x="3" y="207"/>
                  </a:lnTo>
                  <a:close/>
                  <a:moveTo>
                    <a:pt x="3" y="189"/>
                  </a:moveTo>
                  <a:lnTo>
                    <a:pt x="3" y="184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89"/>
                  </a:lnTo>
                  <a:close/>
                  <a:moveTo>
                    <a:pt x="3" y="170"/>
                  </a:moveTo>
                  <a:lnTo>
                    <a:pt x="3" y="166"/>
                  </a:lnTo>
                  <a:lnTo>
                    <a:pt x="0" y="166"/>
                  </a:lnTo>
                  <a:lnTo>
                    <a:pt x="0" y="170"/>
                  </a:lnTo>
                  <a:lnTo>
                    <a:pt x="3" y="170"/>
                  </a:lnTo>
                  <a:close/>
                  <a:moveTo>
                    <a:pt x="3" y="152"/>
                  </a:moveTo>
                  <a:lnTo>
                    <a:pt x="3" y="147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3" y="152"/>
                  </a:lnTo>
                  <a:close/>
                  <a:moveTo>
                    <a:pt x="3" y="133"/>
                  </a:moveTo>
                  <a:lnTo>
                    <a:pt x="3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3" y="133"/>
                  </a:lnTo>
                  <a:close/>
                  <a:moveTo>
                    <a:pt x="3" y="115"/>
                  </a:moveTo>
                  <a:lnTo>
                    <a:pt x="3" y="110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3" y="115"/>
                  </a:lnTo>
                  <a:close/>
                  <a:moveTo>
                    <a:pt x="3" y="97"/>
                  </a:moveTo>
                  <a:lnTo>
                    <a:pt x="3" y="92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3" y="97"/>
                  </a:lnTo>
                  <a:close/>
                  <a:moveTo>
                    <a:pt x="3" y="78"/>
                  </a:moveTo>
                  <a:lnTo>
                    <a:pt x="3" y="73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60"/>
                  </a:moveTo>
                  <a:lnTo>
                    <a:pt x="3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0"/>
                  </a:lnTo>
                  <a:close/>
                  <a:moveTo>
                    <a:pt x="3" y="41"/>
                  </a:moveTo>
                  <a:lnTo>
                    <a:pt x="3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3" y="41"/>
                  </a:lnTo>
                  <a:close/>
                  <a:moveTo>
                    <a:pt x="3" y="23"/>
                  </a:moveTo>
                  <a:lnTo>
                    <a:pt x="3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3"/>
                  </a:lnTo>
                  <a:close/>
                  <a:moveTo>
                    <a:pt x="3" y="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  <a:moveTo>
                    <a:pt x="3" y="2440"/>
                  </a:moveTo>
                  <a:lnTo>
                    <a:pt x="3" y="2435"/>
                  </a:lnTo>
                  <a:lnTo>
                    <a:pt x="0" y="2435"/>
                  </a:lnTo>
                  <a:lnTo>
                    <a:pt x="0" y="2440"/>
                  </a:lnTo>
                  <a:lnTo>
                    <a:pt x="3" y="2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Rectangle 938"/>
            <p:cNvSpPr>
              <a:spLocks noChangeArrowheads="1"/>
            </p:cNvSpPr>
            <p:nvPr/>
          </p:nvSpPr>
          <p:spPr bwMode="auto">
            <a:xfrm>
              <a:off x="3812" y="892"/>
              <a:ext cx="9" cy="2444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Rectangle 939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940"/>
            <p:cNvSpPr>
              <a:spLocks noEditPoints="1"/>
            </p:cNvSpPr>
            <p:nvPr/>
          </p:nvSpPr>
          <p:spPr bwMode="auto">
            <a:xfrm>
              <a:off x="2172" y="333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Rectangle 941"/>
            <p:cNvSpPr>
              <a:spLocks noChangeArrowheads="1"/>
            </p:cNvSpPr>
            <p:nvPr/>
          </p:nvSpPr>
          <p:spPr bwMode="auto">
            <a:xfrm>
              <a:off x="2169" y="332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Rectangle 942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943"/>
            <p:cNvSpPr>
              <a:spLocks noEditPoints="1"/>
            </p:cNvSpPr>
            <p:nvPr/>
          </p:nvSpPr>
          <p:spPr bwMode="auto">
            <a:xfrm>
              <a:off x="2172" y="3273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Rectangle 944"/>
            <p:cNvSpPr>
              <a:spLocks noChangeArrowheads="1"/>
            </p:cNvSpPr>
            <p:nvPr/>
          </p:nvSpPr>
          <p:spPr bwMode="auto">
            <a:xfrm>
              <a:off x="2169" y="327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Rectangle 945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946"/>
            <p:cNvSpPr>
              <a:spLocks noEditPoints="1"/>
            </p:cNvSpPr>
            <p:nvPr/>
          </p:nvSpPr>
          <p:spPr bwMode="auto">
            <a:xfrm>
              <a:off x="2172" y="3217"/>
              <a:ext cx="1643" cy="2"/>
            </a:xfrm>
            <a:custGeom>
              <a:avLst/>
              <a:gdLst>
                <a:gd name="T0" fmla="*/ 1602 w 1643"/>
                <a:gd name="T1" fmla="*/ 2 h 2"/>
                <a:gd name="T2" fmla="*/ 1570 w 1643"/>
                <a:gd name="T3" fmla="*/ 0 h 2"/>
                <a:gd name="T4" fmla="*/ 1551 w 1643"/>
                <a:gd name="T5" fmla="*/ 2 h 2"/>
                <a:gd name="T6" fmla="*/ 1510 w 1643"/>
                <a:gd name="T7" fmla="*/ 0 h 2"/>
                <a:gd name="T8" fmla="*/ 1496 w 1643"/>
                <a:gd name="T9" fmla="*/ 0 h 2"/>
                <a:gd name="T10" fmla="*/ 1455 w 1643"/>
                <a:gd name="T11" fmla="*/ 2 h 2"/>
                <a:gd name="T12" fmla="*/ 1422 w 1643"/>
                <a:gd name="T13" fmla="*/ 0 h 2"/>
                <a:gd name="T14" fmla="*/ 1404 w 1643"/>
                <a:gd name="T15" fmla="*/ 2 h 2"/>
                <a:gd name="T16" fmla="*/ 1363 w 1643"/>
                <a:gd name="T17" fmla="*/ 0 h 2"/>
                <a:gd name="T18" fmla="*/ 1349 w 1643"/>
                <a:gd name="T19" fmla="*/ 0 h 2"/>
                <a:gd name="T20" fmla="*/ 1307 w 1643"/>
                <a:gd name="T21" fmla="*/ 2 h 2"/>
                <a:gd name="T22" fmla="*/ 1275 w 1643"/>
                <a:gd name="T23" fmla="*/ 0 h 2"/>
                <a:gd name="T24" fmla="*/ 1257 w 1643"/>
                <a:gd name="T25" fmla="*/ 2 h 2"/>
                <a:gd name="T26" fmla="*/ 1215 w 1643"/>
                <a:gd name="T27" fmla="*/ 0 h 2"/>
                <a:gd name="T28" fmla="*/ 1202 w 1643"/>
                <a:gd name="T29" fmla="*/ 0 h 2"/>
                <a:gd name="T30" fmla="*/ 1160 w 1643"/>
                <a:gd name="T31" fmla="*/ 2 h 2"/>
                <a:gd name="T32" fmla="*/ 1128 w 1643"/>
                <a:gd name="T33" fmla="*/ 0 h 2"/>
                <a:gd name="T34" fmla="*/ 1110 w 1643"/>
                <a:gd name="T35" fmla="*/ 2 h 2"/>
                <a:gd name="T36" fmla="*/ 1068 w 1643"/>
                <a:gd name="T37" fmla="*/ 0 h 2"/>
                <a:gd name="T38" fmla="*/ 1054 w 1643"/>
                <a:gd name="T39" fmla="*/ 0 h 2"/>
                <a:gd name="T40" fmla="*/ 1013 w 1643"/>
                <a:gd name="T41" fmla="*/ 2 h 2"/>
                <a:gd name="T42" fmla="*/ 981 w 1643"/>
                <a:gd name="T43" fmla="*/ 0 h 2"/>
                <a:gd name="T44" fmla="*/ 962 w 1643"/>
                <a:gd name="T45" fmla="*/ 2 h 2"/>
                <a:gd name="T46" fmla="*/ 921 w 1643"/>
                <a:gd name="T47" fmla="*/ 0 h 2"/>
                <a:gd name="T48" fmla="*/ 907 w 1643"/>
                <a:gd name="T49" fmla="*/ 0 h 2"/>
                <a:gd name="T50" fmla="*/ 866 w 1643"/>
                <a:gd name="T51" fmla="*/ 2 h 2"/>
                <a:gd name="T52" fmla="*/ 833 w 1643"/>
                <a:gd name="T53" fmla="*/ 0 h 2"/>
                <a:gd name="T54" fmla="*/ 815 w 1643"/>
                <a:gd name="T55" fmla="*/ 2 h 2"/>
                <a:gd name="T56" fmla="*/ 774 w 1643"/>
                <a:gd name="T57" fmla="*/ 0 h 2"/>
                <a:gd name="T58" fmla="*/ 760 w 1643"/>
                <a:gd name="T59" fmla="*/ 0 h 2"/>
                <a:gd name="T60" fmla="*/ 718 w 1643"/>
                <a:gd name="T61" fmla="*/ 2 h 2"/>
                <a:gd name="T62" fmla="*/ 686 w 1643"/>
                <a:gd name="T63" fmla="*/ 0 h 2"/>
                <a:gd name="T64" fmla="*/ 668 w 1643"/>
                <a:gd name="T65" fmla="*/ 2 h 2"/>
                <a:gd name="T66" fmla="*/ 626 w 1643"/>
                <a:gd name="T67" fmla="*/ 0 h 2"/>
                <a:gd name="T68" fmla="*/ 613 w 1643"/>
                <a:gd name="T69" fmla="*/ 0 h 2"/>
                <a:gd name="T70" fmla="*/ 571 w 1643"/>
                <a:gd name="T71" fmla="*/ 2 h 2"/>
                <a:gd name="T72" fmla="*/ 539 w 1643"/>
                <a:gd name="T73" fmla="*/ 0 h 2"/>
                <a:gd name="T74" fmla="*/ 520 w 1643"/>
                <a:gd name="T75" fmla="*/ 2 h 2"/>
                <a:gd name="T76" fmla="*/ 479 w 1643"/>
                <a:gd name="T77" fmla="*/ 0 h 2"/>
                <a:gd name="T78" fmla="*/ 465 w 1643"/>
                <a:gd name="T79" fmla="*/ 0 h 2"/>
                <a:gd name="T80" fmla="*/ 424 w 1643"/>
                <a:gd name="T81" fmla="*/ 2 h 2"/>
                <a:gd name="T82" fmla="*/ 392 w 1643"/>
                <a:gd name="T83" fmla="*/ 0 h 2"/>
                <a:gd name="T84" fmla="*/ 373 w 1643"/>
                <a:gd name="T85" fmla="*/ 2 h 2"/>
                <a:gd name="T86" fmla="*/ 332 w 1643"/>
                <a:gd name="T87" fmla="*/ 0 h 2"/>
                <a:gd name="T88" fmla="*/ 318 w 1643"/>
                <a:gd name="T89" fmla="*/ 0 h 2"/>
                <a:gd name="T90" fmla="*/ 277 w 1643"/>
                <a:gd name="T91" fmla="*/ 2 h 2"/>
                <a:gd name="T92" fmla="*/ 244 w 1643"/>
                <a:gd name="T93" fmla="*/ 0 h 2"/>
                <a:gd name="T94" fmla="*/ 226 w 1643"/>
                <a:gd name="T95" fmla="*/ 2 h 2"/>
                <a:gd name="T96" fmla="*/ 185 w 1643"/>
                <a:gd name="T97" fmla="*/ 0 h 2"/>
                <a:gd name="T98" fmla="*/ 171 w 1643"/>
                <a:gd name="T99" fmla="*/ 0 h 2"/>
                <a:gd name="T100" fmla="*/ 129 w 1643"/>
                <a:gd name="T101" fmla="*/ 2 h 2"/>
                <a:gd name="T102" fmla="*/ 97 w 1643"/>
                <a:gd name="T103" fmla="*/ 0 h 2"/>
                <a:gd name="T104" fmla="*/ 79 w 1643"/>
                <a:gd name="T105" fmla="*/ 2 h 2"/>
                <a:gd name="T106" fmla="*/ 37 w 1643"/>
                <a:gd name="T107" fmla="*/ 0 h 2"/>
                <a:gd name="T108" fmla="*/ 23 w 1643"/>
                <a:gd name="T109" fmla="*/ 0 h 2"/>
                <a:gd name="T110" fmla="*/ 1639 w 1643"/>
                <a:gd name="T1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2">
                  <a:moveTo>
                    <a:pt x="1625" y="0"/>
                  </a:moveTo>
                  <a:lnTo>
                    <a:pt x="1620" y="0"/>
                  </a:lnTo>
                  <a:lnTo>
                    <a:pt x="1620" y="2"/>
                  </a:lnTo>
                  <a:lnTo>
                    <a:pt x="1625" y="2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2"/>
                  </a:lnTo>
                  <a:lnTo>
                    <a:pt x="1607" y="2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2"/>
                  </a:lnTo>
                  <a:lnTo>
                    <a:pt x="1588" y="2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2"/>
                  </a:lnTo>
                  <a:lnTo>
                    <a:pt x="1570" y="2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2"/>
                  </a:lnTo>
                  <a:lnTo>
                    <a:pt x="1551" y="2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2"/>
                  </a:lnTo>
                  <a:lnTo>
                    <a:pt x="1533" y="2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2"/>
                  </a:lnTo>
                  <a:lnTo>
                    <a:pt x="1515" y="2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2"/>
                  </a:lnTo>
                  <a:lnTo>
                    <a:pt x="1496" y="2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2"/>
                  </a:lnTo>
                  <a:lnTo>
                    <a:pt x="1478" y="2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2"/>
                  </a:lnTo>
                  <a:lnTo>
                    <a:pt x="1459" y="2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2"/>
                  </a:lnTo>
                  <a:lnTo>
                    <a:pt x="1441" y="2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2"/>
                  </a:lnTo>
                  <a:lnTo>
                    <a:pt x="1422" y="2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2"/>
                  </a:lnTo>
                  <a:lnTo>
                    <a:pt x="1404" y="2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2"/>
                  </a:lnTo>
                  <a:lnTo>
                    <a:pt x="1386" y="2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2"/>
                  </a:lnTo>
                  <a:lnTo>
                    <a:pt x="1367" y="2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2"/>
                  </a:lnTo>
                  <a:lnTo>
                    <a:pt x="1349" y="2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2"/>
                  </a:lnTo>
                  <a:lnTo>
                    <a:pt x="1330" y="2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2"/>
                  </a:lnTo>
                  <a:lnTo>
                    <a:pt x="1312" y="2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2"/>
                  </a:lnTo>
                  <a:lnTo>
                    <a:pt x="1294" y="2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2"/>
                  </a:lnTo>
                  <a:lnTo>
                    <a:pt x="1275" y="2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2"/>
                  </a:lnTo>
                  <a:lnTo>
                    <a:pt x="1257" y="2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2"/>
                  </a:lnTo>
                  <a:lnTo>
                    <a:pt x="1238" y="2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2"/>
                  </a:lnTo>
                  <a:lnTo>
                    <a:pt x="1220" y="2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2"/>
                  </a:lnTo>
                  <a:lnTo>
                    <a:pt x="1202" y="2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2"/>
                  </a:lnTo>
                  <a:lnTo>
                    <a:pt x="1183" y="2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2"/>
                  </a:lnTo>
                  <a:lnTo>
                    <a:pt x="1165" y="2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2"/>
                  </a:lnTo>
                  <a:lnTo>
                    <a:pt x="1146" y="2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2"/>
                  </a:lnTo>
                  <a:lnTo>
                    <a:pt x="1128" y="2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2"/>
                  </a:lnTo>
                  <a:lnTo>
                    <a:pt x="1110" y="2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2"/>
                  </a:lnTo>
                  <a:lnTo>
                    <a:pt x="1091" y="2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2"/>
                  </a:lnTo>
                  <a:lnTo>
                    <a:pt x="1073" y="2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2"/>
                  </a:lnTo>
                  <a:lnTo>
                    <a:pt x="1054" y="2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2"/>
                  </a:lnTo>
                  <a:lnTo>
                    <a:pt x="1036" y="2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2"/>
                  </a:lnTo>
                  <a:lnTo>
                    <a:pt x="1017" y="2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2"/>
                  </a:lnTo>
                  <a:lnTo>
                    <a:pt x="999" y="2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2"/>
                  </a:lnTo>
                  <a:lnTo>
                    <a:pt x="981" y="2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2"/>
                  </a:lnTo>
                  <a:lnTo>
                    <a:pt x="962" y="2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2"/>
                  </a:lnTo>
                  <a:lnTo>
                    <a:pt x="944" y="2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2"/>
                  </a:lnTo>
                  <a:lnTo>
                    <a:pt x="925" y="2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2"/>
                  </a:lnTo>
                  <a:lnTo>
                    <a:pt x="907" y="2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2"/>
                  </a:lnTo>
                  <a:lnTo>
                    <a:pt x="889" y="2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2"/>
                  </a:lnTo>
                  <a:lnTo>
                    <a:pt x="870" y="2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2"/>
                  </a:lnTo>
                  <a:lnTo>
                    <a:pt x="852" y="2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2"/>
                  </a:lnTo>
                  <a:lnTo>
                    <a:pt x="833" y="2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2"/>
                  </a:lnTo>
                  <a:lnTo>
                    <a:pt x="815" y="2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2"/>
                  </a:lnTo>
                  <a:lnTo>
                    <a:pt x="797" y="2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2"/>
                  </a:lnTo>
                  <a:lnTo>
                    <a:pt x="778" y="2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2"/>
                  </a:lnTo>
                  <a:lnTo>
                    <a:pt x="760" y="2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2"/>
                  </a:lnTo>
                  <a:lnTo>
                    <a:pt x="741" y="2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2"/>
                  </a:lnTo>
                  <a:lnTo>
                    <a:pt x="723" y="2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2"/>
                  </a:lnTo>
                  <a:lnTo>
                    <a:pt x="705" y="2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2"/>
                  </a:lnTo>
                  <a:lnTo>
                    <a:pt x="686" y="2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2"/>
                  </a:lnTo>
                  <a:lnTo>
                    <a:pt x="668" y="2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2"/>
                  </a:lnTo>
                  <a:lnTo>
                    <a:pt x="649" y="2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2"/>
                  </a:lnTo>
                  <a:lnTo>
                    <a:pt x="631" y="2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2"/>
                  </a:lnTo>
                  <a:lnTo>
                    <a:pt x="613" y="2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2"/>
                  </a:lnTo>
                  <a:lnTo>
                    <a:pt x="594" y="2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2"/>
                  </a:lnTo>
                  <a:lnTo>
                    <a:pt x="576" y="2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2"/>
                  </a:lnTo>
                  <a:lnTo>
                    <a:pt x="557" y="2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2"/>
                  </a:lnTo>
                  <a:lnTo>
                    <a:pt x="539" y="2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2"/>
                  </a:lnTo>
                  <a:lnTo>
                    <a:pt x="520" y="2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2"/>
                  </a:lnTo>
                  <a:lnTo>
                    <a:pt x="502" y="2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2"/>
                  </a:lnTo>
                  <a:lnTo>
                    <a:pt x="484" y="2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2"/>
                  </a:lnTo>
                  <a:lnTo>
                    <a:pt x="465" y="2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2"/>
                  </a:lnTo>
                  <a:lnTo>
                    <a:pt x="447" y="2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2"/>
                  </a:lnTo>
                  <a:lnTo>
                    <a:pt x="428" y="2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2"/>
                  </a:lnTo>
                  <a:lnTo>
                    <a:pt x="410" y="2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2"/>
                  </a:lnTo>
                  <a:lnTo>
                    <a:pt x="392" y="2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2"/>
                  </a:lnTo>
                  <a:lnTo>
                    <a:pt x="373" y="2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2"/>
                  </a:lnTo>
                  <a:lnTo>
                    <a:pt x="355" y="2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2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2"/>
                  </a:lnTo>
                  <a:lnTo>
                    <a:pt x="318" y="2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2"/>
                  </a:lnTo>
                  <a:lnTo>
                    <a:pt x="300" y="2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2"/>
                  </a:lnTo>
                  <a:lnTo>
                    <a:pt x="263" y="2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2"/>
                  </a:lnTo>
                  <a:lnTo>
                    <a:pt x="244" y="2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2"/>
                  </a:lnTo>
                  <a:lnTo>
                    <a:pt x="226" y="2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2"/>
                  </a:lnTo>
                  <a:lnTo>
                    <a:pt x="208" y="2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2"/>
                  </a:lnTo>
                  <a:lnTo>
                    <a:pt x="189" y="2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2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2"/>
                  </a:lnTo>
                  <a:lnTo>
                    <a:pt x="115" y="2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2"/>
                  </a:lnTo>
                  <a:lnTo>
                    <a:pt x="97" y="2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42" y="2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23" y="2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2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2"/>
                  </a:lnTo>
                  <a:lnTo>
                    <a:pt x="1643" y="2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Rectangle 947"/>
            <p:cNvSpPr>
              <a:spLocks noChangeArrowheads="1"/>
            </p:cNvSpPr>
            <p:nvPr/>
          </p:nvSpPr>
          <p:spPr bwMode="auto">
            <a:xfrm>
              <a:off x="2169" y="321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Rectangle 948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949"/>
            <p:cNvSpPr>
              <a:spLocks noEditPoints="1"/>
            </p:cNvSpPr>
            <p:nvPr/>
          </p:nvSpPr>
          <p:spPr bwMode="auto">
            <a:xfrm>
              <a:off x="2172" y="316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Rectangle 950"/>
            <p:cNvSpPr>
              <a:spLocks noChangeArrowheads="1"/>
            </p:cNvSpPr>
            <p:nvPr/>
          </p:nvSpPr>
          <p:spPr bwMode="auto">
            <a:xfrm>
              <a:off x="2169" y="315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Rectangle 951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952"/>
            <p:cNvSpPr>
              <a:spLocks noEditPoints="1"/>
            </p:cNvSpPr>
            <p:nvPr/>
          </p:nvSpPr>
          <p:spPr bwMode="auto">
            <a:xfrm>
              <a:off x="2172" y="310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Rectangle 953"/>
            <p:cNvSpPr>
              <a:spLocks noChangeArrowheads="1"/>
            </p:cNvSpPr>
            <p:nvPr/>
          </p:nvSpPr>
          <p:spPr bwMode="auto">
            <a:xfrm>
              <a:off x="2169" y="310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Rectangle 954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955"/>
            <p:cNvSpPr>
              <a:spLocks noEditPoints="1"/>
            </p:cNvSpPr>
            <p:nvPr/>
          </p:nvSpPr>
          <p:spPr bwMode="auto">
            <a:xfrm>
              <a:off x="2172" y="304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Rectangle 956"/>
            <p:cNvSpPr>
              <a:spLocks noChangeArrowheads="1"/>
            </p:cNvSpPr>
            <p:nvPr/>
          </p:nvSpPr>
          <p:spPr bwMode="auto">
            <a:xfrm>
              <a:off x="2169" y="304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Rectangle 957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958"/>
            <p:cNvSpPr>
              <a:spLocks noEditPoints="1"/>
            </p:cNvSpPr>
            <p:nvPr/>
          </p:nvSpPr>
          <p:spPr bwMode="auto">
            <a:xfrm>
              <a:off x="2172" y="298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Rectangle 959"/>
            <p:cNvSpPr>
              <a:spLocks noChangeArrowheads="1"/>
            </p:cNvSpPr>
            <p:nvPr/>
          </p:nvSpPr>
          <p:spPr bwMode="auto">
            <a:xfrm>
              <a:off x="2169" y="298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Rectangle 960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961"/>
            <p:cNvSpPr>
              <a:spLocks noEditPoints="1"/>
            </p:cNvSpPr>
            <p:nvPr/>
          </p:nvSpPr>
          <p:spPr bwMode="auto">
            <a:xfrm>
              <a:off x="2172" y="293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Rectangle 962"/>
            <p:cNvSpPr>
              <a:spLocks noChangeArrowheads="1"/>
            </p:cNvSpPr>
            <p:nvPr/>
          </p:nvSpPr>
          <p:spPr bwMode="auto">
            <a:xfrm>
              <a:off x="2169" y="293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Rectangle 963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964"/>
            <p:cNvSpPr>
              <a:spLocks noEditPoints="1"/>
            </p:cNvSpPr>
            <p:nvPr/>
          </p:nvSpPr>
          <p:spPr bwMode="auto">
            <a:xfrm>
              <a:off x="2172" y="287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Rectangle 965"/>
            <p:cNvSpPr>
              <a:spLocks noChangeArrowheads="1"/>
            </p:cNvSpPr>
            <p:nvPr/>
          </p:nvSpPr>
          <p:spPr bwMode="auto">
            <a:xfrm>
              <a:off x="2169" y="287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Rectangle 966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967"/>
            <p:cNvSpPr>
              <a:spLocks noEditPoints="1"/>
            </p:cNvSpPr>
            <p:nvPr/>
          </p:nvSpPr>
          <p:spPr bwMode="auto">
            <a:xfrm>
              <a:off x="2172" y="2818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Rectangle 968"/>
            <p:cNvSpPr>
              <a:spLocks noChangeArrowheads="1"/>
            </p:cNvSpPr>
            <p:nvPr/>
          </p:nvSpPr>
          <p:spPr bwMode="auto">
            <a:xfrm>
              <a:off x="2169" y="281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Rectangle 969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970"/>
            <p:cNvSpPr>
              <a:spLocks noEditPoints="1"/>
            </p:cNvSpPr>
            <p:nvPr/>
          </p:nvSpPr>
          <p:spPr bwMode="auto">
            <a:xfrm>
              <a:off x="2172" y="276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Rectangle 971"/>
            <p:cNvSpPr>
              <a:spLocks noChangeArrowheads="1"/>
            </p:cNvSpPr>
            <p:nvPr/>
          </p:nvSpPr>
          <p:spPr bwMode="auto">
            <a:xfrm>
              <a:off x="2169" y="276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Rectangle 972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973"/>
            <p:cNvSpPr>
              <a:spLocks noEditPoints="1"/>
            </p:cNvSpPr>
            <p:nvPr/>
          </p:nvSpPr>
          <p:spPr bwMode="auto">
            <a:xfrm>
              <a:off x="2172" y="270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Rectangle 974"/>
            <p:cNvSpPr>
              <a:spLocks noChangeArrowheads="1"/>
            </p:cNvSpPr>
            <p:nvPr/>
          </p:nvSpPr>
          <p:spPr bwMode="auto">
            <a:xfrm>
              <a:off x="2169" y="270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Rectangle 975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976"/>
            <p:cNvSpPr>
              <a:spLocks noEditPoints="1"/>
            </p:cNvSpPr>
            <p:nvPr/>
          </p:nvSpPr>
          <p:spPr bwMode="auto">
            <a:xfrm>
              <a:off x="2172" y="264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Rectangle 977"/>
            <p:cNvSpPr>
              <a:spLocks noChangeArrowheads="1"/>
            </p:cNvSpPr>
            <p:nvPr/>
          </p:nvSpPr>
          <p:spPr bwMode="auto">
            <a:xfrm>
              <a:off x="2169" y="264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Rectangle 978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979"/>
            <p:cNvSpPr>
              <a:spLocks noEditPoints="1"/>
            </p:cNvSpPr>
            <p:nvPr/>
          </p:nvSpPr>
          <p:spPr bwMode="auto">
            <a:xfrm>
              <a:off x="2172" y="259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Rectangle 980"/>
            <p:cNvSpPr>
              <a:spLocks noChangeArrowheads="1"/>
            </p:cNvSpPr>
            <p:nvPr/>
          </p:nvSpPr>
          <p:spPr bwMode="auto">
            <a:xfrm>
              <a:off x="2169" y="258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Rectangle 981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982"/>
            <p:cNvSpPr>
              <a:spLocks noEditPoints="1"/>
            </p:cNvSpPr>
            <p:nvPr/>
          </p:nvSpPr>
          <p:spPr bwMode="auto">
            <a:xfrm>
              <a:off x="2172" y="253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Rectangle 983"/>
            <p:cNvSpPr>
              <a:spLocks noChangeArrowheads="1"/>
            </p:cNvSpPr>
            <p:nvPr/>
          </p:nvSpPr>
          <p:spPr bwMode="auto">
            <a:xfrm>
              <a:off x="2169" y="253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Rectangle 984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985"/>
            <p:cNvSpPr>
              <a:spLocks noEditPoints="1"/>
            </p:cNvSpPr>
            <p:nvPr/>
          </p:nvSpPr>
          <p:spPr bwMode="auto">
            <a:xfrm>
              <a:off x="2172" y="2477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Rectangle 986"/>
            <p:cNvSpPr>
              <a:spLocks noChangeArrowheads="1"/>
            </p:cNvSpPr>
            <p:nvPr/>
          </p:nvSpPr>
          <p:spPr bwMode="auto">
            <a:xfrm>
              <a:off x="2169" y="247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Rectangle 987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988"/>
            <p:cNvSpPr>
              <a:spLocks noEditPoints="1"/>
            </p:cNvSpPr>
            <p:nvPr/>
          </p:nvSpPr>
          <p:spPr bwMode="auto">
            <a:xfrm>
              <a:off x="2172" y="242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Rectangle 989"/>
            <p:cNvSpPr>
              <a:spLocks noChangeArrowheads="1"/>
            </p:cNvSpPr>
            <p:nvPr/>
          </p:nvSpPr>
          <p:spPr bwMode="auto">
            <a:xfrm>
              <a:off x="2169" y="241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Rectangle 990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991"/>
            <p:cNvSpPr>
              <a:spLocks noEditPoints="1"/>
            </p:cNvSpPr>
            <p:nvPr/>
          </p:nvSpPr>
          <p:spPr bwMode="auto">
            <a:xfrm>
              <a:off x="2172" y="236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Rectangle 992"/>
            <p:cNvSpPr>
              <a:spLocks noChangeArrowheads="1"/>
            </p:cNvSpPr>
            <p:nvPr/>
          </p:nvSpPr>
          <p:spPr bwMode="auto">
            <a:xfrm>
              <a:off x="2169" y="236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Rectangle 993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994"/>
            <p:cNvSpPr>
              <a:spLocks noEditPoints="1"/>
            </p:cNvSpPr>
            <p:nvPr/>
          </p:nvSpPr>
          <p:spPr bwMode="auto">
            <a:xfrm>
              <a:off x="2172" y="230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Rectangle 995"/>
            <p:cNvSpPr>
              <a:spLocks noChangeArrowheads="1"/>
            </p:cNvSpPr>
            <p:nvPr/>
          </p:nvSpPr>
          <p:spPr bwMode="auto">
            <a:xfrm>
              <a:off x="2169" y="230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Rectangle 996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997"/>
            <p:cNvSpPr>
              <a:spLocks noEditPoints="1"/>
            </p:cNvSpPr>
            <p:nvPr/>
          </p:nvSpPr>
          <p:spPr bwMode="auto">
            <a:xfrm>
              <a:off x="2172" y="225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Rectangle 998"/>
            <p:cNvSpPr>
              <a:spLocks noChangeArrowheads="1"/>
            </p:cNvSpPr>
            <p:nvPr/>
          </p:nvSpPr>
          <p:spPr bwMode="auto">
            <a:xfrm>
              <a:off x="2169" y="224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Rectangle 999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000"/>
            <p:cNvSpPr>
              <a:spLocks noEditPoints="1"/>
            </p:cNvSpPr>
            <p:nvPr/>
          </p:nvSpPr>
          <p:spPr bwMode="auto">
            <a:xfrm>
              <a:off x="2172" y="219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Rectangle 1001"/>
            <p:cNvSpPr>
              <a:spLocks noChangeArrowheads="1"/>
            </p:cNvSpPr>
            <p:nvPr/>
          </p:nvSpPr>
          <p:spPr bwMode="auto">
            <a:xfrm>
              <a:off x="2169" y="219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Rectangle 1002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003"/>
            <p:cNvSpPr>
              <a:spLocks noEditPoints="1"/>
            </p:cNvSpPr>
            <p:nvPr/>
          </p:nvSpPr>
          <p:spPr bwMode="auto">
            <a:xfrm>
              <a:off x="2172" y="213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Rectangle 1004"/>
            <p:cNvSpPr>
              <a:spLocks noChangeArrowheads="1"/>
            </p:cNvSpPr>
            <p:nvPr/>
          </p:nvSpPr>
          <p:spPr bwMode="auto">
            <a:xfrm>
              <a:off x="2169" y="213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Rectangle 1005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006"/>
            <p:cNvSpPr>
              <a:spLocks noEditPoints="1"/>
            </p:cNvSpPr>
            <p:nvPr/>
          </p:nvSpPr>
          <p:spPr bwMode="auto">
            <a:xfrm>
              <a:off x="2172" y="208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Rectangle 1007"/>
            <p:cNvSpPr>
              <a:spLocks noChangeArrowheads="1"/>
            </p:cNvSpPr>
            <p:nvPr/>
          </p:nvSpPr>
          <p:spPr bwMode="auto">
            <a:xfrm>
              <a:off x="2169" y="2077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Rectangle 1008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009"/>
            <p:cNvSpPr>
              <a:spLocks noEditPoints="1"/>
            </p:cNvSpPr>
            <p:nvPr/>
          </p:nvSpPr>
          <p:spPr bwMode="auto">
            <a:xfrm>
              <a:off x="2172" y="202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Rectangle 1010"/>
            <p:cNvSpPr>
              <a:spLocks noChangeArrowheads="1"/>
            </p:cNvSpPr>
            <p:nvPr/>
          </p:nvSpPr>
          <p:spPr bwMode="auto">
            <a:xfrm>
              <a:off x="2169" y="202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Rectangle 1011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012"/>
            <p:cNvSpPr>
              <a:spLocks noEditPoints="1"/>
            </p:cNvSpPr>
            <p:nvPr/>
          </p:nvSpPr>
          <p:spPr bwMode="auto">
            <a:xfrm>
              <a:off x="2172" y="196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Rectangle 1013"/>
            <p:cNvSpPr>
              <a:spLocks noChangeArrowheads="1"/>
            </p:cNvSpPr>
            <p:nvPr/>
          </p:nvSpPr>
          <p:spPr bwMode="auto">
            <a:xfrm>
              <a:off x="2169" y="1962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Rectangle 1014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015"/>
            <p:cNvSpPr>
              <a:spLocks noEditPoints="1"/>
            </p:cNvSpPr>
            <p:nvPr/>
          </p:nvSpPr>
          <p:spPr bwMode="auto">
            <a:xfrm>
              <a:off x="2172" y="190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Rectangle 1016"/>
            <p:cNvSpPr>
              <a:spLocks noChangeArrowheads="1"/>
            </p:cNvSpPr>
            <p:nvPr/>
          </p:nvSpPr>
          <p:spPr bwMode="auto">
            <a:xfrm>
              <a:off x="2169" y="1906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Rectangle 1017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018"/>
            <p:cNvSpPr>
              <a:spLocks noEditPoints="1"/>
            </p:cNvSpPr>
            <p:nvPr/>
          </p:nvSpPr>
          <p:spPr bwMode="auto">
            <a:xfrm>
              <a:off x="2172" y="185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Rectangle 1019"/>
            <p:cNvSpPr>
              <a:spLocks noChangeArrowheads="1"/>
            </p:cNvSpPr>
            <p:nvPr/>
          </p:nvSpPr>
          <p:spPr bwMode="auto">
            <a:xfrm>
              <a:off x="2169" y="185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Rectangle 1020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021"/>
            <p:cNvSpPr>
              <a:spLocks noEditPoints="1"/>
            </p:cNvSpPr>
            <p:nvPr/>
          </p:nvSpPr>
          <p:spPr bwMode="auto">
            <a:xfrm>
              <a:off x="2172" y="179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Rectangle 1022"/>
            <p:cNvSpPr>
              <a:spLocks noChangeArrowheads="1"/>
            </p:cNvSpPr>
            <p:nvPr/>
          </p:nvSpPr>
          <p:spPr bwMode="auto">
            <a:xfrm>
              <a:off x="2169" y="1791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Rectangle 1023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024"/>
            <p:cNvSpPr>
              <a:spLocks noEditPoints="1"/>
            </p:cNvSpPr>
            <p:nvPr/>
          </p:nvSpPr>
          <p:spPr bwMode="auto">
            <a:xfrm>
              <a:off x="2172" y="173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Rectangle 1025"/>
            <p:cNvSpPr>
              <a:spLocks noChangeArrowheads="1"/>
            </p:cNvSpPr>
            <p:nvPr/>
          </p:nvSpPr>
          <p:spPr bwMode="auto">
            <a:xfrm>
              <a:off x="2169" y="1736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Rectangle 1026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027"/>
            <p:cNvSpPr>
              <a:spLocks noEditPoints="1"/>
            </p:cNvSpPr>
            <p:nvPr/>
          </p:nvSpPr>
          <p:spPr bwMode="auto">
            <a:xfrm>
              <a:off x="2172" y="1682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Rectangle 1028"/>
            <p:cNvSpPr>
              <a:spLocks noChangeArrowheads="1"/>
            </p:cNvSpPr>
            <p:nvPr/>
          </p:nvSpPr>
          <p:spPr bwMode="auto">
            <a:xfrm>
              <a:off x="2169" y="168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Rectangle 1029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030"/>
            <p:cNvSpPr>
              <a:spLocks noEditPoints="1"/>
            </p:cNvSpPr>
            <p:nvPr/>
          </p:nvSpPr>
          <p:spPr bwMode="auto">
            <a:xfrm>
              <a:off x="2172" y="1625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Rectangle 1031"/>
            <p:cNvSpPr>
              <a:spLocks noChangeArrowheads="1"/>
            </p:cNvSpPr>
            <p:nvPr/>
          </p:nvSpPr>
          <p:spPr bwMode="auto">
            <a:xfrm>
              <a:off x="2169" y="1620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Rectangle 1032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033"/>
            <p:cNvSpPr>
              <a:spLocks noEditPoints="1"/>
            </p:cNvSpPr>
            <p:nvPr/>
          </p:nvSpPr>
          <p:spPr bwMode="auto">
            <a:xfrm>
              <a:off x="2172" y="1568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Rectangle 1034"/>
            <p:cNvSpPr>
              <a:spLocks noChangeArrowheads="1"/>
            </p:cNvSpPr>
            <p:nvPr/>
          </p:nvSpPr>
          <p:spPr bwMode="auto">
            <a:xfrm>
              <a:off x="2169" y="1565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Rectangle 1035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036"/>
            <p:cNvSpPr>
              <a:spLocks noEditPoints="1"/>
            </p:cNvSpPr>
            <p:nvPr/>
          </p:nvSpPr>
          <p:spPr bwMode="auto">
            <a:xfrm>
              <a:off x="2172" y="1511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Rectangle 1037"/>
            <p:cNvSpPr>
              <a:spLocks noChangeArrowheads="1"/>
            </p:cNvSpPr>
            <p:nvPr/>
          </p:nvSpPr>
          <p:spPr bwMode="auto">
            <a:xfrm>
              <a:off x="2169" y="151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Rectangle 1038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039"/>
            <p:cNvSpPr>
              <a:spLocks noEditPoints="1"/>
            </p:cNvSpPr>
            <p:nvPr/>
          </p:nvSpPr>
          <p:spPr bwMode="auto">
            <a:xfrm>
              <a:off x="2172" y="145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Rectangle 1040"/>
            <p:cNvSpPr>
              <a:spLocks noChangeArrowheads="1"/>
            </p:cNvSpPr>
            <p:nvPr/>
          </p:nvSpPr>
          <p:spPr bwMode="auto">
            <a:xfrm>
              <a:off x="2169" y="1450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Rectangle 1041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042"/>
            <p:cNvSpPr>
              <a:spLocks noEditPoints="1"/>
            </p:cNvSpPr>
            <p:nvPr/>
          </p:nvSpPr>
          <p:spPr bwMode="auto">
            <a:xfrm>
              <a:off x="2172" y="139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Rectangle 1043"/>
            <p:cNvSpPr>
              <a:spLocks noChangeArrowheads="1"/>
            </p:cNvSpPr>
            <p:nvPr/>
          </p:nvSpPr>
          <p:spPr bwMode="auto">
            <a:xfrm>
              <a:off x="2169" y="1394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Rectangle 1044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045"/>
            <p:cNvSpPr>
              <a:spLocks noEditPoints="1"/>
            </p:cNvSpPr>
            <p:nvPr/>
          </p:nvSpPr>
          <p:spPr bwMode="auto">
            <a:xfrm>
              <a:off x="2172" y="134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Rectangle 1046"/>
            <p:cNvSpPr>
              <a:spLocks noChangeArrowheads="1"/>
            </p:cNvSpPr>
            <p:nvPr/>
          </p:nvSpPr>
          <p:spPr bwMode="auto">
            <a:xfrm>
              <a:off x="2169" y="1339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Rectangle 1047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9" name="Group 1249"/>
          <p:cNvGrpSpPr>
            <a:grpSpLocks/>
          </p:cNvGrpSpPr>
          <p:nvPr/>
        </p:nvGrpSpPr>
        <p:grpSpPr bwMode="auto">
          <a:xfrm>
            <a:off x="3297237" y="1374776"/>
            <a:ext cx="2774950" cy="4105275"/>
            <a:chOff x="2077" y="866"/>
            <a:chExt cx="1748" cy="2586"/>
          </a:xfrm>
        </p:grpSpPr>
        <p:sp>
          <p:nvSpPr>
            <p:cNvPr id="1343" name="Freeform 1049"/>
            <p:cNvSpPr>
              <a:spLocks noEditPoints="1"/>
            </p:cNvSpPr>
            <p:nvPr/>
          </p:nvSpPr>
          <p:spPr bwMode="auto">
            <a:xfrm>
              <a:off x="2172" y="1284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Rectangle 1050"/>
            <p:cNvSpPr>
              <a:spLocks noChangeArrowheads="1"/>
            </p:cNvSpPr>
            <p:nvPr/>
          </p:nvSpPr>
          <p:spPr bwMode="auto">
            <a:xfrm>
              <a:off x="2169" y="128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Rectangle 1051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052"/>
            <p:cNvSpPr>
              <a:spLocks noEditPoints="1"/>
            </p:cNvSpPr>
            <p:nvPr/>
          </p:nvSpPr>
          <p:spPr bwMode="auto">
            <a:xfrm>
              <a:off x="2172" y="1227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Rectangle 1053"/>
            <p:cNvSpPr>
              <a:spLocks noChangeArrowheads="1"/>
            </p:cNvSpPr>
            <p:nvPr/>
          </p:nvSpPr>
          <p:spPr bwMode="auto">
            <a:xfrm>
              <a:off x="2169" y="1224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Rectangle 1054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055"/>
            <p:cNvSpPr>
              <a:spLocks noEditPoints="1"/>
            </p:cNvSpPr>
            <p:nvPr/>
          </p:nvSpPr>
          <p:spPr bwMode="auto">
            <a:xfrm>
              <a:off x="2172" y="1170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Rectangle 1056"/>
            <p:cNvSpPr>
              <a:spLocks noChangeArrowheads="1"/>
            </p:cNvSpPr>
            <p:nvPr/>
          </p:nvSpPr>
          <p:spPr bwMode="auto">
            <a:xfrm>
              <a:off x="2169" y="1168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Rectangle 1057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058"/>
            <p:cNvSpPr>
              <a:spLocks noEditPoints="1"/>
            </p:cNvSpPr>
            <p:nvPr/>
          </p:nvSpPr>
          <p:spPr bwMode="auto">
            <a:xfrm>
              <a:off x="2172" y="1113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Rectangle 1059"/>
            <p:cNvSpPr>
              <a:spLocks noChangeArrowheads="1"/>
            </p:cNvSpPr>
            <p:nvPr/>
          </p:nvSpPr>
          <p:spPr bwMode="auto">
            <a:xfrm>
              <a:off x="2169" y="111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Rectangle 1060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061"/>
            <p:cNvSpPr>
              <a:spLocks noEditPoints="1"/>
            </p:cNvSpPr>
            <p:nvPr/>
          </p:nvSpPr>
          <p:spPr bwMode="auto">
            <a:xfrm>
              <a:off x="2172" y="105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Rectangle 1062"/>
            <p:cNvSpPr>
              <a:spLocks noChangeArrowheads="1"/>
            </p:cNvSpPr>
            <p:nvPr/>
          </p:nvSpPr>
          <p:spPr bwMode="auto">
            <a:xfrm>
              <a:off x="2169" y="1053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Rectangle 1063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064"/>
            <p:cNvSpPr>
              <a:spLocks noEditPoints="1"/>
            </p:cNvSpPr>
            <p:nvPr/>
          </p:nvSpPr>
          <p:spPr bwMode="auto">
            <a:xfrm>
              <a:off x="2172" y="999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Rectangle 1065"/>
            <p:cNvSpPr>
              <a:spLocks noChangeArrowheads="1"/>
            </p:cNvSpPr>
            <p:nvPr/>
          </p:nvSpPr>
          <p:spPr bwMode="auto">
            <a:xfrm>
              <a:off x="2169" y="998"/>
              <a:ext cx="1648" cy="9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Rectangle 1066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067"/>
            <p:cNvSpPr>
              <a:spLocks noEditPoints="1"/>
            </p:cNvSpPr>
            <p:nvPr/>
          </p:nvSpPr>
          <p:spPr bwMode="auto">
            <a:xfrm>
              <a:off x="2172" y="942"/>
              <a:ext cx="1643" cy="4"/>
            </a:xfrm>
            <a:custGeom>
              <a:avLst/>
              <a:gdLst>
                <a:gd name="T0" fmla="*/ 1602 w 1643"/>
                <a:gd name="T1" fmla="*/ 4 h 4"/>
                <a:gd name="T2" fmla="*/ 1570 w 1643"/>
                <a:gd name="T3" fmla="*/ 0 h 4"/>
                <a:gd name="T4" fmla="*/ 1551 w 1643"/>
                <a:gd name="T5" fmla="*/ 4 h 4"/>
                <a:gd name="T6" fmla="*/ 1510 w 1643"/>
                <a:gd name="T7" fmla="*/ 0 h 4"/>
                <a:gd name="T8" fmla="*/ 1496 w 1643"/>
                <a:gd name="T9" fmla="*/ 0 h 4"/>
                <a:gd name="T10" fmla="*/ 1455 w 1643"/>
                <a:gd name="T11" fmla="*/ 4 h 4"/>
                <a:gd name="T12" fmla="*/ 1422 w 1643"/>
                <a:gd name="T13" fmla="*/ 0 h 4"/>
                <a:gd name="T14" fmla="*/ 1404 w 1643"/>
                <a:gd name="T15" fmla="*/ 4 h 4"/>
                <a:gd name="T16" fmla="*/ 1363 w 1643"/>
                <a:gd name="T17" fmla="*/ 0 h 4"/>
                <a:gd name="T18" fmla="*/ 1349 w 1643"/>
                <a:gd name="T19" fmla="*/ 0 h 4"/>
                <a:gd name="T20" fmla="*/ 1307 w 1643"/>
                <a:gd name="T21" fmla="*/ 4 h 4"/>
                <a:gd name="T22" fmla="*/ 1275 w 1643"/>
                <a:gd name="T23" fmla="*/ 0 h 4"/>
                <a:gd name="T24" fmla="*/ 1257 w 1643"/>
                <a:gd name="T25" fmla="*/ 4 h 4"/>
                <a:gd name="T26" fmla="*/ 1215 w 1643"/>
                <a:gd name="T27" fmla="*/ 0 h 4"/>
                <a:gd name="T28" fmla="*/ 1202 w 1643"/>
                <a:gd name="T29" fmla="*/ 0 h 4"/>
                <a:gd name="T30" fmla="*/ 1160 w 1643"/>
                <a:gd name="T31" fmla="*/ 4 h 4"/>
                <a:gd name="T32" fmla="*/ 1128 w 1643"/>
                <a:gd name="T33" fmla="*/ 0 h 4"/>
                <a:gd name="T34" fmla="*/ 1110 w 1643"/>
                <a:gd name="T35" fmla="*/ 4 h 4"/>
                <a:gd name="T36" fmla="*/ 1068 w 1643"/>
                <a:gd name="T37" fmla="*/ 0 h 4"/>
                <a:gd name="T38" fmla="*/ 1054 w 1643"/>
                <a:gd name="T39" fmla="*/ 0 h 4"/>
                <a:gd name="T40" fmla="*/ 1013 w 1643"/>
                <a:gd name="T41" fmla="*/ 4 h 4"/>
                <a:gd name="T42" fmla="*/ 981 w 1643"/>
                <a:gd name="T43" fmla="*/ 0 h 4"/>
                <a:gd name="T44" fmla="*/ 962 w 1643"/>
                <a:gd name="T45" fmla="*/ 4 h 4"/>
                <a:gd name="T46" fmla="*/ 921 w 1643"/>
                <a:gd name="T47" fmla="*/ 0 h 4"/>
                <a:gd name="T48" fmla="*/ 907 w 1643"/>
                <a:gd name="T49" fmla="*/ 0 h 4"/>
                <a:gd name="T50" fmla="*/ 866 w 1643"/>
                <a:gd name="T51" fmla="*/ 4 h 4"/>
                <a:gd name="T52" fmla="*/ 833 w 1643"/>
                <a:gd name="T53" fmla="*/ 0 h 4"/>
                <a:gd name="T54" fmla="*/ 815 w 1643"/>
                <a:gd name="T55" fmla="*/ 4 h 4"/>
                <a:gd name="T56" fmla="*/ 774 w 1643"/>
                <a:gd name="T57" fmla="*/ 0 h 4"/>
                <a:gd name="T58" fmla="*/ 760 w 1643"/>
                <a:gd name="T59" fmla="*/ 0 h 4"/>
                <a:gd name="T60" fmla="*/ 718 w 1643"/>
                <a:gd name="T61" fmla="*/ 4 h 4"/>
                <a:gd name="T62" fmla="*/ 686 w 1643"/>
                <a:gd name="T63" fmla="*/ 0 h 4"/>
                <a:gd name="T64" fmla="*/ 668 w 1643"/>
                <a:gd name="T65" fmla="*/ 4 h 4"/>
                <a:gd name="T66" fmla="*/ 626 w 1643"/>
                <a:gd name="T67" fmla="*/ 0 h 4"/>
                <a:gd name="T68" fmla="*/ 613 w 1643"/>
                <a:gd name="T69" fmla="*/ 0 h 4"/>
                <a:gd name="T70" fmla="*/ 571 w 1643"/>
                <a:gd name="T71" fmla="*/ 4 h 4"/>
                <a:gd name="T72" fmla="*/ 539 w 1643"/>
                <a:gd name="T73" fmla="*/ 0 h 4"/>
                <a:gd name="T74" fmla="*/ 520 w 1643"/>
                <a:gd name="T75" fmla="*/ 4 h 4"/>
                <a:gd name="T76" fmla="*/ 479 w 1643"/>
                <a:gd name="T77" fmla="*/ 0 h 4"/>
                <a:gd name="T78" fmla="*/ 465 w 1643"/>
                <a:gd name="T79" fmla="*/ 0 h 4"/>
                <a:gd name="T80" fmla="*/ 424 w 1643"/>
                <a:gd name="T81" fmla="*/ 4 h 4"/>
                <a:gd name="T82" fmla="*/ 392 w 1643"/>
                <a:gd name="T83" fmla="*/ 0 h 4"/>
                <a:gd name="T84" fmla="*/ 373 w 1643"/>
                <a:gd name="T85" fmla="*/ 4 h 4"/>
                <a:gd name="T86" fmla="*/ 332 w 1643"/>
                <a:gd name="T87" fmla="*/ 0 h 4"/>
                <a:gd name="T88" fmla="*/ 318 w 1643"/>
                <a:gd name="T89" fmla="*/ 0 h 4"/>
                <a:gd name="T90" fmla="*/ 277 w 1643"/>
                <a:gd name="T91" fmla="*/ 4 h 4"/>
                <a:gd name="T92" fmla="*/ 244 w 1643"/>
                <a:gd name="T93" fmla="*/ 0 h 4"/>
                <a:gd name="T94" fmla="*/ 226 w 1643"/>
                <a:gd name="T95" fmla="*/ 4 h 4"/>
                <a:gd name="T96" fmla="*/ 185 w 1643"/>
                <a:gd name="T97" fmla="*/ 0 h 4"/>
                <a:gd name="T98" fmla="*/ 171 w 1643"/>
                <a:gd name="T99" fmla="*/ 0 h 4"/>
                <a:gd name="T100" fmla="*/ 129 w 1643"/>
                <a:gd name="T101" fmla="*/ 4 h 4"/>
                <a:gd name="T102" fmla="*/ 97 w 1643"/>
                <a:gd name="T103" fmla="*/ 0 h 4"/>
                <a:gd name="T104" fmla="*/ 79 w 1643"/>
                <a:gd name="T105" fmla="*/ 4 h 4"/>
                <a:gd name="T106" fmla="*/ 37 w 1643"/>
                <a:gd name="T107" fmla="*/ 0 h 4"/>
                <a:gd name="T108" fmla="*/ 23 w 1643"/>
                <a:gd name="T109" fmla="*/ 0 h 4"/>
                <a:gd name="T110" fmla="*/ 1639 w 1643"/>
                <a:gd name="T1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4">
                  <a:moveTo>
                    <a:pt x="1625" y="0"/>
                  </a:moveTo>
                  <a:lnTo>
                    <a:pt x="1620" y="0"/>
                  </a:lnTo>
                  <a:lnTo>
                    <a:pt x="1620" y="4"/>
                  </a:lnTo>
                  <a:lnTo>
                    <a:pt x="1625" y="4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4"/>
                  </a:lnTo>
                  <a:lnTo>
                    <a:pt x="1607" y="4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4"/>
                  </a:lnTo>
                  <a:lnTo>
                    <a:pt x="1588" y="4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4"/>
                  </a:lnTo>
                  <a:lnTo>
                    <a:pt x="1570" y="4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4"/>
                  </a:lnTo>
                  <a:lnTo>
                    <a:pt x="1551" y="4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4"/>
                  </a:lnTo>
                  <a:lnTo>
                    <a:pt x="1533" y="4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4"/>
                  </a:lnTo>
                  <a:lnTo>
                    <a:pt x="1515" y="4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4"/>
                  </a:lnTo>
                  <a:lnTo>
                    <a:pt x="1496" y="4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4"/>
                  </a:lnTo>
                  <a:lnTo>
                    <a:pt x="1478" y="4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4"/>
                  </a:lnTo>
                  <a:lnTo>
                    <a:pt x="1459" y="4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4"/>
                  </a:lnTo>
                  <a:lnTo>
                    <a:pt x="1441" y="4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4"/>
                  </a:lnTo>
                  <a:lnTo>
                    <a:pt x="1422" y="4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4"/>
                  </a:lnTo>
                  <a:lnTo>
                    <a:pt x="1404" y="4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4"/>
                  </a:lnTo>
                  <a:lnTo>
                    <a:pt x="1386" y="4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4"/>
                  </a:lnTo>
                  <a:lnTo>
                    <a:pt x="1367" y="4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4"/>
                  </a:lnTo>
                  <a:lnTo>
                    <a:pt x="1349" y="4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4"/>
                  </a:lnTo>
                  <a:lnTo>
                    <a:pt x="1330" y="4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4"/>
                  </a:lnTo>
                  <a:lnTo>
                    <a:pt x="1312" y="4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4"/>
                  </a:lnTo>
                  <a:lnTo>
                    <a:pt x="1294" y="4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4"/>
                  </a:lnTo>
                  <a:lnTo>
                    <a:pt x="1275" y="4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4"/>
                  </a:lnTo>
                  <a:lnTo>
                    <a:pt x="1257" y="4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4"/>
                  </a:lnTo>
                  <a:lnTo>
                    <a:pt x="1238" y="4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4"/>
                  </a:lnTo>
                  <a:lnTo>
                    <a:pt x="1220" y="4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4"/>
                  </a:lnTo>
                  <a:lnTo>
                    <a:pt x="1202" y="4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4"/>
                  </a:lnTo>
                  <a:lnTo>
                    <a:pt x="1183" y="4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4"/>
                  </a:lnTo>
                  <a:lnTo>
                    <a:pt x="1165" y="4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4"/>
                  </a:lnTo>
                  <a:lnTo>
                    <a:pt x="1146" y="4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4"/>
                  </a:lnTo>
                  <a:lnTo>
                    <a:pt x="1128" y="4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4"/>
                  </a:lnTo>
                  <a:lnTo>
                    <a:pt x="1110" y="4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4"/>
                  </a:lnTo>
                  <a:lnTo>
                    <a:pt x="1091" y="4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4"/>
                  </a:lnTo>
                  <a:lnTo>
                    <a:pt x="1073" y="4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4"/>
                  </a:lnTo>
                  <a:lnTo>
                    <a:pt x="1054" y="4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4"/>
                  </a:lnTo>
                  <a:lnTo>
                    <a:pt x="1036" y="4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4"/>
                  </a:lnTo>
                  <a:lnTo>
                    <a:pt x="1017" y="4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4"/>
                  </a:lnTo>
                  <a:lnTo>
                    <a:pt x="999" y="4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4"/>
                  </a:lnTo>
                  <a:lnTo>
                    <a:pt x="981" y="4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4"/>
                  </a:lnTo>
                  <a:lnTo>
                    <a:pt x="962" y="4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4"/>
                  </a:lnTo>
                  <a:lnTo>
                    <a:pt x="925" y="4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4"/>
                  </a:lnTo>
                  <a:lnTo>
                    <a:pt x="907" y="4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4"/>
                  </a:lnTo>
                  <a:lnTo>
                    <a:pt x="889" y="4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4"/>
                  </a:lnTo>
                  <a:lnTo>
                    <a:pt x="870" y="4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4"/>
                  </a:lnTo>
                  <a:lnTo>
                    <a:pt x="852" y="4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4"/>
                  </a:lnTo>
                  <a:lnTo>
                    <a:pt x="833" y="4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4"/>
                  </a:lnTo>
                  <a:lnTo>
                    <a:pt x="815" y="4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4"/>
                  </a:lnTo>
                  <a:lnTo>
                    <a:pt x="797" y="4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4"/>
                  </a:lnTo>
                  <a:lnTo>
                    <a:pt x="778" y="4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4"/>
                  </a:lnTo>
                  <a:lnTo>
                    <a:pt x="760" y="4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4"/>
                  </a:lnTo>
                  <a:lnTo>
                    <a:pt x="741" y="4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4"/>
                  </a:lnTo>
                  <a:lnTo>
                    <a:pt x="723" y="4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4"/>
                  </a:lnTo>
                  <a:lnTo>
                    <a:pt x="705" y="4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4"/>
                  </a:lnTo>
                  <a:lnTo>
                    <a:pt x="686" y="4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4"/>
                  </a:lnTo>
                  <a:lnTo>
                    <a:pt x="668" y="4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4"/>
                  </a:lnTo>
                  <a:lnTo>
                    <a:pt x="631" y="4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4"/>
                  </a:lnTo>
                  <a:lnTo>
                    <a:pt x="613" y="4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4"/>
                  </a:lnTo>
                  <a:lnTo>
                    <a:pt x="594" y="4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4"/>
                  </a:lnTo>
                  <a:lnTo>
                    <a:pt x="576" y="4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4"/>
                  </a:lnTo>
                  <a:lnTo>
                    <a:pt x="539" y="4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4"/>
                  </a:lnTo>
                  <a:lnTo>
                    <a:pt x="520" y="4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4"/>
                  </a:lnTo>
                  <a:lnTo>
                    <a:pt x="502" y="4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4"/>
                  </a:lnTo>
                  <a:lnTo>
                    <a:pt x="484" y="4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4"/>
                  </a:lnTo>
                  <a:lnTo>
                    <a:pt x="447" y="4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4"/>
                  </a:lnTo>
                  <a:lnTo>
                    <a:pt x="428" y="4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4"/>
                  </a:lnTo>
                  <a:lnTo>
                    <a:pt x="410" y="4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4"/>
                  </a:lnTo>
                  <a:lnTo>
                    <a:pt x="392" y="4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4"/>
                  </a:lnTo>
                  <a:lnTo>
                    <a:pt x="373" y="4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4"/>
                  </a:lnTo>
                  <a:lnTo>
                    <a:pt x="355" y="4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4"/>
                  </a:lnTo>
                  <a:lnTo>
                    <a:pt x="336" y="4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4"/>
                  </a:lnTo>
                  <a:lnTo>
                    <a:pt x="318" y="4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300" y="4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4"/>
                  </a:lnTo>
                  <a:lnTo>
                    <a:pt x="244" y="4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4"/>
                  </a:lnTo>
                  <a:lnTo>
                    <a:pt x="226" y="4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4"/>
                  </a:lnTo>
                  <a:lnTo>
                    <a:pt x="189" y="4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4"/>
                  </a:lnTo>
                  <a:lnTo>
                    <a:pt x="171" y="4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4"/>
                  </a:lnTo>
                  <a:lnTo>
                    <a:pt x="97" y="4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4"/>
                  </a:lnTo>
                  <a:lnTo>
                    <a:pt x="79" y="4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4"/>
                  </a:lnTo>
                  <a:lnTo>
                    <a:pt x="1643" y="4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Rectangle 1068"/>
            <p:cNvSpPr>
              <a:spLocks noChangeArrowheads="1"/>
            </p:cNvSpPr>
            <p:nvPr/>
          </p:nvSpPr>
          <p:spPr bwMode="auto">
            <a:xfrm>
              <a:off x="2169" y="94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Rectangle 1069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070"/>
            <p:cNvSpPr>
              <a:spLocks noEditPoints="1"/>
            </p:cNvSpPr>
            <p:nvPr/>
          </p:nvSpPr>
          <p:spPr bwMode="auto">
            <a:xfrm>
              <a:off x="2172" y="886"/>
              <a:ext cx="1643" cy="3"/>
            </a:xfrm>
            <a:custGeom>
              <a:avLst/>
              <a:gdLst>
                <a:gd name="T0" fmla="*/ 1602 w 1643"/>
                <a:gd name="T1" fmla="*/ 3 h 3"/>
                <a:gd name="T2" fmla="*/ 1570 w 1643"/>
                <a:gd name="T3" fmla="*/ 0 h 3"/>
                <a:gd name="T4" fmla="*/ 1551 w 1643"/>
                <a:gd name="T5" fmla="*/ 3 h 3"/>
                <a:gd name="T6" fmla="*/ 1510 w 1643"/>
                <a:gd name="T7" fmla="*/ 0 h 3"/>
                <a:gd name="T8" fmla="*/ 1496 w 1643"/>
                <a:gd name="T9" fmla="*/ 0 h 3"/>
                <a:gd name="T10" fmla="*/ 1455 w 1643"/>
                <a:gd name="T11" fmla="*/ 3 h 3"/>
                <a:gd name="T12" fmla="*/ 1422 w 1643"/>
                <a:gd name="T13" fmla="*/ 0 h 3"/>
                <a:gd name="T14" fmla="*/ 1404 w 1643"/>
                <a:gd name="T15" fmla="*/ 3 h 3"/>
                <a:gd name="T16" fmla="*/ 1363 w 1643"/>
                <a:gd name="T17" fmla="*/ 0 h 3"/>
                <a:gd name="T18" fmla="*/ 1349 w 1643"/>
                <a:gd name="T19" fmla="*/ 0 h 3"/>
                <a:gd name="T20" fmla="*/ 1307 w 1643"/>
                <a:gd name="T21" fmla="*/ 3 h 3"/>
                <a:gd name="T22" fmla="*/ 1275 w 1643"/>
                <a:gd name="T23" fmla="*/ 0 h 3"/>
                <a:gd name="T24" fmla="*/ 1257 w 1643"/>
                <a:gd name="T25" fmla="*/ 3 h 3"/>
                <a:gd name="T26" fmla="*/ 1215 w 1643"/>
                <a:gd name="T27" fmla="*/ 0 h 3"/>
                <a:gd name="T28" fmla="*/ 1202 w 1643"/>
                <a:gd name="T29" fmla="*/ 0 h 3"/>
                <a:gd name="T30" fmla="*/ 1160 w 1643"/>
                <a:gd name="T31" fmla="*/ 3 h 3"/>
                <a:gd name="T32" fmla="*/ 1128 w 1643"/>
                <a:gd name="T33" fmla="*/ 0 h 3"/>
                <a:gd name="T34" fmla="*/ 1110 w 1643"/>
                <a:gd name="T35" fmla="*/ 3 h 3"/>
                <a:gd name="T36" fmla="*/ 1068 w 1643"/>
                <a:gd name="T37" fmla="*/ 0 h 3"/>
                <a:gd name="T38" fmla="*/ 1054 w 1643"/>
                <a:gd name="T39" fmla="*/ 0 h 3"/>
                <a:gd name="T40" fmla="*/ 1013 w 1643"/>
                <a:gd name="T41" fmla="*/ 3 h 3"/>
                <a:gd name="T42" fmla="*/ 981 w 1643"/>
                <a:gd name="T43" fmla="*/ 0 h 3"/>
                <a:gd name="T44" fmla="*/ 962 w 1643"/>
                <a:gd name="T45" fmla="*/ 3 h 3"/>
                <a:gd name="T46" fmla="*/ 921 w 1643"/>
                <a:gd name="T47" fmla="*/ 0 h 3"/>
                <a:gd name="T48" fmla="*/ 907 w 1643"/>
                <a:gd name="T49" fmla="*/ 0 h 3"/>
                <a:gd name="T50" fmla="*/ 866 w 1643"/>
                <a:gd name="T51" fmla="*/ 3 h 3"/>
                <a:gd name="T52" fmla="*/ 833 w 1643"/>
                <a:gd name="T53" fmla="*/ 0 h 3"/>
                <a:gd name="T54" fmla="*/ 815 w 1643"/>
                <a:gd name="T55" fmla="*/ 3 h 3"/>
                <a:gd name="T56" fmla="*/ 774 w 1643"/>
                <a:gd name="T57" fmla="*/ 0 h 3"/>
                <a:gd name="T58" fmla="*/ 760 w 1643"/>
                <a:gd name="T59" fmla="*/ 0 h 3"/>
                <a:gd name="T60" fmla="*/ 718 w 1643"/>
                <a:gd name="T61" fmla="*/ 3 h 3"/>
                <a:gd name="T62" fmla="*/ 686 w 1643"/>
                <a:gd name="T63" fmla="*/ 0 h 3"/>
                <a:gd name="T64" fmla="*/ 668 w 1643"/>
                <a:gd name="T65" fmla="*/ 3 h 3"/>
                <a:gd name="T66" fmla="*/ 626 w 1643"/>
                <a:gd name="T67" fmla="*/ 0 h 3"/>
                <a:gd name="T68" fmla="*/ 613 w 1643"/>
                <a:gd name="T69" fmla="*/ 0 h 3"/>
                <a:gd name="T70" fmla="*/ 571 w 1643"/>
                <a:gd name="T71" fmla="*/ 3 h 3"/>
                <a:gd name="T72" fmla="*/ 539 w 1643"/>
                <a:gd name="T73" fmla="*/ 0 h 3"/>
                <a:gd name="T74" fmla="*/ 520 w 1643"/>
                <a:gd name="T75" fmla="*/ 3 h 3"/>
                <a:gd name="T76" fmla="*/ 479 w 1643"/>
                <a:gd name="T77" fmla="*/ 0 h 3"/>
                <a:gd name="T78" fmla="*/ 465 w 1643"/>
                <a:gd name="T79" fmla="*/ 0 h 3"/>
                <a:gd name="T80" fmla="*/ 424 w 1643"/>
                <a:gd name="T81" fmla="*/ 3 h 3"/>
                <a:gd name="T82" fmla="*/ 392 w 1643"/>
                <a:gd name="T83" fmla="*/ 0 h 3"/>
                <a:gd name="T84" fmla="*/ 373 w 1643"/>
                <a:gd name="T85" fmla="*/ 3 h 3"/>
                <a:gd name="T86" fmla="*/ 332 w 1643"/>
                <a:gd name="T87" fmla="*/ 0 h 3"/>
                <a:gd name="T88" fmla="*/ 318 w 1643"/>
                <a:gd name="T89" fmla="*/ 0 h 3"/>
                <a:gd name="T90" fmla="*/ 277 w 1643"/>
                <a:gd name="T91" fmla="*/ 3 h 3"/>
                <a:gd name="T92" fmla="*/ 244 w 1643"/>
                <a:gd name="T93" fmla="*/ 0 h 3"/>
                <a:gd name="T94" fmla="*/ 226 w 1643"/>
                <a:gd name="T95" fmla="*/ 3 h 3"/>
                <a:gd name="T96" fmla="*/ 185 w 1643"/>
                <a:gd name="T97" fmla="*/ 0 h 3"/>
                <a:gd name="T98" fmla="*/ 171 w 1643"/>
                <a:gd name="T99" fmla="*/ 0 h 3"/>
                <a:gd name="T100" fmla="*/ 129 w 1643"/>
                <a:gd name="T101" fmla="*/ 3 h 3"/>
                <a:gd name="T102" fmla="*/ 97 w 1643"/>
                <a:gd name="T103" fmla="*/ 0 h 3"/>
                <a:gd name="T104" fmla="*/ 79 w 1643"/>
                <a:gd name="T105" fmla="*/ 3 h 3"/>
                <a:gd name="T106" fmla="*/ 37 w 1643"/>
                <a:gd name="T107" fmla="*/ 0 h 3"/>
                <a:gd name="T108" fmla="*/ 23 w 1643"/>
                <a:gd name="T109" fmla="*/ 0 h 3"/>
                <a:gd name="T110" fmla="*/ 1639 w 1643"/>
                <a:gd name="T1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3" h="3">
                  <a:moveTo>
                    <a:pt x="1625" y="0"/>
                  </a:moveTo>
                  <a:lnTo>
                    <a:pt x="1620" y="0"/>
                  </a:lnTo>
                  <a:lnTo>
                    <a:pt x="1620" y="3"/>
                  </a:lnTo>
                  <a:lnTo>
                    <a:pt x="1625" y="3"/>
                  </a:lnTo>
                  <a:lnTo>
                    <a:pt x="1625" y="0"/>
                  </a:lnTo>
                  <a:close/>
                  <a:moveTo>
                    <a:pt x="1607" y="0"/>
                  </a:moveTo>
                  <a:lnTo>
                    <a:pt x="1602" y="0"/>
                  </a:lnTo>
                  <a:lnTo>
                    <a:pt x="1602" y="3"/>
                  </a:lnTo>
                  <a:lnTo>
                    <a:pt x="1607" y="3"/>
                  </a:lnTo>
                  <a:lnTo>
                    <a:pt x="1607" y="0"/>
                  </a:lnTo>
                  <a:close/>
                  <a:moveTo>
                    <a:pt x="1588" y="0"/>
                  </a:moveTo>
                  <a:lnTo>
                    <a:pt x="1584" y="0"/>
                  </a:lnTo>
                  <a:lnTo>
                    <a:pt x="1584" y="3"/>
                  </a:lnTo>
                  <a:lnTo>
                    <a:pt x="1588" y="3"/>
                  </a:lnTo>
                  <a:lnTo>
                    <a:pt x="1588" y="0"/>
                  </a:lnTo>
                  <a:close/>
                  <a:moveTo>
                    <a:pt x="1570" y="0"/>
                  </a:moveTo>
                  <a:lnTo>
                    <a:pt x="1565" y="0"/>
                  </a:lnTo>
                  <a:lnTo>
                    <a:pt x="1565" y="3"/>
                  </a:lnTo>
                  <a:lnTo>
                    <a:pt x="1570" y="3"/>
                  </a:lnTo>
                  <a:lnTo>
                    <a:pt x="1570" y="0"/>
                  </a:lnTo>
                  <a:close/>
                  <a:moveTo>
                    <a:pt x="1551" y="0"/>
                  </a:moveTo>
                  <a:lnTo>
                    <a:pt x="1547" y="0"/>
                  </a:lnTo>
                  <a:lnTo>
                    <a:pt x="1547" y="3"/>
                  </a:lnTo>
                  <a:lnTo>
                    <a:pt x="1551" y="3"/>
                  </a:lnTo>
                  <a:lnTo>
                    <a:pt x="1551" y="0"/>
                  </a:lnTo>
                  <a:close/>
                  <a:moveTo>
                    <a:pt x="1533" y="0"/>
                  </a:moveTo>
                  <a:lnTo>
                    <a:pt x="1528" y="0"/>
                  </a:lnTo>
                  <a:lnTo>
                    <a:pt x="1528" y="3"/>
                  </a:lnTo>
                  <a:lnTo>
                    <a:pt x="1533" y="3"/>
                  </a:lnTo>
                  <a:lnTo>
                    <a:pt x="1533" y="0"/>
                  </a:lnTo>
                  <a:close/>
                  <a:moveTo>
                    <a:pt x="1515" y="0"/>
                  </a:moveTo>
                  <a:lnTo>
                    <a:pt x="1510" y="0"/>
                  </a:lnTo>
                  <a:lnTo>
                    <a:pt x="1510" y="3"/>
                  </a:lnTo>
                  <a:lnTo>
                    <a:pt x="1515" y="3"/>
                  </a:lnTo>
                  <a:lnTo>
                    <a:pt x="1515" y="0"/>
                  </a:lnTo>
                  <a:close/>
                  <a:moveTo>
                    <a:pt x="1496" y="0"/>
                  </a:moveTo>
                  <a:lnTo>
                    <a:pt x="1492" y="0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6" y="0"/>
                  </a:lnTo>
                  <a:close/>
                  <a:moveTo>
                    <a:pt x="1478" y="0"/>
                  </a:moveTo>
                  <a:lnTo>
                    <a:pt x="1473" y="0"/>
                  </a:lnTo>
                  <a:lnTo>
                    <a:pt x="1473" y="3"/>
                  </a:lnTo>
                  <a:lnTo>
                    <a:pt x="1478" y="3"/>
                  </a:lnTo>
                  <a:lnTo>
                    <a:pt x="1478" y="0"/>
                  </a:lnTo>
                  <a:close/>
                  <a:moveTo>
                    <a:pt x="1459" y="0"/>
                  </a:moveTo>
                  <a:lnTo>
                    <a:pt x="1455" y="0"/>
                  </a:lnTo>
                  <a:lnTo>
                    <a:pt x="1455" y="3"/>
                  </a:lnTo>
                  <a:lnTo>
                    <a:pt x="1459" y="3"/>
                  </a:lnTo>
                  <a:lnTo>
                    <a:pt x="1459" y="0"/>
                  </a:lnTo>
                  <a:close/>
                  <a:moveTo>
                    <a:pt x="1441" y="0"/>
                  </a:moveTo>
                  <a:lnTo>
                    <a:pt x="1436" y="0"/>
                  </a:lnTo>
                  <a:lnTo>
                    <a:pt x="1436" y="3"/>
                  </a:lnTo>
                  <a:lnTo>
                    <a:pt x="1441" y="3"/>
                  </a:lnTo>
                  <a:lnTo>
                    <a:pt x="1441" y="0"/>
                  </a:lnTo>
                  <a:close/>
                  <a:moveTo>
                    <a:pt x="1422" y="0"/>
                  </a:moveTo>
                  <a:lnTo>
                    <a:pt x="1418" y="0"/>
                  </a:lnTo>
                  <a:lnTo>
                    <a:pt x="1418" y="3"/>
                  </a:lnTo>
                  <a:lnTo>
                    <a:pt x="1422" y="3"/>
                  </a:lnTo>
                  <a:lnTo>
                    <a:pt x="1422" y="0"/>
                  </a:lnTo>
                  <a:close/>
                  <a:moveTo>
                    <a:pt x="1404" y="0"/>
                  </a:moveTo>
                  <a:lnTo>
                    <a:pt x="1399" y="0"/>
                  </a:lnTo>
                  <a:lnTo>
                    <a:pt x="1399" y="3"/>
                  </a:lnTo>
                  <a:lnTo>
                    <a:pt x="1404" y="3"/>
                  </a:lnTo>
                  <a:lnTo>
                    <a:pt x="1404" y="0"/>
                  </a:lnTo>
                  <a:close/>
                  <a:moveTo>
                    <a:pt x="1386" y="0"/>
                  </a:moveTo>
                  <a:lnTo>
                    <a:pt x="1381" y="0"/>
                  </a:lnTo>
                  <a:lnTo>
                    <a:pt x="1381" y="3"/>
                  </a:lnTo>
                  <a:lnTo>
                    <a:pt x="1386" y="3"/>
                  </a:lnTo>
                  <a:lnTo>
                    <a:pt x="1386" y="0"/>
                  </a:lnTo>
                  <a:close/>
                  <a:moveTo>
                    <a:pt x="1367" y="0"/>
                  </a:moveTo>
                  <a:lnTo>
                    <a:pt x="1363" y="0"/>
                  </a:lnTo>
                  <a:lnTo>
                    <a:pt x="1363" y="3"/>
                  </a:lnTo>
                  <a:lnTo>
                    <a:pt x="1367" y="3"/>
                  </a:lnTo>
                  <a:lnTo>
                    <a:pt x="1367" y="0"/>
                  </a:lnTo>
                  <a:close/>
                  <a:moveTo>
                    <a:pt x="1349" y="0"/>
                  </a:moveTo>
                  <a:lnTo>
                    <a:pt x="1344" y="0"/>
                  </a:lnTo>
                  <a:lnTo>
                    <a:pt x="1344" y="3"/>
                  </a:lnTo>
                  <a:lnTo>
                    <a:pt x="1349" y="3"/>
                  </a:lnTo>
                  <a:lnTo>
                    <a:pt x="1349" y="0"/>
                  </a:lnTo>
                  <a:close/>
                  <a:moveTo>
                    <a:pt x="1330" y="0"/>
                  </a:moveTo>
                  <a:lnTo>
                    <a:pt x="1326" y="0"/>
                  </a:lnTo>
                  <a:lnTo>
                    <a:pt x="1326" y="3"/>
                  </a:lnTo>
                  <a:lnTo>
                    <a:pt x="1330" y="3"/>
                  </a:lnTo>
                  <a:lnTo>
                    <a:pt x="1330" y="0"/>
                  </a:lnTo>
                  <a:close/>
                  <a:moveTo>
                    <a:pt x="1312" y="0"/>
                  </a:moveTo>
                  <a:lnTo>
                    <a:pt x="1307" y="0"/>
                  </a:lnTo>
                  <a:lnTo>
                    <a:pt x="1307" y="3"/>
                  </a:lnTo>
                  <a:lnTo>
                    <a:pt x="1312" y="3"/>
                  </a:lnTo>
                  <a:lnTo>
                    <a:pt x="1312" y="0"/>
                  </a:lnTo>
                  <a:close/>
                  <a:moveTo>
                    <a:pt x="1294" y="0"/>
                  </a:moveTo>
                  <a:lnTo>
                    <a:pt x="1289" y="0"/>
                  </a:lnTo>
                  <a:lnTo>
                    <a:pt x="1289" y="3"/>
                  </a:lnTo>
                  <a:lnTo>
                    <a:pt x="1294" y="3"/>
                  </a:lnTo>
                  <a:lnTo>
                    <a:pt x="1294" y="0"/>
                  </a:lnTo>
                  <a:close/>
                  <a:moveTo>
                    <a:pt x="1275" y="0"/>
                  </a:moveTo>
                  <a:lnTo>
                    <a:pt x="1271" y="0"/>
                  </a:lnTo>
                  <a:lnTo>
                    <a:pt x="1271" y="3"/>
                  </a:lnTo>
                  <a:lnTo>
                    <a:pt x="1275" y="3"/>
                  </a:lnTo>
                  <a:lnTo>
                    <a:pt x="1275" y="0"/>
                  </a:lnTo>
                  <a:close/>
                  <a:moveTo>
                    <a:pt x="1257" y="0"/>
                  </a:moveTo>
                  <a:lnTo>
                    <a:pt x="1252" y="0"/>
                  </a:lnTo>
                  <a:lnTo>
                    <a:pt x="1252" y="3"/>
                  </a:lnTo>
                  <a:lnTo>
                    <a:pt x="1257" y="3"/>
                  </a:lnTo>
                  <a:lnTo>
                    <a:pt x="1257" y="0"/>
                  </a:lnTo>
                  <a:close/>
                  <a:moveTo>
                    <a:pt x="1238" y="0"/>
                  </a:moveTo>
                  <a:lnTo>
                    <a:pt x="1234" y="0"/>
                  </a:lnTo>
                  <a:lnTo>
                    <a:pt x="1234" y="3"/>
                  </a:lnTo>
                  <a:lnTo>
                    <a:pt x="1238" y="3"/>
                  </a:lnTo>
                  <a:lnTo>
                    <a:pt x="1238" y="0"/>
                  </a:lnTo>
                  <a:close/>
                  <a:moveTo>
                    <a:pt x="1220" y="0"/>
                  </a:moveTo>
                  <a:lnTo>
                    <a:pt x="1215" y="0"/>
                  </a:lnTo>
                  <a:lnTo>
                    <a:pt x="1215" y="3"/>
                  </a:lnTo>
                  <a:lnTo>
                    <a:pt x="1220" y="3"/>
                  </a:lnTo>
                  <a:lnTo>
                    <a:pt x="1220" y="0"/>
                  </a:lnTo>
                  <a:close/>
                  <a:moveTo>
                    <a:pt x="1202" y="0"/>
                  </a:moveTo>
                  <a:lnTo>
                    <a:pt x="1197" y="0"/>
                  </a:lnTo>
                  <a:lnTo>
                    <a:pt x="1197" y="3"/>
                  </a:lnTo>
                  <a:lnTo>
                    <a:pt x="1202" y="3"/>
                  </a:lnTo>
                  <a:lnTo>
                    <a:pt x="1202" y="0"/>
                  </a:lnTo>
                  <a:close/>
                  <a:moveTo>
                    <a:pt x="1183" y="0"/>
                  </a:moveTo>
                  <a:lnTo>
                    <a:pt x="1179" y="0"/>
                  </a:lnTo>
                  <a:lnTo>
                    <a:pt x="1179" y="3"/>
                  </a:lnTo>
                  <a:lnTo>
                    <a:pt x="1183" y="3"/>
                  </a:lnTo>
                  <a:lnTo>
                    <a:pt x="1183" y="0"/>
                  </a:lnTo>
                  <a:close/>
                  <a:moveTo>
                    <a:pt x="1165" y="0"/>
                  </a:moveTo>
                  <a:lnTo>
                    <a:pt x="1160" y="0"/>
                  </a:lnTo>
                  <a:lnTo>
                    <a:pt x="1160" y="3"/>
                  </a:lnTo>
                  <a:lnTo>
                    <a:pt x="1165" y="3"/>
                  </a:lnTo>
                  <a:lnTo>
                    <a:pt x="1165" y="0"/>
                  </a:lnTo>
                  <a:close/>
                  <a:moveTo>
                    <a:pt x="1146" y="0"/>
                  </a:moveTo>
                  <a:lnTo>
                    <a:pt x="1142" y="0"/>
                  </a:lnTo>
                  <a:lnTo>
                    <a:pt x="1142" y="3"/>
                  </a:lnTo>
                  <a:lnTo>
                    <a:pt x="1146" y="3"/>
                  </a:lnTo>
                  <a:lnTo>
                    <a:pt x="1146" y="0"/>
                  </a:lnTo>
                  <a:close/>
                  <a:moveTo>
                    <a:pt x="1128" y="0"/>
                  </a:moveTo>
                  <a:lnTo>
                    <a:pt x="1123" y="0"/>
                  </a:lnTo>
                  <a:lnTo>
                    <a:pt x="1123" y="3"/>
                  </a:lnTo>
                  <a:lnTo>
                    <a:pt x="1128" y="3"/>
                  </a:lnTo>
                  <a:lnTo>
                    <a:pt x="1128" y="0"/>
                  </a:lnTo>
                  <a:close/>
                  <a:moveTo>
                    <a:pt x="1110" y="0"/>
                  </a:moveTo>
                  <a:lnTo>
                    <a:pt x="1105" y="0"/>
                  </a:lnTo>
                  <a:lnTo>
                    <a:pt x="1105" y="3"/>
                  </a:lnTo>
                  <a:lnTo>
                    <a:pt x="1110" y="3"/>
                  </a:lnTo>
                  <a:lnTo>
                    <a:pt x="1110" y="0"/>
                  </a:lnTo>
                  <a:close/>
                  <a:moveTo>
                    <a:pt x="1091" y="0"/>
                  </a:moveTo>
                  <a:lnTo>
                    <a:pt x="1087" y="0"/>
                  </a:lnTo>
                  <a:lnTo>
                    <a:pt x="1087" y="3"/>
                  </a:lnTo>
                  <a:lnTo>
                    <a:pt x="1091" y="3"/>
                  </a:lnTo>
                  <a:lnTo>
                    <a:pt x="1091" y="0"/>
                  </a:lnTo>
                  <a:close/>
                  <a:moveTo>
                    <a:pt x="1073" y="0"/>
                  </a:moveTo>
                  <a:lnTo>
                    <a:pt x="1068" y="0"/>
                  </a:lnTo>
                  <a:lnTo>
                    <a:pt x="1068" y="3"/>
                  </a:lnTo>
                  <a:lnTo>
                    <a:pt x="1073" y="3"/>
                  </a:lnTo>
                  <a:lnTo>
                    <a:pt x="1073" y="0"/>
                  </a:lnTo>
                  <a:close/>
                  <a:moveTo>
                    <a:pt x="1054" y="0"/>
                  </a:moveTo>
                  <a:lnTo>
                    <a:pt x="1050" y="0"/>
                  </a:lnTo>
                  <a:lnTo>
                    <a:pt x="1050" y="3"/>
                  </a:lnTo>
                  <a:lnTo>
                    <a:pt x="1054" y="3"/>
                  </a:lnTo>
                  <a:lnTo>
                    <a:pt x="1054" y="0"/>
                  </a:lnTo>
                  <a:close/>
                  <a:moveTo>
                    <a:pt x="1036" y="0"/>
                  </a:moveTo>
                  <a:lnTo>
                    <a:pt x="1031" y="0"/>
                  </a:lnTo>
                  <a:lnTo>
                    <a:pt x="1031" y="3"/>
                  </a:lnTo>
                  <a:lnTo>
                    <a:pt x="1036" y="3"/>
                  </a:lnTo>
                  <a:lnTo>
                    <a:pt x="1036" y="0"/>
                  </a:lnTo>
                  <a:close/>
                  <a:moveTo>
                    <a:pt x="1017" y="0"/>
                  </a:moveTo>
                  <a:lnTo>
                    <a:pt x="1013" y="0"/>
                  </a:lnTo>
                  <a:lnTo>
                    <a:pt x="1013" y="3"/>
                  </a:lnTo>
                  <a:lnTo>
                    <a:pt x="1017" y="3"/>
                  </a:lnTo>
                  <a:lnTo>
                    <a:pt x="1017" y="0"/>
                  </a:lnTo>
                  <a:close/>
                  <a:moveTo>
                    <a:pt x="999" y="0"/>
                  </a:moveTo>
                  <a:lnTo>
                    <a:pt x="994" y="0"/>
                  </a:lnTo>
                  <a:lnTo>
                    <a:pt x="994" y="3"/>
                  </a:lnTo>
                  <a:lnTo>
                    <a:pt x="999" y="3"/>
                  </a:lnTo>
                  <a:lnTo>
                    <a:pt x="999" y="0"/>
                  </a:lnTo>
                  <a:close/>
                  <a:moveTo>
                    <a:pt x="981" y="0"/>
                  </a:moveTo>
                  <a:lnTo>
                    <a:pt x="976" y="0"/>
                  </a:lnTo>
                  <a:lnTo>
                    <a:pt x="976" y="3"/>
                  </a:lnTo>
                  <a:lnTo>
                    <a:pt x="981" y="3"/>
                  </a:lnTo>
                  <a:lnTo>
                    <a:pt x="981" y="0"/>
                  </a:lnTo>
                  <a:close/>
                  <a:moveTo>
                    <a:pt x="962" y="0"/>
                  </a:moveTo>
                  <a:lnTo>
                    <a:pt x="958" y="0"/>
                  </a:lnTo>
                  <a:lnTo>
                    <a:pt x="958" y="3"/>
                  </a:lnTo>
                  <a:lnTo>
                    <a:pt x="962" y="3"/>
                  </a:lnTo>
                  <a:lnTo>
                    <a:pt x="962" y="0"/>
                  </a:lnTo>
                  <a:close/>
                  <a:moveTo>
                    <a:pt x="944" y="0"/>
                  </a:moveTo>
                  <a:lnTo>
                    <a:pt x="939" y="0"/>
                  </a:lnTo>
                  <a:lnTo>
                    <a:pt x="939" y="3"/>
                  </a:lnTo>
                  <a:lnTo>
                    <a:pt x="944" y="3"/>
                  </a:lnTo>
                  <a:lnTo>
                    <a:pt x="944" y="0"/>
                  </a:lnTo>
                  <a:close/>
                  <a:moveTo>
                    <a:pt x="925" y="0"/>
                  </a:moveTo>
                  <a:lnTo>
                    <a:pt x="921" y="0"/>
                  </a:lnTo>
                  <a:lnTo>
                    <a:pt x="921" y="3"/>
                  </a:lnTo>
                  <a:lnTo>
                    <a:pt x="925" y="3"/>
                  </a:lnTo>
                  <a:lnTo>
                    <a:pt x="925" y="0"/>
                  </a:lnTo>
                  <a:close/>
                  <a:moveTo>
                    <a:pt x="907" y="0"/>
                  </a:moveTo>
                  <a:lnTo>
                    <a:pt x="902" y="0"/>
                  </a:lnTo>
                  <a:lnTo>
                    <a:pt x="902" y="3"/>
                  </a:lnTo>
                  <a:lnTo>
                    <a:pt x="907" y="3"/>
                  </a:lnTo>
                  <a:lnTo>
                    <a:pt x="907" y="0"/>
                  </a:lnTo>
                  <a:close/>
                  <a:moveTo>
                    <a:pt x="889" y="0"/>
                  </a:moveTo>
                  <a:lnTo>
                    <a:pt x="884" y="0"/>
                  </a:lnTo>
                  <a:lnTo>
                    <a:pt x="884" y="3"/>
                  </a:lnTo>
                  <a:lnTo>
                    <a:pt x="889" y="3"/>
                  </a:lnTo>
                  <a:lnTo>
                    <a:pt x="889" y="0"/>
                  </a:lnTo>
                  <a:close/>
                  <a:moveTo>
                    <a:pt x="870" y="0"/>
                  </a:moveTo>
                  <a:lnTo>
                    <a:pt x="866" y="0"/>
                  </a:lnTo>
                  <a:lnTo>
                    <a:pt x="866" y="3"/>
                  </a:lnTo>
                  <a:lnTo>
                    <a:pt x="870" y="3"/>
                  </a:lnTo>
                  <a:lnTo>
                    <a:pt x="870" y="0"/>
                  </a:lnTo>
                  <a:close/>
                  <a:moveTo>
                    <a:pt x="852" y="0"/>
                  </a:moveTo>
                  <a:lnTo>
                    <a:pt x="847" y="0"/>
                  </a:lnTo>
                  <a:lnTo>
                    <a:pt x="847" y="3"/>
                  </a:lnTo>
                  <a:lnTo>
                    <a:pt x="852" y="3"/>
                  </a:lnTo>
                  <a:lnTo>
                    <a:pt x="852" y="0"/>
                  </a:lnTo>
                  <a:close/>
                  <a:moveTo>
                    <a:pt x="833" y="0"/>
                  </a:moveTo>
                  <a:lnTo>
                    <a:pt x="829" y="0"/>
                  </a:lnTo>
                  <a:lnTo>
                    <a:pt x="829" y="3"/>
                  </a:lnTo>
                  <a:lnTo>
                    <a:pt x="833" y="3"/>
                  </a:lnTo>
                  <a:lnTo>
                    <a:pt x="833" y="0"/>
                  </a:lnTo>
                  <a:close/>
                  <a:moveTo>
                    <a:pt x="815" y="0"/>
                  </a:moveTo>
                  <a:lnTo>
                    <a:pt x="810" y="0"/>
                  </a:lnTo>
                  <a:lnTo>
                    <a:pt x="810" y="3"/>
                  </a:lnTo>
                  <a:lnTo>
                    <a:pt x="815" y="3"/>
                  </a:lnTo>
                  <a:lnTo>
                    <a:pt x="815" y="0"/>
                  </a:lnTo>
                  <a:close/>
                  <a:moveTo>
                    <a:pt x="797" y="0"/>
                  </a:moveTo>
                  <a:lnTo>
                    <a:pt x="792" y="0"/>
                  </a:lnTo>
                  <a:lnTo>
                    <a:pt x="792" y="3"/>
                  </a:lnTo>
                  <a:lnTo>
                    <a:pt x="797" y="3"/>
                  </a:lnTo>
                  <a:lnTo>
                    <a:pt x="797" y="0"/>
                  </a:lnTo>
                  <a:close/>
                  <a:moveTo>
                    <a:pt x="778" y="0"/>
                  </a:moveTo>
                  <a:lnTo>
                    <a:pt x="774" y="0"/>
                  </a:lnTo>
                  <a:lnTo>
                    <a:pt x="774" y="3"/>
                  </a:lnTo>
                  <a:lnTo>
                    <a:pt x="778" y="3"/>
                  </a:lnTo>
                  <a:lnTo>
                    <a:pt x="778" y="0"/>
                  </a:lnTo>
                  <a:close/>
                  <a:moveTo>
                    <a:pt x="760" y="0"/>
                  </a:moveTo>
                  <a:lnTo>
                    <a:pt x="755" y="0"/>
                  </a:lnTo>
                  <a:lnTo>
                    <a:pt x="755" y="3"/>
                  </a:lnTo>
                  <a:lnTo>
                    <a:pt x="760" y="3"/>
                  </a:lnTo>
                  <a:lnTo>
                    <a:pt x="760" y="0"/>
                  </a:lnTo>
                  <a:close/>
                  <a:moveTo>
                    <a:pt x="741" y="0"/>
                  </a:moveTo>
                  <a:lnTo>
                    <a:pt x="737" y="0"/>
                  </a:lnTo>
                  <a:lnTo>
                    <a:pt x="737" y="3"/>
                  </a:lnTo>
                  <a:lnTo>
                    <a:pt x="741" y="3"/>
                  </a:lnTo>
                  <a:lnTo>
                    <a:pt x="741" y="0"/>
                  </a:lnTo>
                  <a:close/>
                  <a:moveTo>
                    <a:pt x="723" y="0"/>
                  </a:moveTo>
                  <a:lnTo>
                    <a:pt x="718" y="0"/>
                  </a:lnTo>
                  <a:lnTo>
                    <a:pt x="718" y="3"/>
                  </a:lnTo>
                  <a:lnTo>
                    <a:pt x="723" y="3"/>
                  </a:lnTo>
                  <a:lnTo>
                    <a:pt x="723" y="0"/>
                  </a:lnTo>
                  <a:close/>
                  <a:moveTo>
                    <a:pt x="705" y="0"/>
                  </a:moveTo>
                  <a:lnTo>
                    <a:pt x="700" y="0"/>
                  </a:lnTo>
                  <a:lnTo>
                    <a:pt x="700" y="3"/>
                  </a:lnTo>
                  <a:lnTo>
                    <a:pt x="705" y="3"/>
                  </a:lnTo>
                  <a:lnTo>
                    <a:pt x="705" y="0"/>
                  </a:lnTo>
                  <a:close/>
                  <a:moveTo>
                    <a:pt x="686" y="0"/>
                  </a:moveTo>
                  <a:lnTo>
                    <a:pt x="682" y="0"/>
                  </a:lnTo>
                  <a:lnTo>
                    <a:pt x="682" y="3"/>
                  </a:lnTo>
                  <a:lnTo>
                    <a:pt x="686" y="3"/>
                  </a:lnTo>
                  <a:lnTo>
                    <a:pt x="686" y="0"/>
                  </a:lnTo>
                  <a:close/>
                  <a:moveTo>
                    <a:pt x="668" y="0"/>
                  </a:moveTo>
                  <a:lnTo>
                    <a:pt x="663" y="0"/>
                  </a:lnTo>
                  <a:lnTo>
                    <a:pt x="663" y="3"/>
                  </a:lnTo>
                  <a:lnTo>
                    <a:pt x="668" y="3"/>
                  </a:lnTo>
                  <a:lnTo>
                    <a:pt x="668" y="0"/>
                  </a:lnTo>
                  <a:close/>
                  <a:moveTo>
                    <a:pt x="649" y="0"/>
                  </a:moveTo>
                  <a:lnTo>
                    <a:pt x="645" y="0"/>
                  </a:lnTo>
                  <a:lnTo>
                    <a:pt x="645" y="3"/>
                  </a:lnTo>
                  <a:lnTo>
                    <a:pt x="649" y="3"/>
                  </a:lnTo>
                  <a:lnTo>
                    <a:pt x="649" y="0"/>
                  </a:lnTo>
                  <a:close/>
                  <a:moveTo>
                    <a:pt x="631" y="0"/>
                  </a:moveTo>
                  <a:lnTo>
                    <a:pt x="626" y="0"/>
                  </a:lnTo>
                  <a:lnTo>
                    <a:pt x="626" y="3"/>
                  </a:lnTo>
                  <a:lnTo>
                    <a:pt x="631" y="3"/>
                  </a:lnTo>
                  <a:lnTo>
                    <a:pt x="631" y="0"/>
                  </a:lnTo>
                  <a:close/>
                  <a:moveTo>
                    <a:pt x="613" y="0"/>
                  </a:moveTo>
                  <a:lnTo>
                    <a:pt x="608" y="0"/>
                  </a:lnTo>
                  <a:lnTo>
                    <a:pt x="608" y="3"/>
                  </a:lnTo>
                  <a:lnTo>
                    <a:pt x="613" y="3"/>
                  </a:lnTo>
                  <a:lnTo>
                    <a:pt x="613" y="0"/>
                  </a:lnTo>
                  <a:close/>
                  <a:moveTo>
                    <a:pt x="594" y="0"/>
                  </a:moveTo>
                  <a:lnTo>
                    <a:pt x="589" y="0"/>
                  </a:lnTo>
                  <a:lnTo>
                    <a:pt x="589" y="3"/>
                  </a:lnTo>
                  <a:lnTo>
                    <a:pt x="594" y="3"/>
                  </a:lnTo>
                  <a:lnTo>
                    <a:pt x="594" y="0"/>
                  </a:lnTo>
                  <a:close/>
                  <a:moveTo>
                    <a:pt x="576" y="0"/>
                  </a:moveTo>
                  <a:lnTo>
                    <a:pt x="571" y="0"/>
                  </a:lnTo>
                  <a:lnTo>
                    <a:pt x="571" y="3"/>
                  </a:lnTo>
                  <a:lnTo>
                    <a:pt x="576" y="3"/>
                  </a:lnTo>
                  <a:lnTo>
                    <a:pt x="576" y="0"/>
                  </a:lnTo>
                  <a:close/>
                  <a:moveTo>
                    <a:pt x="557" y="0"/>
                  </a:moveTo>
                  <a:lnTo>
                    <a:pt x="553" y="0"/>
                  </a:lnTo>
                  <a:lnTo>
                    <a:pt x="553" y="3"/>
                  </a:lnTo>
                  <a:lnTo>
                    <a:pt x="557" y="3"/>
                  </a:lnTo>
                  <a:lnTo>
                    <a:pt x="557" y="0"/>
                  </a:lnTo>
                  <a:close/>
                  <a:moveTo>
                    <a:pt x="539" y="0"/>
                  </a:moveTo>
                  <a:lnTo>
                    <a:pt x="534" y="0"/>
                  </a:lnTo>
                  <a:lnTo>
                    <a:pt x="534" y="3"/>
                  </a:lnTo>
                  <a:lnTo>
                    <a:pt x="539" y="3"/>
                  </a:lnTo>
                  <a:lnTo>
                    <a:pt x="539" y="0"/>
                  </a:lnTo>
                  <a:close/>
                  <a:moveTo>
                    <a:pt x="520" y="0"/>
                  </a:moveTo>
                  <a:lnTo>
                    <a:pt x="516" y="0"/>
                  </a:lnTo>
                  <a:lnTo>
                    <a:pt x="516" y="3"/>
                  </a:lnTo>
                  <a:lnTo>
                    <a:pt x="520" y="3"/>
                  </a:lnTo>
                  <a:lnTo>
                    <a:pt x="520" y="0"/>
                  </a:lnTo>
                  <a:close/>
                  <a:moveTo>
                    <a:pt x="502" y="0"/>
                  </a:moveTo>
                  <a:lnTo>
                    <a:pt x="497" y="0"/>
                  </a:lnTo>
                  <a:lnTo>
                    <a:pt x="497" y="3"/>
                  </a:lnTo>
                  <a:lnTo>
                    <a:pt x="502" y="3"/>
                  </a:lnTo>
                  <a:lnTo>
                    <a:pt x="502" y="0"/>
                  </a:lnTo>
                  <a:close/>
                  <a:moveTo>
                    <a:pt x="484" y="0"/>
                  </a:moveTo>
                  <a:lnTo>
                    <a:pt x="479" y="0"/>
                  </a:lnTo>
                  <a:lnTo>
                    <a:pt x="479" y="3"/>
                  </a:lnTo>
                  <a:lnTo>
                    <a:pt x="484" y="3"/>
                  </a:lnTo>
                  <a:lnTo>
                    <a:pt x="484" y="0"/>
                  </a:lnTo>
                  <a:close/>
                  <a:moveTo>
                    <a:pt x="465" y="0"/>
                  </a:moveTo>
                  <a:lnTo>
                    <a:pt x="461" y="0"/>
                  </a:lnTo>
                  <a:lnTo>
                    <a:pt x="461" y="3"/>
                  </a:lnTo>
                  <a:lnTo>
                    <a:pt x="465" y="3"/>
                  </a:lnTo>
                  <a:lnTo>
                    <a:pt x="465" y="0"/>
                  </a:lnTo>
                  <a:close/>
                  <a:moveTo>
                    <a:pt x="447" y="0"/>
                  </a:moveTo>
                  <a:lnTo>
                    <a:pt x="442" y="0"/>
                  </a:lnTo>
                  <a:lnTo>
                    <a:pt x="442" y="3"/>
                  </a:lnTo>
                  <a:lnTo>
                    <a:pt x="447" y="3"/>
                  </a:lnTo>
                  <a:lnTo>
                    <a:pt x="447" y="0"/>
                  </a:lnTo>
                  <a:close/>
                  <a:moveTo>
                    <a:pt x="428" y="0"/>
                  </a:moveTo>
                  <a:lnTo>
                    <a:pt x="424" y="0"/>
                  </a:lnTo>
                  <a:lnTo>
                    <a:pt x="424" y="3"/>
                  </a:lnTo>
                  <a:lnTo>
                    <a:pt x="428" y="3"/>
                  </a:lnTo>
                  <a:lnTo>
                    <a:pt x="428" y="0"/>
                  </a:lnTo>
                  <a:close/>
                  <a:moveTo>
                    <a:pt x="410" y="0"/>
                  </a:moveTo>
                  <a:lnTo>
                    <a:pt x="405" y="0"/>
                  </a:lnTo>
                  <a:lnTo>
                    <a:pt x="405" y="3"/>
                  </a:lnTo>
                  <a:lnTo>
                    <a:pt x="410" y="3"/>
                  </a:lnTo>
                  <a:lnTo>
                    <a:pt x="410" y="0"/>
                  </a:lnTo>
                  <a:close/>
                  <a:moveTo>
                    <a:pt x="392" y="0"/>
                  </a:moveTo>
                  <a:lnTo>
                    <a:pt x="387" y="0"/>
                  </a:lnTo>
                  <a:lnTo>
                    <a:pt x="387" y="3"/>
                  </a:lnTo>
                  <a:lnTo>
                    <a:pt x="392" y="3"/>
                  </a:lnTo>
                  <a:lnTo>
                    <a:pt x="392" y="0"/>
                  </a:lnTo>
                  <a:close/>
                  <a:moveTo>
                    <a:pt x="373" y="0"/>
                  </a:moveTo>
                  <a:lnTo>
                    <a:pt x="369" y="0"/>
                  </a:lnTo>
                  <a:lnTo>
                    <a:pt x="369" y="3"/>
                  </a:lnTo>
                  <a:lnTo>
                    <a:pt x="373" y="3"/>
                  </a:lnTo>
                  <a:lnTo>
                    <a:pt x="373" y="0"/>
                  </a:lnTo>
                  <a:close/>
                  <a:moveTo>
                    <a:pt x="355" y="0"/>
                  </a:moveTo>
                  <a:lnTo>
                    <a:pt x="350" y="0"/>
                  </a:lnTo>
                  <a:lnTo>
                    <a:pt x="350" y="3"/>
                  </a:lnTo>
                  <a:lnTo>
                    <a:pt x="355" y="3"/>
                  </a:lnTo>
                  <a:lnTo>
                    <a:pt x="355" y="0"/>
                  </a:lnTo>
                  <a:close/>
                  <a:moveTo>
                    <a:pt x="336" y="0"/>
                  </a:moveTo>
                  <a:lnTo>
                    <a:pt x="332" y="0"/>
                  </a:lnTo>
                  <a:lnTo>
                    <a:pt x="332" y="3"/>
                  </a:lnTo>
                  <a:lnTo>
                    <a:pt x="336" y="3"/>
                  </a:lnTo>
                  <a:lnTo>
                    <a:pt x="336" y="0"/>
                  </a:lnTo>
                  <a:close/>
                  <a:moveTo>
                    <a:pt x="318" y="0"/>
                  </a:moveTo>
                  <a:lnTo>
                    <a:pt x="313" y="0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18" y="0"/>
                  </a:lnTo>
                  <a:close/>
                  <a:moveTo>
                    <a:pt x="300" y="0"/>
                  </a:moveTo>
                  <a:lnTo>
                    <a:pt x="295" y="0"/>
                  </a:lnTo>
                  <a:lnTo>
                    <a:pt x="295" y="3"/>
                  </a:lnTo>
                  <a:lnTo>
                    <a:pt x="300" y="3"/>
                  </a:lnTo>
                  <a:lnTo>
                    <a:pt x="300" y="0"/>
                  </a:lnTo>
                  <a:close/>
                  <a:moveTo>
                    <a:pt x="281" y="0"/>
                  </a:moveTo>
                  <a:lnTo>
                    <a:pt x="277" y="0"/>
                  </a:lnTo>
                  <a:lnTo>
                    <a:pt x="277" y="3"/>
                  </a:lnTo>
                  <a:lnTo>
                    <a:pt x="281" y="3"/>
                  </a:lnTo>
                  <a:lnTo>
                    <a:pt x="281" y="0"/>
                  </a:lnTo>
                  <a:close/>
                  <a:moveTo>
                    <a:pt x="263" y="0"/>
                  </a:moveTo>
                  <a:lnTo>
                    <a:pt x="258" y="0"/>
                  </a:lnTo>
                  <a:lnTo>
                    <a:pt x="258" y="3"/>
                  </a:lnTo>
                  <a:lnTo>
                    <a:pt x="263" y="3"/>
                  </a:lnTo>
                  <a:lnTo>
                    <a:pt x="263" y="0"/>
                  </a:lnTo>
                  <a:close/>
                  <a:moveTo>
                    <a:pt x="244" y="0"/>
                  </a:moveTo>
                  <a:lnTo>
                    <a:pt x="240" y="0"/>
                  </a:lnTo>
                  <a:lnTo>
                    <a:pt x="240" y="3"/>
                  </a:lnTo>
                  <a:lnTo>
                    <a:pt x="244" y="3"/>
                  </a:lnTo>
                  <a:lnTo>
                    <a:pt x="244" y="0"/>
                  </a:lnTo>
                  <a:close/>
                  <a:moveTo>
                    <a:pt x="226" y="0"/>
                  </a:moveTo>
                  <a:lnTo>
                    <a:pt x="221" y="0"/>
                  </a:lnTo>
                  <a:lnTo>
                    <a:pt x="221" y="3"/>
                  </a:lnTo>
                  <a:lnTo>
                    <a:pt x="226" y="3"/>
                  </a:lnTo>
                  <a:lnTo>
                    <a:pt x="226" y="0"/>
                  </a:lnTo>
                  <a:close/>
                  <a:moveTo>
                    <a:pt x="208" y="0"/>
                  </a:moveTo>
                  <a:lnTo>
                    <a:pt x="203" y="0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0"/>
                  </a:lnTo>
                  <a:close/>
                  <a:moveTo>
                    <a:pt x="189" y="0"/>
                  </a:moveTo>
                  <a:lnTo>
                    <a:pt x="185" y="0"/>
                  </a:lnTo>
                  <a:lnTo>
                    <a:pt x="185" y="3"/>
                  </a:lnTo>
                  <a:lnTo>
                    <a:pt x="189" y="3"/>
                  </a:lnTo>
                  <a:lnTo>
                    <a:pt x="189" y="0"/>
                  </a:lnTo>
                  <a:close/>
                  <a:moveTo>
                    <a:pt x="171" y="0"/>
                  </a:moveTo>
                  <a:lnTo>
                    <a:pt x="166" y="0"/>
                  </a:lnTo>
                  <a:lnTo>
                    <a:pt x="166" y="3"/>
                  </a:lnTo>
                  <a:lnTo>
                    <a:pt x="171" y="3"/>
                  </a:lnTo>
                  <a:lnTo>
                    <a:pt x="171" y="0"/>
                  </a:lnTo>
                  <a:close/>
                  <a:moveTo>
                    <a:pt x="152" y="0"/>
                  </a:moveTo>
                  <a:lnTo>
                    <a:pt x="148" y="0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2" y="0"/>
                  </a:lnTo>
                  <a:close/>
                  <a:moveTo>
                    <a:pt x="134" y="0"/>
                  </a:moveTo>
                  <a:lnTo>
                    <a:pt x="129" y="0"/>
                  </a:lnTo>
                  <a:lnTo>
                    <a:pt x="129" y="3"/>
                  </a:lnTo>
                  <a:lnTo>
                    <a:pt x="134" y="3"/>
                  </a:lnTo>
                  <a:lnTo>
                    <a:pt x="134" y="0"/>
                  </a:lnTo>
                  <a:close/>
                  <a:moveTo>
                    <a:pt x="115" y="0"/>
                  </a:moveTo>
                  <a:lnTo>
                    <a:pt x="111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0"/>
                  </a:lnTo>
                  <a:close/>
                  <a:moveTo>
                    <a:pt x="97" y="0"/>
                  </a:moveTo>
                  <a:lnTo>
                    <a:pt x="92" y="0"/>
                  </a:lnTo>
                  <a:lnTo>
                    <a:pt x="92" y="3"/>
                  </a:lnTo>
                  <a:lnTo>
                    <a:pt x="97" y="3"/>
                  </a:lnTo>
                  <a:lnTo>
                    <a:pt x="97" y="0"/>
                  </a:lnTo>
                  <a:close/>
                  <a:moveTo>
                    <a:pt x="79" y="0"/>
                  </a:moveTo>
                  <a:lnTo>
                    <a:pt x="74" y="0"/>
                  </a:lnTo>
                  <a:lnTo>
                    <a:pt x="74" y="3"/>
                  </a:lnTo>
                  <a:lnTo>
                    <a:pt x="79" y="3"/>
                  </a:lnTo>
                  <a:lnTo>
                    <a:pt x="79" y="0"/>
                  </a:lnTo>
                  <a:close/>
                  <a:moveTo>
                    <a:pt x="60" y="0"/>
                  </a:moveTo>
                  <a:lnTo>
                    <a:pt x="56" y="0"/>
                  </a:lnTo>
                  <a:lnTo>
                    <a:pt x="56" y="3"/>
                  </a:lnTo>
                  <a:lnTo>
                    <a:pt x="60" y="3"/>
                  </a:lnTo>
                  <a:lnTo>
                    <a:pt x="60" y="0"/>
                  </a:lnTo>
                  <a:close/>
                  <a:moveTo>
                    <a:pt x="42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2" y="0"/>
                  </a:lnTo>
                  <a:close/>
                  <a:moveTo>
                    <a:pt x="23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0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5" y="3"/>
                  </a:lnTo>
                  <a:lnTo>
                    <a:pt x="5" y="0"/>
                  </a:lnTo>
                  <a:close/>
                  <a:moveTo>
                    <a:pt x="1643" y="0"/>
                  </a:moveTo>
                  <a:lnTo>
                    <a:pt x="1639" y="0"/>
                  </a:lnTo>
                  <a:lnTo>
                    <a:pt x="1639" y="3"/>
                  </a:lnTo>
                  <a:lnTo>
                    <a:pt x="1643" y="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Rectangle 1071"/>
            <p:cNvSpPr>
              <a:spLocks noChangeArrowheads="1"/>
            </p:cNvSpPr>
            <p:nvPr/>
          </p:nvSpPr>
          <p:spPr bwMode="auto">
            <a:xfrm>
              <a:off x="2169" y="882"/>
              <a:ext cx="1648" cy="10"/>
            </a:xfrm>
            <a:prstGeom prst="rect">
              <a:avLst/>
            </a:pr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Line 1072"/>
            <p:cNvSpPr>
              <a:spLocks noChangeShapeType="1"/>
            </p:cNvSpPr>
            <p:nvPr/>
          </p:nvSpPr>
          <p:spPr bwMode="auto">
            <a:xfrm>
              <a:off x="2170" y="3332"/>
              <a:ext cx="164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Line 1073"/>
            <p:cNvSpPr>
              <a:spLocks noChangeShapeType="1"/>
            </p:cNvSpPr>
            <p:nvPr/>
          </p:nvSpPr>
          <p:spPr bwMode="auto">
            <a:xfrm flipV="1">
              <a:off x="2170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Line 1074"/>
            <p:cNvSpPr>
              <a:spLocks noChangeShapeType="1"/>
            </p:cNvSpPr>
            <p:nvPr/>
          </p:nvSpPr>
          <p:spPr bwMode="auto">
            <a:xfrm flipV="1">
              <a:off x="2397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Line 1075"/>
            <p:cNvSpPr>
              <a:spLocks noChangeShapeType="1"/>
            </p:cNvSpPr>
            <p:nvPr/>
          </p:nvSpPr>
          <p:spPr bwMode="auto">
            <a:xfrm flipV="1">
              <a:off x="2624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Line 1076"/>
            <p:cNvSpPr>
              <a:spLocks noChangeShapeType="1"/>
            </p:cNvSpPr>
            <p:nvPr/>
          </p:nvSpPr>
          <p:spPr bwMode="auto">
            <a:xfrm flipV="1">
              <a:off x="2851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Line 1077"/>
            <p:cNvSpPr>
              <a:spLocks noChangeShapeType="1"/>
            </p:cNvSpPr>
            <p:nvPr/>
          </p:nvSpPr>
          <p:spPr bwMode="auto">
            <a:xfrm flipV="1">
              <a:off x="3078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Line 1078"/>
            <p:cNvSpPr>
              <a:spLocks noChangeShapeType="1"/>
            </p:cNvSpPr>
            <p:nvPr/>
          </p:nvSpPr>
          <p:spPr bwMode="auto">
            <a:xfrm flipV="1">
              <a:off x="3305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Line 1079"/>
            <p:cNvSpPr>
              <a:spLocks noChangeShapeType="1"/>
            </p:cNvSpPr>
            <p:nvPr/>
          </p:nvSpPr>
          <p:spPr bwMode="auto">
            <a:xfrm flipV="1">
              <a:off x="3532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Line 1080"/>
            <p:cNvSpPr>
              <a:spLocks noChangeShapeType="1"/>
            </p:cNvSpPr>
            <p:nvPr/>
          </p:nvSpPr>
          <p:spPr bwMode="auto">
            <a:xfrm flipV="1">
              <a:off x="3759" y="3307"/>
              <a:ext cx="0" cy="2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Rectangle 1081"/>
            <p:cNvSpPr>
              <a:spLocks noChangeArrowheads="1"/>
            </p:cNvSpPr>
            <p:nvPr/>
          </p:nvSpPr>
          <p:spPr bwMode="auto">
            <a:xfrm>
              <a:off x="215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6" name="Rectangle 1082"/>
            <p:cNvSpPr>
              <a:spLocks noChangeArrowheads="1"/>
            </p:cNvSpPr>
            <p:nvPr/>
          </p:nvSpPr>
          <p:spPr bwMode="auto">
            <a:xfrm>
              <a:off x="2381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7" name="Rectangle 1083"/>
            <p:cNvSpPr>
              <a:spLocks noChangeArrowheads="1"/>
            </p:cNvSpPr>
            <p:nvPr/>
          </p:nvSpPr>
          <p:spPr bwMode="auto">
            <a:xfrm>
              <a:off x="2606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8" name="Rectangle 1084"/>
            <p:cNvSpPr>
              <a:spLocks noChangeArrowheads="1"/>
            </p:cNvSpPr>
            <p:nvPr/>
          </p:nvSpPr>
          <p:spPr bwMode="auto">
            <a:xfrm>
              <a:off x="2832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9" name="Rectangle 1085"/>
            <p:cNvSpPr>
              <a:spLocks noChangeArrowheads="1"/>
            </p:cNvSpPr>
            <p:nvPr/>
          </p:nvSpPr>
          <p:spPr bwMode="auto">
            <a:xfrm>
              <a:off x="3057" y="336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0" name="Rectangle 1086"/>
            <p:cNvSpPr>
              <a:spLocks noChangeArrowheads="1"/>
            </p:cNvSpPr>
            <p:nvPr/>
          </p:nvSpPr>
          <p:spPr bwMode="auto">
            <a:xfrm>
              <a:off x="3273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1" name="Rectangle 1087"/>
            <p:cNvSpPr>
              <a:spLocks noChangeArrowheads="1"/>
            </p:cNvSpPr>
            <p:nvPr/>
          </p:nvSpPr>
          <p:spPr bwMode="auto">
            <a:xfrm>
              <a:off x="3499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2" name="Rectangle 1088"/>
            <p:cNvSpPr>
              <a:spLocks noChangeArrowheads="1"/>
            </p:cNvSpPr>
            <p:nvPr/>
          </p:nvSpPr>
          <p:spPr bwMode="auto">
            <a:xfrm>
              <a:off x="3724" y="336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3" name="Line 1089"/>
            <p:cNvSpPr>
              <a:spLocks noChangeShapeType="1"/>
            </p:cNvSpPr>
            <p:nvPr/>
          </p:nvSpPr>
          <p:spPr bwMode="auto">
            <a:xfrm flipV="1">
              <a:off x="2170" y="887"/>
              <a:ext cx="0" cy="2445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Line 1090"/>
            <p:cNvSpPr>
              <a:spLocks noChangeShapeType="1"/>
            </p:cNvSpPr>
            <p:nvPr/>
          </p:nvSpPr>
          <p:spPr bwMode="auto">
            <a:xfrm>
              <a:off x="2170" y="333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Line 1091"/>
            <p:cNvSpPr>
              <a:spLocks noChangeShapeType="1"/>
            </p:cNvSpPr>
            <p:nvPr/>
          </p:nvSpPr>
          <p:spPr bwMode="auto">
            <a:xfrm>
              <a:off x="2170" y="3104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Line 1092"/>
            <p:cNvSpPr>
              <a:spLocks noChangeShapeType="1"/>
            </p:cNvSpPr>
            <p:nvPr/>
          </p:nvSpPr>
          <p:spPr bwMode="auto">
            <a:xfrm>
              <a:off x="2170" y="287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Line 1093"/>
            <p:cNvSpPr>
              <a:spLocks noChangeShapeType="1"/>
            </p:cNvSpPr>
            <p:nvPr/>
          </p:nvSpPr>
          <p:spPr bwMode="auto">
            <a:xfrm>
              <a:off x="2170" y="265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Line 1094"/>
            <p:cNvSpPr>
              <a:spLocks noChangeShapeType="1"/>
            </p:cNvSpPr>
            <p:nvPr/>
          </p:nvSpPr>
          <p:spPr bwMode="auto">
            <a:xfrm>
              <a:off x="2170" y="2422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Line 1095"/>
            <p:cNvSpPr>
              <a:spLocks noChangeShapeType="1"/>
            </p:cNvSpPr>
            <p:nvPr/>
          </p:nvSpPr>
          <p:spPr bwMode="auto">
            <a:xfrm>
              <a:off x="2170" y="219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Line 1096"/>
            <p:cNvSpPr>
              <a:spLocks noChangeShapeType="1"/>
            </p:cNvSpPr>
            <p:nvPr/>
          </p:nvSpPr>
          <p:spPr bwMode="auto">
            <a:xfrm>
              <a:off x="2170" y="1967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Line 1097"/>
            <p:cNvSpPr>
              <a:spLocks noChangeShapeType="1"/>
            </p:cNvSpPr>
            <p:nvPr/>
          </p:nvSpPr>
          <p:spPr bwMode="auto">
            <a:xfrm>
              <a:off x="2170" y="1740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Line 1098"/>
            <p:cNvSpPr>
              <a:spLocks noChangeShapeType="1"/>
            </p:cNvSpPr>
            <p:nvPr/>
          </p:nvSpPr>
          <p:spPr bwMode="auto">
            <a:xfrm>
              <a:off x="2170" y="1513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Line 1099"/>
            <p:cNvSpPr>
              <a:spLocks noChangeShapeType="1"/>
            </p:cNvSpPr>
            <p:nvPr/>
          </p:nvSpPr>
          <p:spPr bwMode="auto">
            <a:xfrm>
              <a:off x="2170" y="1285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Line 1100"/>
            <p:cNvSpPr>
              <a:spLocks noChangeShapeType="1"/>
            </p:cNvSpPr>
            <p:nvPr/>
          </p:nvSpPr>
          <p:spPr bwMode="auto">
            <a:xfrm>
              <a:off x="2170" y="1058"/>
              <a:ext cx="25" cy="0"/>
            </a:xfrm>
            <a:prstGeom prst="line">
              <a:avLst/>
            </a:prstGeom>
            <a:noFill/>
            <a:ln w="4763" cap="flat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Rectangle 1101"/>
            <p:cNvSpPr>
              <a:spLocks noChangeArrowheads="1"/>
            </p:cNvSpPr>
            <p:nvPr/>
          </p:nvSpPr>
          <p:spPr bwMode="auto">
            <a:xfrm>
              <a:off x="2109" y="3300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6" name="Rectangle 1102"/>
            <p:cNvSpPr>
              <a:spLocks noChangeArrowheads="1"/>
            </p:cNvSpPr>
            <p:nvPr/>
          </p:nvSpPr>
          <p:spPr bwMode="auto">
            <a:xfrm>
              <a:off x="2109" y="3074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7" name="Rectangle 1103"/>
            <p:cNvSpPr>
              <a:spLocks noChangeArrowheads="1"/>
            </p:cNvSpPr>
            <p:nvPr/>
          </p:nvSpPr>
          <p:spPr bwMode="auto">
            <a:xfrm>
              <a:off x="2109" y="2843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8" name="Rectangle 1104"/>
            <p:cNvSpPr>
              <a:spLocks noChangeArrowheads="1"/>
            </p:cNvSpPr>
            <p:nvPr/>
          </p:nvSpPr>
          <p:spPr bwMode="auto">
            <a:xfrm>
              <a:off x="2109" y="2617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9" name="Rectangle 1105"/>
            <p:cNvSpPr>
              <a:spLocks noChangeArrowheads="1"/>
            </p:cNvSpPr>
            <p:nvPr/>
          </p:nvSpPr>
          <p:spPr bwMode="auto">
            <a:xfrm>
              <a:off x="2109" y="2391"/>
              <a:ext cx="64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0" name="Rectangle 1106"/>
            <p:cNvSpPr>
              <a:spLocks noChangeArrowheads="1"/>
            </p:cNvSpPr>
            <p:nvPr/>
          </p:nvSpPr>
          <p:spPr bwMode="auto">
            <a:xfrm>
              <a:off x="2077" y="2160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1" name="Rectangle 1107"/>
            <p:cNvSpPr>
              <a:spLocks noChangeArrowheads="1"/>
            </p:cNvSpPr>
            <p:nvPr/>
          </p:nvSpPr>
          <p:spPr bwMode="auto">
            <a:xfrm>
              <a:off x="2077" y="1934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12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2" name="Rectangle 1108"/>
            <p:cNvSpPr>
              <a:spLocks noChangeArrowheads="1"/>
            </p:cNvSpPr>
            <p:nvPr/>
          </p:nvSpPr>
          <p:spPr bwMode="auto">
            <a:xfrm>
              <a:off x="2077" y="1708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3" name="Rectangle 1109"/>
            <p:cNvSpPr>
              <a:spLocks noChangeArrowheads="1"/>
            </p:cNvSpPr>
            <p:nvPr/>
          </p:nvSpPr>
          <p:spPr bwMode="auto">
            <a:xfrm>
              <a:off x="2077" y="148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16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4" name="Rectangle 1110"/>
            <p:cNvSpPr>
              <a:spLocks noChangeArrowheads="1"/>
            </p:cNvSpPr>
            <p:nvPr/>
          </p:nvSpPr>
          <p:spPr bwMode="auto">
            <a:xfrm>
              <a:off x="2077" y="1252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18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5" name="Rectangle 1111"/>
            <p:cNvSpPr>
              <a:spLocks noChangeArrowheads="1"/>
            </p:cNvSpPr>
            <p:nvPr/>
          </p:nvSpPr>
          <p:spPr bwMode="auto">
            <a:xfrm>
              <a:off x="2077" y="1026"/>
              <a:ext cx="101" cy="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0" i="0" u="none" strike="noStrike" cap="none" normalizeH="0" baseline="0" smtClean="0">
                  <a:ln>
                    <a:noFill/>
                  </a:ln>
                  <a:solidFill>
                    <a:srgbClr val="262626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6" name="Oval 111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11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114"/>
            <p:cNvSpPr>
              <a:spLocks/>
            </p:cNvSpPr>
            <p:nvPr/>
          </p:nvSpPr>
          <p:spPr bwMode="auto">
            <a:xfrm>
              <a:off x="2851" y="944"/>
              <a:ext cx="908" cy="1478"/>
            </a:xfrm>
            <a:custGeom>
              <a:avLst/>
              <a:gdLst>
                <a:gd name="T0" fmla="*/ 114 w 908"/>
                <a:gd name="T1" fmla="*/ 1251 h 1478"/>
                <a:gd name="T2" fmla="*/ 341 w 908"/>
                <a:gd name="T3" fmla="*/ 1478 h 1478"/>
                <a:gd name="T4" fmla="*/ 567 w 908"/>
                <a:gd name="T5" fmla="*/ 1137 h 1478"/>
                <a:gd name="T6" fmla="*/ 681 w 908"/>
                <a:gd name="T7" fmla="*/ 1023 h 1478"/>
                <a:gd name="T8" fmla="*/ 908 w 908"/>
                <a:gd name="T9" fmla="*/ 796 h 1478"/>
                <a:gd name="T10" fmla="*/ 681 w 908"/>
                <a:gd name="T11" fmla="*/ 682 h 1478"/>
                <a:gd name="T12" fmla="*/ 567 w 908"/>
                <a:gd name="T13" fmla="*/ 569 h 1478"/>
                <a:gd name="T14" fmla="*/ 454 w 908"/>
                <a:gd name="T15" fmla="*/ 455 h 1478"/>
                <a:gd name="T16" fmla="*/ 227 w 908"/>
                <a:gd name="T17" fmla="*/ 228 h 1478"/>
                <a:gd name="T18" fmla="*/ 114 w 908"/>
                <a:gd name="T19" fmla="*/ 114 h 1478"/>
                <a:gd name="T20" fmla="*/ 0 w 908"/>
                <a:gd name="T21" fmla="*/ 0 h 1478"/>
                <a:gd name="T22" fmla="*/ 114 w 908"/>
                <a:gd name="T23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8" h="1478">
                  <a:moveTo>
                    <a:pt x="114" y="1251"/>
                  </a:moveTo>
                  <a:lnTo>
                    <a:pt x="341" y="1478"/>
                  </a:lnTo>
                  <a:lnTo>
                    <a:pt x="567" y="1137"/>
                  </a:lnTo>
                  <a:lnTo>
                    <a:pt x="681" y="1023"/>
                  </a:lnTo>
                  <a:lnTo>
                    <a:pt x="908" y="796"/>
                  </a:lnTo>
                  <a:lnTo>
                    <a:pt x="681" y="682"/>
                  </a:lnTo>
                  <a:lnTo>
                    <a:pt x="567" y="569"/>
                  </a:lnTo>
                  <a:lnTo>
                    <a:pt x="454" y="455"/>
                  </a:lnTo>
                  <a:lnTo>
                    <a:pt x="227" y="228"/>
                  </a:lnTo>
                  <a:lnTo>
                    <a:pt x="114" y="114"/>
                  </a:lnTo>
                  <a:lnTo>
                    <a:pt x="0" y="0"/>
                  </a:lnTo>
                  <a:lnTo>
                    <a:pt x="114" y="0"/>
                  </a:lnTo>
                </a:path>
              </a:pathLst>
            </a:custGeom>
            <a:noFill/>
            <a:ln w="28575" cap="flat">
              <a:solidFill>
                <a:srgbClr val="00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Oval 111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11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Oval 1117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118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Oval 1119"/>
            <p:cNvSpPr>
              <a:spLocks noChangeArrowheads="1"/>
            </p:cNvSpPr>
            <p:nvPr/>
          </p:nvSpPr>
          <p:spPr bwMode="auto">
            <a:xfrm>
              <a:off x="3400" y="206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120"/>
            <p:cNvSpPr>
              <a:spLocks noEditPoints="1"/>
            </p:cNvSpPr>
            <p:nvPr/>
          </p:nvSpPr>
          <p:spPr bwMode="auto">
            <a:xfrm>
              <a:off x="3391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Oval 1121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122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Oval 1123"/>
            <p:cNvSpPr>
              <a:spLocks noChangeArrowheads="1"/>
            </p:cNvSpPr>
            <p:nvPr/>
          </p:nvSpPr>
          <p:spPr bwMode="auto">
            <a:xfrm>
              <a:off x="3740" y="1722"/>
              <a:ext cx="37" cy="36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124"/>
            <p:cNvSpPr>
              <a:spLocks noEditPoints="1"/>
            </p:cNvSpPr>
            <p:nvPr/>
          </p:nvSpPr>
          <p:spPr bwMode="auto">
            <a:xfrm>
              <a:off x="373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Oval 1125"/>
            <p:cNvSpPr>
              <a:spLocks noChangeArrowheads="1"/>
            </p:cNvSpPr>
            <p:nvPr/>
          </p:nvSpPr>
          <p:spPr bwMode="auto">
            <a:xfrm>
              <a:off x="3513" y="1608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126"/>
            <p:cNvSpPr>
              <a:spLocks noEditPoints="1"/>
            </p:cNvSpPr>
            <p:nvPr/>
          </p:nvSpPr>
          <p:spPr bwMode="auto">
            <a:xfrm>
              <a:off x="350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Oval 1127"/>
            <p:cNvSpPr>
              <a:spLocks noChangeArrowheads="1"/>
            </p:cNvSpPr>
            <p:nvPr/>
          </p:nvSpPr>
          <p:spPr bwMode="auto">
            <a:xfrm>
              <a:off x="3400" y="1494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128"/>
            <p:cNvSpPr>
              <a:spLocks noEditPoints="1"/>
            </p:cNvSpPr>
            <p:nvPr/>
          </p:nvSpPr>
          <p:spPr bwMode="auto">
            <a:xfrm>
              <a:off x="3391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Oval 1129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130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Oval 1131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132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Oval 1133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134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Oval 1135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136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Oval 1137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138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Oval 113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14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141"/>
            <p:cNvSpPr>
              <a:spLocks/>
            </p:cNvSpPr>
            <p:nvPr/>
          </p:nvSpPr>
          <p:spPr bwMode="auto">
            <a:xfrm>
              <a:off x="2170" y="1399"/>
              <a:ext cx="1135" cy="910"/>
            </a:xfrm>
            <a:custGeom>
              <a:avLst/>
              <a:gdLst>
                <a:gd name="T0" fmla="*/ 795 w 1135"/>
                <a:gd name="T1" fmla="*/ 796 h 910"/>
                <a:gd name="T2" fmla="*/ 795 w 1135"/>
                <a:gd name="T3" fmla="*/ 910 h 910"/>
                <a:gd name="T4" fmla="*/ 795 w 1135"/>
                <a:gd name="T5" fmla="*/ 796 h 910"/>
                <a:gd name="T6" fmla="*/ 681 w 1135"/>
                <a:gd name="T7" fmla="*/ 910 h 910"/>
                <a:gd name="T8" fmla="*/ 795 w 1135"/>
                <a:gd name="T9" fmla="*/ 796 h 910"/>
                <a:gd name="T10" fmla="*/ 908 w 1135"/>
                <a:gd name="T11" fmla="*/ 796 h 910"/>
                <a:gd name="T12" fmla="*/ 1022 w 1135"/>
                <a:gd name="T13" fmla="*/ 796 h 910"/>
                <a:gd name="T14" fmla="*/ 1135 w 1135"/>
                <a:gd name="T15" fmla="*/ 796 h 910"/>
                <a:gd name="T16" fmla="*/ 1022 w 1135"/>
                <a:gd name="T17" fmla="*/ 682 h 910"/>
                <a:gd name="T18" fmla="*/ 908 w 1135"/>
                <a:gd name="T19" fmla="*/ 568 h 910"/>
                <a:gd name="T20" fmla="*/ 795 w 1135"/>
                <a:gd name="T21" fmla="*/ 682 h 910"/>
                <a:gd name="T22" fmla="*/ 681 w 1135"/>
                <a:gd name="T23" fmla="*/ 796 h 910"/>
                <a:gd name="T24" fmla="*/ 568 w 1135"/>
                <a:gd name="T25" fmla="*/ 910 h 910"/>
                <a:gd name="T26" fmla="*/ 681 w 1135"/>
                <a:gd name="T27" fmla="*/ 796 h 910"/>
                <a:gd name="T28" fmla="*/ 568 w 1135"/>
                <a:gd name="T29" fmla="*/ 796 h 910"/>
                <a:gd name="T30" fmla="*/ 568 w 1135"/>
                <a:gd name="T31" fmla="*/ 682 h 910"/>
                <a:gd name="T32" fmla="*/ 454 w 1135"/>
                <a:gd name="T33" fmla="*/ 568 h 910"/>
                <a:gd name="T34" fmla="*/ 341 w 1135"/>
                <a:gd name="T35" fmla="*/ 455 h 910"/>
                <a:gd name="T36" fmla="*/ 227 w 1135"/>
                <a:gd name="T37" fmla="*/ 455 h 910"/>
                <a:gd name="T38" fmla="*/ 114 w 1135"/>
                <a:gd name="T39" fmla="*/ 341 h 910"/>
                <a:gd name="T40" fmla="*/ 227 w 1135"/>
                <a:gd name="T41" fmla="*/ 455 h 910"/>
                <a:gd name="T42" fmla="*/ 227 w 1135"/>
                <a:gd name="T43" fmla="*/ 568 h 910"/>
                <a:gd name="T44" fmla="*/ 341 w 1135"/>
                <a:gd name="T45" fmla="*/ 455 h 910"/>
                <a:gd name="T46" fmla="*/ 454 w 1135"/>
                <a:gd name="T47" fmla="*/ 341 h 910"/>
                <a:gd name="T48" fmla="*/ 568 w 1135"/>
                <a:gd name="T49" fmla="*/ 114 h 910"/>
                <a:gd name="T50" fmla="*/ 681 w 1135"/>
                <a:gd name="T51" fmla="*/ 227 h 910"/>
                <a:gd name="T52" fmla="*/ 795 w 1135"/>
                <a:gd name="T53" fmla="*/ 341 h 910"/>
                <a:gd name="T54" fmla="*/ 681 w 1135"/>
                <a:gd name="T55" fmla="*/ 455 h 910"/>
                <a:gd name="T56" fmla="*/ 568 w 1135"/>
                <a:gd name="T57" fmla="*/ 568 h 910"/>
                <a:gd name="T58" fmla="*/ 454 w 1135"/>
                <a:gd name="T59" fmla="*/ 682 h 910"/>
                <a:gd name="T60" fmla="*/ 341 w 1135"/>
                <a:gd name="T61" fmla="*/ 568 h 910"/>
                <a:gd name="T62" fmla="*/ 227 w 1135"/>
                <a:gd name="T63" fmla="*/ 682 h 910"/>
                <a:gd name="T64" fmla="*/ 114 w 1135"/>
                <a:gd name="T65" fmla="*/ 568 h 910"/>
                <a:gd name="T66" fmla="*/ 0 w 1135"/>
                <a:gd name="T67" fmla="*/ 455 h 910"/>
                <a:gd name="T68" fmla="*/ 114 w 1135"/>
                <a:gd name="T69" fmla="*/ 341 h 910"/>
                <a:gd name="T70" fmla="*/ 227 w 1135"/>
                <a:gd name="T71" fmla="*/ 227 h 910"/>
                <a:gd name="T72" fmla="*/ 341 w 1135"/>
                <a:gd name="T73" fmla="*/ 114 h 910"/>
                <a:gd name="T74" fmla="*/ 454 w 1135"/>
                <a:gd name="T75" fmla="*/ 0 h 910"/>
                <a:gd name="T76" fmla="*/ 341 w 1135"/>
                <a:gd name="T77" fmla="*/ 114 h 910"/>
                <a:gd name="T78" fmla="*/ 227 w 1135"/>
                <a:gd name="T79" fmla="*/ 227 h 910"/>
                <a:gd name="T80" fmla="*/ 114 w 1135"/>
                <a:gd name="T81" fmla="*/ 34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5" h="910">
                  <a:moveTo>
                    <a:pt x="795" y="796"/>
                  </a:moveTo>
                  <a:lnTo>
                    <a:pt x="795" y="910"/>
                  </a:lnTo>
                  <a:lnTo>
                    <a:pt x="795" y="796"/>
                  </a:lnTo>
                  <a:lnTo>
                    <a:pt x="681" y="910"/>
                  </a:lnTo>
                  <a:lnTo>
                    <a:pt x="795" y="796"/>
                  </a:lnTo>
                  <a:lnTo>
                    <a:pt x="908" y="796"/>
                  </a:lnTo>
                  <a:lnTo>
                    <a:pt x="1022" y="796"/>
                  </a:lnTo>
                  <a:lnTo>
                    <a:pt x="1135" y="796"/>
                  </a:lnTo>
                  <a:lnTo>
                    <a:pt x="1022" y="682"/>
                  </a:lnTo>
                  <a:lnTo>
                    <a:pt x="908" y="568"/>
                  </a:lnTo>
                  <a:lnTo>
                    <a:pt x="795" y="682"/>
                  </a:lnTo>
                  <a:lnTo>
                    <a:pt x="681" y="796"/>
                  </a:lnTo>
                  <a:lnTo>
                    <a:pt x="568" y="910"/>
                  </a:lnTo>
                  <a:lnTo>
                    <a:pt x="681" y="796"/>
                  </a:lnTo>
                  <a:lnTo>
                    <a:pt x="568" y="796"/>
                  </a:lnTo>
                  <a:lnTo>
                    <a:pt x="568" y="682"/>
                  </a:lnTo>
                  <a:lnTo>
                    <a:pt x="454" y="568"/>
                  </a:lnTo>
                  <a:lnTo>
                    <a:pt x="341" y="455"/>
                  </a:lnTo>
                  <a:lnTo>
                    <a:pt x="227" y="455"/>
                  </a:lnTo>
                  <a:lnTo>
                    <a:pt x="114" y="341"/>
                  </a:lnTo>
                  <a:lnTo>
                    <a:pt x="227" y="455"/>
                  </a:lnTo>
                  <a:lnTo>
                    <a:pt x="227" y="568"/>
                  </a:lnTo>
                  <a:lnTo>
                    <a:pt x="341" y="455"/>
                  </a:lnTo>
                  <a:lnTo>
                    <a:pt x="454" y="341"/>
                  </a:lnTo>
                  <a:lnTo>
                    <a:pt x="568" y="114"/>
                  </a:lnTo>
                  <a:lnTo>
                    <a:pt x="681" y="227"/>
                  </a:lnTo>
                  <a:lnTo>
                    <a:pt x="795" y="341"/>
                  </a:lnTo>
                  <a:lnTo>
                    <a:pt x="681" y="455"/>
                  </a:lnTo>
                  <a:lnTo>
                    <a:pt x="568" y="568"/>
                  </a:lnTo>
                  <a:lnTo>
                    <a:pt x="454" y="682"/>
                  </a:lnTo>
                  <a:lnTo>
                    <a:pt x="341" y="568"/>
                  </a:lnTo>
                  <a:lnTo>
                    <a:pt x="227" y="682"/>
                  </a:lnTo>
                  <a:lnTo>
                    <a:pt x="114" y="568"/>
                  </a:lnTo>
                  <a:lnTo>
                    <a:pt x="0" y="455"/>
                  </a:lnTo>
                  <a:lnTo>
                    <a:pt x="114" y="341"/>
                  </a:lnTo>
                  <a:lnTo>
                    <a:pt x="227" y="227"/>
                  </a:lnTo>
                  <a:lnTo>
                    <a:pt x="341" y="114"/>
                  </a:lnTo>
                  <a:lnTo>
                    <a:pt x="454" y="0"/>
                  </a:lnTo>
                  <a:lnTo>
                    <a:pt x="341" y="114"/>
                  </a:lnTo>
                  <a:lnTo>
                    <a:pt x="227" y="227"/>
                  </a:lnTo>
                  <a:lnTo>
                    <a:pt x="114" y="341"/>
                  </a:lnTo>
                </a:path>
              </a:pathLst>
            </a:custGeom>
            <a:noFill/>
            <a:ln w="28575" cap="flat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Oval 114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14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Oval 1144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145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Oval 114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14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Oval 1148"/>
            <p:cNvSpPr>
              <a:spLocks noChangeArrowheads="1"/>
            </p:cNvSpPr>
            <p:nvPr/>
          </p:nvSpPr>
          <p:spPr bwMode="auto">
            <a:xfrm>
              <a:off x="2833" y="2290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149"/>
            <p:cNvSpPr>
              <a:spLocks noEditPoints="1"/>
            </p:cNvSpPr>
            <p:nvPr/>
          </p:nvSpPr>
          <p:spPr bwMode="auto">
            <a:xfrm>
              <a:off x="2823" y="2281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Oval 115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15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Oval 1152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153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Oval 1154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155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Oval 1156"/>
            <p:cNvSpPr>
              <a:spLocks noChangeArrowheads="1"/>
            </p:cNvSpPr>
            <p:nvPr/>
          </p:nvSpPr>
          <p:spPr bwMode="auto">
            <a:xfrm>
              <a:off x="3286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157"/>
            <p:cNvSpPr>
              <a:spLocks noEditPoints="1"/>
            </p:cNvSpPr>
            <p:nvPr/>
          </p:nvSpPr>
          <p:spPr bwMode="auto">
            <a:xfrm>
              <a:off x="327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Oval 1158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159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Oval 1160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161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Oval 1162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163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Oval 1164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165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Oval 1166"/>
            <p:cNvSpPr>
              <a:spLocks noChangeArrowheads="1"/>
            </p:cNvSpPr>
            <p:nvPr/>
          </p:nvSpPr>
          <p:spPr bwMode="auto">
            <a:xfrm>
              <a:off x="2719" y="229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167"/>
            <p:cNvSpPr>
              <a:spLocks noEditPoints="1"/>
            </p:cNvSpPr>
            <p:nvPr/>
          </p:nvSpPr>
          <p:spPr bwMode="auto">
            <a:xfrm>
              <a:off x="2710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Oval 1168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169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Oval 1170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171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Oval 1172"/>
            <p:cNvSpPr>
              <a:spLocks noChangeArrowheads="1"/>
            </p:cNvSpPr>
            <p:nvPr/>
          </p:nvSpPr>
          <p:spPr bwMode="auto">
            <a:xfrm>
              <a:off x="2719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173"/>
            <p:cNvSpPr>
              <a:spLocks noEditPoints="1"/>
            </p:cNvSpPr>
            <p:nvPr/>
          </p:nvSpPr>
          <p:spPr bwMode="auto">
            <a:xfrm>
              <a:off x="271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Oval 1174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175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Oval 1176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177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Oval 1178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179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Oval 1180"/>
            <p:cNvSpPr>
              <a:spLocks noChangeArrowheads="1"/>
            </p:cNvSpPr>
            <p:nvPr/>
          </p:nvSpPr>
          <p:spPr bwMode="auto">
            <a:xfrm>
              <a:off x="2265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181"/>
            <p:cNvSpPr>
              <a:spLocks noEditPoints="1"/>
            </p:cNvSpPr>
            <p:nvPr/>
          </p:nvSpPr>
          <p:spPr bwMode="auto">
            <a:xfrm>
              <a:off x="2256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Oval 1182"/>
            <p:cNvSpPr>
              <a:spLocks noChangeArrowheads="1"/>
            </p:cNvSpPr>
            <p:nvPr/>
          </p:nvSpPr>
          <p:spPr bwMode="auto">
            <a:xfrm>
              <a:off x="2379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183"/>
            <p:cNvSpPr>
              <a:spLocks noEditPoints="1"/>
            </p:cNvSpPr>
            <p:nvPr/>
          </p:nvSpPr>
          <p:spPr bwMode="auto">
            <a:xfrm>
              <a:off x="2370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Oval 1184"/>
            <p:cNvSpPr>
              <a:spLocks noChangeArrowheads="1"/>
            </p:cNvSpPr>
            <p:nvPr/>
          </p:nvSpPr>
          <p:spPr bwMode="auto">
            <a:xfrm>
              <a:off x="237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185"/>
            <p:cNvSpPr>
              <a:spLocks noEditPoints="1"/>
            </p:cNvSpPr>
            <p:nvPr/>
          </p:nvSpPr>
          <p:spPr bwMode="auto">
            <a:xfrm>
              <a:off x="237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Oval 1186"/>
            <p:cNvSpPr>
              <a:spLocks noChangeArrowheads="1"/>
            </p:cNvSpPr>
            <p:nvPr/>
          </p:nvSpPr>
          <p:spPr bwMode="auto">
            <a:xfrm>
              <a:off x="249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187"/>
            <p:cNvSpPr>
              <a:spLocks noEditPoints="1"/>
            </p:cNvSpPr>
            <p:nvPr/>
          </p:nvSpPr>
          <p:spPr bwMode="auto">
            <a:xfrm>
              <a:off x="248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Oval 1188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189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Oval 1190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191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Oval 1192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193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Oval 1194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195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Oval 1196"/>
            <p:cNvSpPr>
              <a:spLocks noChangeArrowheads="1"/>
            </p:cNvSpPr>
            <p:nvPr/>
          </p:nvSpPr>
          <p:spPr bwMode="auto">
            <a:xfrm>
              <a:off x="2833" y="1835"/>
              <a:ext cx="36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197"/>
            <p:cNvSpPr>
              <a:spLocks noEditPoints="1"/>
            </p:cNvSpPr>
            <p:nvPr/>
          </p:nvSpPr>
          <p:spPr bwMode="auto">
            <a:xfrm>
              <a:off x="2823" y="1826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Oval 1198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199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Oval 1200"/>
            <p:cNvSpPr>
              <a:spLocks noChangeArrowheads="1"/>
            </p:cNvSpPr>
            <p:nvPr/>
          </p:nvSpPr>
          <p:spPr bwMode="auto">
            <a:xfrm>
              <a:off x="2606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201"/>
            <p:cNvSpPr>
              <a:spLocks noEditPoints="1"/>
            </p:cNvSpPr>
            <p:nvPr/>
          </p:nvSpPr>
          <p:spPr bwMode="auto">
            <a:xfrm>
              <a:off x="259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Oval 1202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203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Oval 1204"/>
            <p:cNvSpPr>
              <a:spLocks noChangeArrowheads="1"/>
            </p:cNvSpPr>
            <p:nvPr/>
          </p:nvSpPr>
          <p:spPr bwMode="auto">
            <a:xfrm>
              <a:off x="2379" y="2063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205"/>
            <p:cNvSpPr>
              <a:spLocks noEditPoints="1"/>
            </p:cNvSpPr>
            <p:nvPr/>
          </p:nvSpPr>
          <p:spPr bwMode="auto">
            <a:xfrm>
              <a:off x="2370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Oval 1206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207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Oval 1208"/>
            <p:cNvSpPr>
              <a:spLocks noChangeArrowheads="1"/>
            </p:cNvSpPr>
            <p:nvPr/>
          </p:nvSpPr>
          <p:spPr bwMode="auto">
            <a:xfrm>
              <a:off x="2152" y="1835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209"/>
            <p:cNvSpPr>
              <a:spLocks noEditPoints="1"/>
            </p:cNvSpPr>
            <p:nvPr/>
          </p:nvSpPr>
          <p:spPr bwMode="auto">
            <a:xfrm>
              <a:off x="2143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Oval 1210"/>
            <p:cNvSpPr>
              <a:spLocks noChangeArrowheads="1"/>
            </p:cNvSpPr>
            <p:nvPr/>
          </p:nvSpPr>
          <p:spPr bwMode="auto">
            <a:xfrm>
              <a:off x="2265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211"/>
            <p:cNvSpPr>
              <a:spLocks noEditPoints="1"/>
            </p:cNvSpPr>
            <p:nvPr/>
          </p:nvSpPr>
          <p:spPr bwMode="auto">
            <a:xfrm>
              <a:off x="2256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Oval 1212"/>
            <p:cNvSpPr>
              <a:spLocks noChangeArrowheads="1"/>
            </p:cNvSpPr>
            <p:nvPr/>
          </p:nvSpPr>
          <p:spPr bwMode="auto">
            <a:xfrm>
              <a:off x="2379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213"/>
            <p:cNvSpPr>
              <a:spLocks noEditPoints="1"/>
            </p:cNvSpPr>
            <p:nvPr/>
          </p:nvSpPr>
          <p:spPr bwMode="auto">
            <a:xfrm>
              <a:off x="237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Oval 1214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215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Oval 1216"/>
            <p:cNvSpPr>
              <a:spLocks noChangeArrowheads="1"/>
            </p:cNvSpPr>
            <p:nvPr/>
          </p:nvSpPr>
          <p:spPr bwMode="auto">
            <a:xfrm>
              <a:off x="2606" y="1380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217"/>
            <p:cNvSpPr>
              <a:spLocks noEditPoints="1"/>
            </p:cNvSpPr>
            <p:nvPr/>
          </p:nvSpPr>
          <p:spPr bwMode="auto">
            <a:xfrm>
              <a:off x="259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Oval 1218"/>
            <p:cNvSpPr>
              <a:spLocks noChangeArrowheads="1"/>
            </p:cNvSpPr>
            <p:nvPr/>
          </p:nvSpPr>
          <p:spPr bwMode="auto">
            <a:xfrm>
              <a:off x="2492" y="1494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219"/>
            <p:cNvSpPr>
              <a:spLocks noEditPoints="1"/>
            </p:cNvSpPr>
            <p:nvPr/>
          </p:nvSpPr>
          <p:spPr bwMode="auto">
            <a:xfrm>
              <a:off x="2483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Oval 1220"/>
            <p:cNvSpPr>
              <a:spLocks noChangeArrowheads="1"/>
            </p:cNvSpPr>
            <p:nvPr/>
          </p:nvSpPr>
          <p:spPr bwMode="auto">
            <a:xfrm>
              <a:off x="2379" y="1608"/>
              <a:ext cx="37" cy="37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221"/>
            <p:cNvSpPr>
              <a:spLocks noEditPoints="1"/>
            </p:cNvSpPr>
            <p:nvPr/>
          </p:nvSpPr>
          <p:spPr bwMode="auto">
            <a:xfrm>
              <a:off x="237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Oval 1222"/>
            <p:cNvSpPr>
              <a:spLocks noChangeArrowheads="1"/>
            </p:cNvSpPr>
            <p:nvPr/>
          </p:nvSpPr>
          <p:spPr bwMode="auto">
            <a:xfrm>
              <a:off x="2265" y="1722"/>
              <a:ext cx="37" cy="36"/>
            </a:xfrm>
            <a:prstGeom prst="ellipse">
              <a:avLst/>
            </a:pr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223"/>
            <p:cNvSpPr>
              <a:spLocks noEditPoints="1"/>
            </p:cNvSpPr>
            <p:nvPr/>
          </p:nvSpPr>
          <p:spPr bwMode="auto">
            <a:xfrm>
              <a:off x="2256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Oval 1224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225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226"/>
            <p:cNvSpPr>
              <a:spLocks/>
            </p:cNvSpPr>
            <p:nvPr/>
          </p:nvSpPr>
          <p:spPr bwMode="auto">
            <a:xfrm>
              <a:off x="2284" y="944"/>
              <a:ext cx="1134" cy="1251"/>
            </a:xfrm>
            <a:custGeom>
              <a:avLst/>
              <a:gdLst>
                <a:gd name="T0" fmla="*/ 681 w 1134"/>
                <a:gd name="T1" fmla="*/ 1251 h 1251"/>
                <a:gd name="T2" fmla="*/ 908 w 1134"/>
                <a:gd name="T3" fmla="*/ 1023 h 1251"/>
                <a:gd name="T4" fmla="*/ 1134 w 1134"/>
                <a:gd name="T5" fmla="*/ 796 h 1251"/>
                <a:gd name="T6" fmla="*/ 794 w 1134"/>
                <a:gd name="T7" fmla="*/ 682 h 1251"/>
                <a:gd name="T8" fmla="*/ 681 w 1134"/>
                <a:gd name="T9" fmla="*/ 910 h 1251"/>
                <a:gd name="T10" fmla="*/ 454 w 1134"/>
                <a:gd name="T11" fmla="*/ 1023 h 1251"/>
                <a:gd name="T12" fmla="*/ 227 w 1134"/>
                <a:gd name="T13" fmla="*/ 1251 h 1251"/>
                <a:gd name="T14" fmla="*/ 0 w 1134"/>
                <a:gd name="T15" fmla="*/ 910 h 1251"/>
                <a:gd name="T16" fmla="*/ 340 w 1134"/>
                <a:gd name="T17" fmla="*/ 796 h 1251"/>
                <a:gd name="T18" fmla="*/ 0 w 1134"/>
                <a:gd name="T19" fmla="*/ 569 h 1251"/>
                <a:gd name="T20" fmla="*/ 340 w 1134"/>
                <a:gd name="T21" fmla="*/ 341 h 1251"/>
                <a:gd name="T22" fmla="*/ 0 w 1134"/>
                <a:gd name="T23" fmla="*/ 228 h 1251"/>
                <a:gd name="T24" fmla="*/ 340 w 1134"/>
                <a:gd name="T25" fmla="*/ 0 h 1251"/>
                <a:gd name="T26" fmla="*/ 567 w 1134"/>
                <a:gd name="T27" fmla="*/ 341 h 1251"/>
                <a:gd name="T28" fmla="*/ 794 w 1134"/>
                <a:gd name="T29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4" h="1251">
                  <a:moveTo>
                    <a:pt x="681" y="1251"/>
                  </a:moveTo>
                  <a:lnTo>
                    <a:pt x="908" y="1023"/>
                  </a:lnTo>
                  <a:lnTo>
                    <a:pt x="1134" y="796"/>
                  </a:lnTo>
                  <a:lnTo>
                    <a:pt x="794" y="682"/>
                  </a:lnTo>
                  <a:lnTo>
                    <a:pt x="681" y="910"/>
                  </a:lnTo>
                  <a:lnTo>
                    <a:pt x="454" y="1023"/>
                  </a:lnTo>
                  <a:lnTo>
                    <a:pt x="227" y="1251"/>
                  </a:lnTo>
                  <a:lnTo>
                    <a:pt x="0" y="910"/>
                  </a:lnTo>
                  <a:lnTo>
                    <a:pt x="340" y="796"/>
                  </a:lnTo>
                  <a:lnTo>
                    <a:pt x="0" y="569"/>
                  </a:lnTo>
                  <a:lnTo>
                    <a:pt x="340" y="341"/>
                  </a:lnTo>
                  <a:lnTo>
                    <a:pt x="0" y="228"/>
                  </a:lnTo>
                  <a:lnTo>
                    <a:pt x="340" y="0"/>
                  </a:lnTo>
                  <a:lnTo>
                    <a:pt x="567" y="341"/>
                  </a:lnTo>
                  <a:lnTo>
                    <a:pt x="794" y="0"/>
                  </a:lnTo>
                </a:path>
              </a:pathLst>
            </a:custGeom>
            <a:noFill/>
            <a:ln w="28575" cap="flat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Oval 1227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228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Oval 1229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230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Oval 1231"/>
            <p:cNvSpPr>
              <a:spLocks noChangeArrowheads="1"/>
            </p:cNvSpPr>
            <p:nvPr/>
          </p:nvSpPr>
          <p:spPr bwMode="auto">
            <a:xfrm>
              <a:off x="3400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232"/>
            <p:cNvSpPr>
              <a:spLocks noEditPoints="1"/>
            </p:cNvSpPr>
            <p:nvPr/>
          </p:nvSpPr>
          <p:spPr bwMode="auto">
            <a:xfrm>
              <a:off x="3391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Oval 1233"/>
            <p:cNvSpPr>
              <a:spLocks noChangeArrowheads="1"/>
            </p:cNvSpPr>
            <p:nvPr/>
          </p:nvSpPr>
          <p:spPr bwMode="auto">
            <a:xfrm>
              <a:off x="3059" y="1608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234"/>
            <p:cNvSpPr>
              <a:spLocks noEditPoints="1"/>
            </p:cNvSpPr>
            <p:nvPr/>
          </p:nvSpPr>
          <p:spPr bwMode="auto">
            <a:xfrm>
              <a:off x="3050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Oval 1235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236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Oval 1237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238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Oval 1239"/>
            <p:cNvSpPr>
              <a:spLocks noChangeArrowheads="1"/>
            </p:cNvSpPr>
            <p:nvPr/>
          </p:nvSpPr>
          <p:spPr bwMode="auto">
            <a:xfrm>
              <a:off x="2492" y="217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240"/>
            <p:cNvSpPr>
              <a:spLocks noEditPoints="1"/>
            </p:cNvSpPr>
            <p:nvPr/>
          </p:nvSpPr>
          <p:spPr bwMode="auto">
            <a:xfrm>
              <a:off x="2483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Oval 1241"/>
            <p:cNvSpPr>
              <a:spLocks noChangeArrowheads="1"/>
            </p:cNvSpPr>
            <p:nvPr/>
          </p:nvSpPr>
          <p:spPr bwMode="auto">
            <a:xfrm>
              <a:off x="2265" y="1835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242"/>
            <p:cNvSpPr>
              <a:spLocks noEditPoints="1"/>
            </p:cNvSpPr>
            <p:nvPr/>
          </p:nvSpPr>
          <p:spPr bwMode="auto">
            <a:xfrm>
              <a:off x="2256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Oval 1243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244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Oval 1245"/>
            <p:cNvSpPr>
              <a:spLocks noChangeArrowheads="1"/>
            </p:cNvSpPr>
            <p:nvPr/>
          </p:nvSpPr>
          <p:spPr bwMode="auto">
            <a:xfrm>
              <a:off x="2265" y="1494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246"/>
            <p:cNvSpPr>
              <a:spLocks noEditPoints="1"/>
            </p:cNvSpPr>
            <p:nvPr/>
          </p:nvSpPr>
          <p:spPr bwMode="auto">
            <a:xfrm>
              <a:off x="2256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Oval 1247"/>
            <p:cNvSpPr>
              <a:spLocks noChangeArrowheads="1"/>
            </p:cNvSpPr>
            <p:nvPr/>
          </p:nvSpPr>
          <p:spPr bwMode="auto">
            <a:xfrm>
              <a:off x="2606" y="1267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248"/>
            <p:cNvSpPr>
              <a:spLocks noEditPoints="1"/>
            </p:cNvSpPr>
            <p:nvPr/>
          </p:nvSpPr>
          <p:spPr bwMode="auto">
            <a:xfrm>
              <a:off x="259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0" name="Group 1450"/>
          <p:cNvGrpSpPr>
            <a:grpSpLocks/>
          </p:cNvGrpSpPr>
          <p:nvPr/>
        </p:nvGrpSpPr>
        <p:grpSpPr bwMode="auto">
          <a:xfrm>
            <a:off x="3581400" y="1374776"/>
            <a:ext cx="1708150" cy="2514600"/>
            <a:chOff x="2256" y="866"/>
            <a:chExt cx="1076" cy="1584"/>
          </a:xfrm>
        </p:grpSpPr>
        <p:sp>
          <p:nvSpPr>
            <p:cNvPr id="1143" name="Oval 1250"/>
            <p:cNvSpPr>
              <a:spLocks noChangeArrowheads="1"/>
            </p:cNvSpPr>
            <p:nvPr/>
          </p:nvSpPr>
          <p:spPr bwMode="auto">
            <a:xfrm>
              <a:off x="2265" y="1153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251"/>
            <p:cNvSpPr>
              <a:spLocks noEditPoints="1"/>
            </p:cNvSpPr>
            <p:nvPr/>
          </p:nvSpPr>
          <p:spPr bwMode="auto">
            <a:xfrm>
              <a:off x="2256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Oval 1252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253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Oval 1254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255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Oval 1256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257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00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Oval 125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25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260"/>
            <p:cNvSpPr>
              <a:spLocks/>
            </p:cNvSpPr>
            <p:nvPr/>
          </p:nvSpPr>
          <p:spPr bwMode="auto">
            <a:xfrm>
              <a:off x="2624" y="944"/>
              <a:ext cx="568" cy="1251"/>
            </a:xfrm>
            <a:custGeom>
              <a:avLst/>
              <a:gdLst>
                <a:gd name="T0" fmla="*/ 341 w 568"/>
                <a:gd name="T1" fmla="*/ 1251 h 1251"/>
                <a:gd name="T2" fmla="*/ 454 w 568"/>
                <a:gd name="T3" fmla="*/ 1137 h 1251"/>
                <a:gd name="T4" fmla="*/ 341 w 568"/>
                <a:gd name="T5" fmla="*/ 910 h 1251"/>
                <a:gd name="T6" fmla="*/ 568 w 568"/>
                <a:gd name="T7" fmla="*/ 682 h 1251"/>
                <a:gd name="T8" fmla="*/ 227 w 568"/>
                <a:gd name="T9" fmla="*/ 569 h 1251"/>
                <a:gd name="T10" fmla="*/ 0 w 568"/>
                <a:gd name="T11" fmla="*/ 569 h 1251"/>
                <a:gd name="T12" fmla="*/ 227 w 568"/>
                <a:gd name="T13" fmla="*/ 341 h 1251"/>
                <a:gd name="T14" fmla="*/ 454 w 568"/>
                <a:gd name="T15" fmla="*/ 228 h 1251"/>
                <a:gd name="T16" fmla="*/ 568 w 568"/>
                <a:gd name="T1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8" h="1251">
                  <a:moveTo>
                    <a:pt x="341" y="1251"/>
                  </a:moveTo>
                  <a:lnTo>
                    <a:pt x="454" y="1137"/>
                  </a:lnTo>
                  <a:lnTo>
                    <a:pt x="341" y="910"/>
                  </a:lnTo>
                  <a:lnTo>
                    <a:pt x="568" y="682"/>
                  </a:lnTo>
                  <a:lnTo>
                    <a:pt x="227" y="569"/>
                  </a:lnTo>
                  <a:lnTo>
                    <a:pt x="0" y="569"/>
                  </a:lnTo>
                  <a:lnTo>
                    <a:pt x="227" y="341"/>
                  </a:lnTo>
                  <a:lnTo>
                    <a:pt x="454" y="228"/>
                  </a:lnTo>
                  <a:lnTo>
                    <a:pt x="568" y="0"/>
                  </a:lnTo>
                </a:path>
              </a:pathLst>
            </a:custGeom>
            <a:noFill/>
            <a:ln w="28575" cap="flat">
              <a:solidFill>
                <a:srgbClr val="00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Oval 126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26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Oval 1263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264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Oval 1265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266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Oval 1267"/>
            <p:cNvSpPr>
              <a:spLocks noChangeArrowheads="1"/>
            </p:cNvSpPr>
            <p:nvPr/>
          </p:nvSpPr>
          <p:spPr bwMode="auto">
            <a:xfrm>
              <a:off x="3173" y="1608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268"/>
            <p:cNvSpPr>
              <a:spLocks noEditPoints="1"/>
            </p:cNvSpPr>
            <p:nvPr/>
          </p:nvSpPr>
          <p:spPr bwMode="auto">
            <a:xfrm>
              <a:off x="3164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Oval 1269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270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Oval 1271"/>
            <p:cNvSpPr>
              <a:spLocks noChangeArrowheads="1"/>
            </p:cNvSpPr>
            <p:nvPr/>
          </p:nvSpPr>
          <p:spPr bwMode="auto">
            <a:xfrm>
              <a:off x="2606" y="1494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272"/>
            <p:cNvSpPr>
              <a:spLocks noEditPoints="1"/>
            </p:cNvSpPr>
            <p:nvPr/>
          </p:nvSpPr>
          <p:spPr bwMode="auto">
            <a:xfrm>
              <a:off x="259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Oval 1273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274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Oval 1275"/>
            <p:cNvSpPr>
              <a:spLocks noChangeArrowheads="1"/>
            </p:cNvSpPr>
            <p:nvPr/>
          </p:nvSpPr>
          <p:spPr bwMode="auto">
            <a:xfrm>
              <a:off x="3059" y="1153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276"/>
            <p:cNvSpPr>
              <a:spLocks noEditPoints="1"/>
            </p:cNvSpPr>
            <p:nvPr/>
          </p:nvSpPr>
          <p:spPr bwMode="auto">
            <a:xfrm>
              <a:off x="3050" y="1144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Oval 1277"/>
            <p:cNvSpPr>
              <a:spLocks noChangeArrowheads="1"/>
            </p:cNvSpPr>
            <p:nvPr/>
          </p:nvSpPr>
          <p:spPr bwMode="auto">
            <a:xfrm>
              <a:off x="3173" y="926"/>
              <a:ext cx="37" cy="37"/>
            </a:xfrm>
            <a:prstGeom prst="ellipse">
              <a:avLst/>
            </a:pr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278"/>
            <p:cNvSpPr>
              <a:spLocks noEditPoints="1"/>
            </p:cNvSpPr>
            <p:nvPr/>
          </p:nvSpPr>
          <p:spPr bwMode="auto">
            <a:xfrm>
              <a:off x="316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33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Oval 1279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280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281"/>
            <p:cNvSpPr>
              <a:spLocks/>
            </p:cNvSpPr>
            <p:nvPr/>
          </p:nvSpPr>
          <p:spPr bwMode="auto">
            <a:xfrm>
              <a:off x="2965" y="944"/>
              <a:ext cx="0" cy="1251"/>
            </a:xfrm>
            <a:custGeom>
              <a:avLst/>
              <a:gdLst>
                <a:gd name="T0" fmla="*/ 1251 h 1251"/>
                <a:gd name="T1" fmla="*/ 1023 h 1251"/>
                <a:gd name="T2" fmla="*/ 796 h 1251"/>
                <a:gd name="T3" fmla="*/ 569 h 1251"/>
                <a:gd name="T4" fmla="*/ 341 h 1251"/>
                <a:gd name="T5" fmla="*/ 114 h 1251"/>
                <a:gd name="T6" fmla="*/ 0 h 125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251">
                  <a:moveTo>
                    <a:pt x="0" y="1251"/>
                  </a:moveTo>
                  <a:lnTo>
                    <a:pt x="0" y="1023"/>
                  </a:lnTo>
                  <a:lnTo>
                    <a:pt x="0" y="796"/>
                  </a:lnTo>
                  <a:lnTo>
                    <a:pt x="0" y="569"/>
                  </a:lnTo>
                  <a:lnTo>
                    <a:pt x="0" y="341"/>
                  </a:lnTo>
                  <a:lnTo>
                    <a:pt x="0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66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Oval 128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28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Oval 1284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285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Oval 1286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287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Oval 1288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289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Oval 1290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291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Oval 1292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293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Oval 1294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295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Oval 1296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297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298"/>
            <p:cNvSpPr>
              <a:spLocks/>
            </p:cNvSpPr>
            <p:nvPr/>
          </p:nvSpPr>
          <p:spPr bwMode="auto">
            <a:xfrm>
              <a:off x="2284" y="1967"/>
              <a:ext cx="908" cy="342"/>
            </a:xfrm>
            <a:custGeom>
              <a:avLst/>
              <a:gdLst>
                <a:gd name="T0" fmla="*/ 681 w 908"/>
                <a:gd name="T1" fmla="*/ 228 h 342"/>
                <a:gd name="T2" fmla="*/ 908 w 908"/>
                <a:gd name="T3" fmla="*/ 342 h 342"/>
                <a:gd name="T4" fmla="*/ 908 w 908"/>
                <a:gd name="T5" fmla="*/ 114 h 342"/>
                <a:gd name="T6" fmla="*/ 681 w 908"/>
                <a:gd name="T7" fmla="*/ 114 h 342"/>
                <a:gd name="T8" fmla="*/ 681 w 908"/>
                <a:gd name="T9" fmla="*/ 342 h 342"/>
                <a:gd name="T10" fmla="*/ 908 w 908"/>
                <a:gd name="T11" fmla="*/ 342 h 342"/>
                <a:gd name="T12" fmla="*/ 908 w 908"/>
                <a:gd name="T13" fmla="*/ 228 h 342"/>
                <a:gd name="T14" fmla="*/ 908 w 908"/>
                <a:gd name="T15" fmla="*/ 0 h 342"/>
                <a:gd name="T16" fmla="*/ 681 w 908"/>
                <a:gd name="T17" fmla="*/ 0 h 342"/>
                <a:gd name="T18" fmla="*/ 454 w 908"/>
                <a:gd name="T19" fmla="*/ 0 h 342"/>
                <a:gd name="T20" fmla="*/ 227 w 908"/>
                <a:gd name="T21" fmla="*/ 0 h 342"/>
                <a:gd name="T22" fmla="*/ 0 w 908"/>
                <a:gd name="T23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8" h="342">
                  <a:moveTo>
                    <a:pt x="681" y="228"/>
                  </a:moveTo>
                  <a:lnTo>
                    <a:pt x="908" y="342"/>
                  </a:lnTo>
                  <a:lnTo>
                    <a:pt x="908" y="114"/>
                  </a:lnTo>
                  <a:lnTo>
                    <a:pt x="681" y="114"/>
                  </a:lnTo>
                  <a:lnTo>
                    <a:pt x="681" y="342"/>
                  </a:lnTo>
                  <a:lnTo>
                    <a:pt x="908" y="342"/>
                  </a:lnTo>
                  <a:lnTo>
                    <a:pt x="908" y="228"/>
                  </a:lnTo>
                  <a:lnTo>
                    <a:pt x="908" y="0"/>
                  </a:lnTo>
                  <a:lnTo>
                    <a:pt x="681" y="0"/>
                  </a:lnTo>
                  <a:lnTo>
                    <a:pt x="454" y="0"/>
                  </a:lnTo>
                  <a:lnTo>
                    <a:pt x="227" y="0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99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Oval 1299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300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Oval 1301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302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Oval 1303"/>
            <p:cNvSpPr>
              <a:spLocks noChangeArrowheads="1"/>
            </p:cNvSpPr>
            <p:nvPr/>
          </p:nvSpPr>
          <p:spPr bwMode="auto">
            <a:xfrm>
              <a:off x="3173" y="2063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304"/>
            <p:cNvSpPr>
              <a:spLocks noEditPoints="1"/>
            </p:cNvSpPr>
            <p:nvPr/>
          </p:nvSpPr>
          <p:spPr bwMode="auto">
            <a:xfrm>
              <a:off x="3164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Oval 1305"/>
            <p:cNvSpPr>
              <a:spLocks noChangeArrowheads="1"/>
            </p:cNvSpPr>
            <p:nvPr/>
          </p:nvSpPr>
          <p:spPr bwMode="auto">
            <a:xfrm>
              <a:off x="2946" y="2063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306"/>
            <p:cNvSpPr>
              <a:spLocks noEditPoints="1"/>
            </p:cNvSpPr>
            <p:nvPr/>
          </p:nvSpPr>
          <p:spPr bwMode="auto">
            <a:xfrm>
              <a:off x="293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Oval 1307"/>
            <p:cNvSpPr>
              <a:spLocks noChangeArrowheads="1"/>
            </p:cNvSpPr>
            <p:nvPr/>
          </p:nvSpPr>
          <p:spPr bwMode="auto">
            <a:xfrm>
              <a:off x="2946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308"/>
            <p:cNvSpPr>
              <a:spLocks noEditPoints="1"/>
            </p:cNvSpPr>
            <p:nvPr/>
          </p:nvSpPr>
          <p:spPr bwMode="auto">
            <a:xfrm>
              <a:off x="2937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Oval 1309"/>
            <p:cNvSpPr>
              <a:spLocks noChangeArrowheads="1"/>
            </p:cNvSpPr>
            <p:nvPr/>
          </p:nvSpPr>
          <p:spPr bwMode="auto">
            <a:xfrm>
              <a:off x="3173" y="2290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310"/>
            <p:cNvSpPr>
              <a:spLocks noEditPoints="1"/>
            </p:cNvSpPr>
            <p:nvPr/>
          </p:nvSpPr>
          <p:spPr bwMode="auto">
            <a:xfrm>
              <a:off x="3164" y="228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Oval 1311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312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Oval 1313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314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Oval 1315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316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Oval 1317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318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Oval 1319"/>
            <p:cNvSpPr>
              <a:spLocks noChangeArrowheads="1"/>
            </p:cNvSpPr>
            <p:nvPr/>
          </p:nvSpPr>
          <p:spPr bwMode="auto">
            <a:xfrm>
              <a:off x="2492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320"/>
            <p:cNvSpPr>
              <a:spLocks noEditPoints="1"/>
            </p:cNvSpPr>
            <p:nvPr/>
          </p:nvSpPr>
          <p:spPr bwMode="auto">
            <a:xfrm>
              <a:off x="2483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Oval 1321"/>
            <p:cNvSpPr>
              <a:spLocks noChangeArrowheads="1"/>
            </p:cNvSpPr>
            <p:nvPr/>
          </p:nvSpPr>
          <p:spPr bwMode="auto">
            <a:xfrm>
              <a:off x="2265" y="1949"/>
              <a:ext cx="37" cy="37"/>
            </a:xfrm>
            <a:prstGeom prst="ellipse">
              <a:avLst/>
            </a:pr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322"/>
            <p:cNvSpPr>
              <a:spLocks noEditPoints="1"/>
            </p:cNvSpPr>
            <p:nvPr/>
          </p:nvSpPr>
          <p:spPr bwMode="auto">
            <a:xfrm>
              <a:off x="2256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9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Oval 1323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324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325"/>
            <p:cNvSpPr>
              <a:spLocks/>
            </p:cNvSpPr>
            <p:nvPr/>
          </p:nvSpPr>
          <p:spPr bwMode="auto">
            <a:xfrm>
              <a:off x="2511" y="944"/>
              <a:ext cx="794" cy="1478"/>
            </a:xfrm>
            <a:custGeom>
              <a:avLst/>
              <a:gdLst>
                <a:gd name="T0" fmla="*/ 454 w 794"/>
                <a:gd name="T1" fmla="*/ 1251 h 1478"/>
                <a:gd name="T2" fmla="*/ 113 w 794"/>
                <a:gd name="T3" fmla="*/ 1023 h 1478"/>
                <a:gd name="T4" fmla="*/ 0 w 794"/>
                <a:gd name="T5" fmla="*/ 1478 h 1478"/>
                <a:gd name="T6" fmla="*/ 454 w 794"/>
                <a:gd name="T7" fmla="*/ 1478 h 1478"/>
                <a:gd name="T8" fmla="*/ 567 w 794"/>
                <a:gd name="T9" fmla="*/ 1137 h 1478"/>
                <a:gd name="T10" fmla="*/ 681 w 794"/>
                <a:gd name="T11" fmla="*/ 910 h 1478"/>
                <a:gd name="T12" fmla="*/ 340 w 794"/>
                <a:gd name="T13" fmla="*/ 682 h 1478"/>
                <a:gd name="T14" fmla="*/ 794 w 794"/>
                <a:gd name="T15" fmla="*/ 455 h 1478"/>
                <a:gd name="T16" fmla="*/ 454 w 794"/>
                <a:gd name="T17" fmla="*/ 341 h 1478"/>
                <a:gd name="T18" fmla="*/ 340 w 794"/>
                <a:gd name="T19" fmla="*/ 114 h 1478"/>
                <a:gd name="T20" fmla="*/ 340 w 794"/>
                <a:gd name="T21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4" h="1478">
                  <a:moveTo>
                    <a:pt x="454" y="1251"/>
                  </a:moveTo>
                  <a:lnTo>
                    <a:pt x="113" y="1023"/>
                  </a:lnTo>
                  <a:lnTo>
                    <a:pt x="0" y="1478"/>
                  </a:lnTo>
                  <a:lnTo>
                    <a:pt x="454" y="1478"/>
                  </a:lnTo>
                  <a:lnTo>
                    <a:pt x="567" y="1137"/>
                  </a:lnTo>
                  <a:lnTo>
                    <a:pt x="681" y="910"/>
                  </a:lnTo>
                  <a:lnTo>
                    <a:pt x="340" y="682"/>
                  </a:lnTo>
                  <a:lnTo>
                    <a:pt x="794" y="455"/>
                  </a:lnTo>
                  <a:lnTo>
                    <a:pt x="454" y="341"/>
                  </a:lnTo>
                  <a:lnTo>
                    <a:pt x="340" y="114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00CC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Oval 132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32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Oval 1328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329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Oval 1330"/>
            <p:cNvSpPr>
              <a:spLocks noChangeArrowheads="1"/>
            </p:cNvSpPr>
            <p:nvPr/>
          </p:nvSpPr>
          <p:spPr bwMode="auto">
            <a:xfrm>
              <a:off x="2492" y="240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331"/>
            <p:cNvSpPr>
              <a:spLocks noEditPoints="1"/>
            </p:cNvSpPr>
            <p:nvPr/>
          </p:nvSpPr>
          <p:spPr bwMode="auto">
            <a:xfrm>
              <a:off x="2483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Oval 1332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333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Oval 1334"/>
            <p:cNvSpPr>
              <a:spLocks noChangeArrowheads="1"/>
            </p:cNvSpPr>
            <p:nvPr/>
          </p:nvSpPr>
          <p:spPr bwMode="auto">
            <a:xfrm>
              <a:off x="3059" y="2063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335"/>
            <p:cNvSpPr>
              <a:spLocks noEditPoints="1"/>
            </p:cNvSpPr>
            <p:nvPr/>
          </p:nvSpPr>
          <p:spPr bwMode="auto">
            <a:xfrm>
              <a:off x="3050" y="2053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Oval 1336"/>
            <p:cNvSpPr>
              <a:spLocks noChangeArrowheads="1"/>
            </p:cNvSpPr>
            <p:nvPr/>
          </p:nvSpPr>
          <p:spPr bwMode="auto">
            <a:xfrm>
              <a:off x="3173" y="1835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337"/>
            <p:cNvSpPr>
              <a:spLocks noEditPoints="1"/>
            </p:cNvSpPr>
            <p:nvPr/>
          </p:nvSpPr>
          <p:spPr bwMode="auto">
            <a:xfrm>
              <a:off x="316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Oval 1338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339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Oval 1340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341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Oval 1342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343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Oval 1344"/>
            <p:cNvSpPr>
              <a:spLocks noChangeArrowheads="1"/>
            </p:cNvSpPr>
            <p:nvPr/>
          </p:nvSpPr>
          <p:spPr bwMode="auto">
            <a:xfrm>
              <a:off x="2833" y="1039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345"/>
            <p:cNvSpPr>
              <a:spLocks noEditPoints="1"/>
            </p:cNvSpPr>
            <p:nvPr/>
          </p:nvSpPr>
          <p:spPr bwMode="auto">
            <a:xfrm>
              <a:off x="2823" y="103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Oval 1346"/>
            <p:cNvSpPr>
              <a:spLocks noChangeArrowheads="1"/>
            </p:cNvSpPr>
            <p:nvPr/>
          </p:nvSpPr>
          <p:spPr bwMode="auto">
            <a:xfrm>
              <a:off x="2833" y="926"/>
              <a:ext cx="36" cy="37"/>
            </a:xfrm>
            <a:prstGeom prst="ellipse">
              <a:avLst/>
            </a:pr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347"/>
            <p:cNvSpPr>
              <a:spLocks noEditPoints="1"/>
            </p:cNvSpPr>
            <p:nvPr/>
          </p:nvSpPr>
          <p:spPr bwMode="auto">
            <a:xfrm>
              <a:off x="2823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CC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Oval 134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34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350"/>
            <p:cNvSpPr>
              <a:spLocks/>
            </p:cNvSpPr>
            <p:nvPr/>
          </p:nvSpPr>
          <p:spPr bwMode="auto">
            <a:xfrm>
              <a:off x="2965" y="944"/>
              <a:ext cx="0" cy="1251"/>
            </a:xfrm>
            <a:custGeom>
              <a:avLst/>
              <a:gdLst>
                <a:gd name="T0" fmla="*/ 1251 h 1251"/>
                <a:gd name="T1" fmla="*/ 1023 h 1251"/>
                <a:gd name="T2" fmla="*/ 796 h 1251"/>
                <a:gd name="T3" fmla="*/ 569 h 1251"/>
                <a:gd name="T4" fmla="*/ 341 h 1251"/>
                <a:gd name="T5" fmla="*/ 114 h 1251"/>
                <a:gd name="T6" fmla="*/ 0 h 125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251">
                  <a:moveTo>
                    <a:pt x="0" y="1251"/>
                  </a:moveTo>
                  <a:lnTo>
                    <a:pt x="0" y="1023"/>
                  </a:lnTo>
                  <a:lnTo>
                    <a:pt x="0" y="796"/>
                  </a:lnTo>
                  <a:lnTo>
                    <a:pt x="0" y="569"/>
                  </a:lnTo>
                  <a:lnTo>
                    <a:pt x="0" y="341"/>
                  </a:lnTo>
                  <a:lnTo>
                    <a:pt x="0" y="114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Oval 135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35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Oval 1353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354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Oval 1355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356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Oval 1357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358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Oval 1359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360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Oval 1361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362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Oval 1363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364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00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Oval 1365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366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367"/>
            <p:cNvSpPr>
              <a:spLocks/>
            </p:cNvSpPr>
            <p:nvPr/>
          </p:nvSpPr>
          <p:spPr bwMode="auto">
            <a:xfrm>
              <a:off x="2624" y="944"/>
              <a:ext cx="681" cy="1251"/>
            </a:xfrm>
            <a:custGeom>
              <a:avLst/>
              <a:gdLst>
                <a:gd name="T0" fmla="*/ 341 w 681"/>
                <a:gd name="T1" fmla="*/ 1251 h 1251"/>
                <a:gd name="T2" fmla="*/ 681 w 681"/>
                <a:gd name="T3" fmla="*/ 1137 h 1251"/>
                <a:gd name="T4" fmla="*/ 681 w 681"/>
                <a:gd name="T5" fmla="*/ 910 h 1251"/>
                <a:gd name="T6" fmla="*/ 341 w 681"/>
                <a:gd name="T7" fmla="*/ 910 h 1251"/>
                <a:gd name="T8" fmla="*/ 227 w 681"/>
                <a:gd name="T9" fmla="*/ 682 h 1251"/>
                <a:gd name="T10" fmla="*/ 681 w 681"/>
                <a:gd name="T11" fmla="*/ 682 h 1251"/>
                <a:gd name="T12" fmla="*/ 681 w 681"/>
                <a:gd name="T13" fmla="*/ 455 h 1251"/>
                <a:gd name="T14" fmla="*/ 341 w 681"/>
                <a:gd name="T15" fmla="*/ 455 h 1251"/>
                <a:gd name="T16" fmla="*/ 341 w 681"/>
                <a:gd name="T17" fmla="*/ 228 h 1251"/>
                <a:gd name="T18" fmla="*/ 0 w 681"/>
                <a:gd name="T19" fmla="*/ 228 h 1251"/>
                <a:gd name="T20" fmla="*/ 0 w 681"/>
                <a:gd name="T21" fmla="*/ 0 h 1251"/>
                <a:gd name="T22" fmla="*/ 341 w 681"/>
                <a:gd name="T2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1" h="1251">
                  <a:moveTo>
                    <a:pt x="341" y="1251"/>
                  </a:moveTo>
                  <a:lnTo>
                    <a:pt x="681" y="1137"/>
                  </a:lnTo>
                  <a:lnTo>
                    <a:pt x="681" y="910"/>
                  </a:lnTo>
                  <a:lnTo>
                    <a:pt x="341" y="910"/>
                  </a:lnTo>
                  <a:lnTo>
                    <a:pt x="227" y="682"/>
                  </a:lnTo>
                  <a:lnTo>
                    <a:pt x="681" y="682"/>
                  </a:lnTo>
                  <a:lnTo>
                    <a:pt x="681" y="455"/>
                  </a:lnTo>
                  <a:lnTo>
                    <a:pt x="341" y="455"/>
                  </a:lnTo>
                  <a:lnTo>
                    <a:pt x="341" y="228"/>
                  </a:lnTo>
                  <a:lnTo>
                    <a:pt x="0" y="228"/>
                  </a:lnTo>
                  <a:lnTo>
                    <a:pt x="0" y="0"/>
                  </a:lnTo>
                  <a:lnTo>
                    <a:pt x="341" y="0"/>
                  </a:lnTo>
                </a:path>
              </a:pathLst>
            </a:custGeom>
            <a:noFill/>
            <a:ln w="28575" cap="flat">
              <a:solidFill>
                <a:srgbClr val="33FF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Oval 136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36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Oval 1370"/>
            <p:cNvSpPr>
              <a:spLocks noChangeArrowheads="1"/>
            </p:cNvSpPr>
            <p:nvPr/>
          </p:nvSpPr>
          <p:spPr bwMode="auto">
            <a:xfrm>
              <a:off x="3286" y="206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371"/>
            <p:cNvSpPr>
              <a:spLocks noEditPoints="1"/>
            </p:cNvSpPr>
            <p:nvPr/>
          </p:nvSpPr>
          <p:spPr bwMode="auto">
            <a:xfrm>
              <a:off x="3277" y="2053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Oval 1372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373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Oval 1374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375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Oval 1376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377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Oval 1378"/>
            <p:cNvSpPr>
              <a:spLocks noChangeArrowheads="1"/>
            </p:cNvSpPr>
            <p:nvPr/>
          </p:nvSpPr>
          <p:spPr bwMode="auto">
            <a:xfrm>
              <a:off x="3286" y="1608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379"/>
            <p:cNvSpPr>
              <a:spLocks noEditPoints="1"/>
            </p:cNvSpPr>
            <p:nvPr/>
          </p:nvSpPr>
          <p:spPr bwMode="auto">
            <a:xfrm>
              <a:off x="327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Oval 1380"/>
            <p:cNvSpPr>
              <a:spLocks noChangeArrowheads="1"/>
            </p:cNvSpPr>
            <p:nvPr/>
          </p:nvSpPr>
          <p:spPr bwMode="auto">
            <a:xfrm>
              <a:off x="3286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381"/>
            <p:cNvSpPr>
              <a:spLocks noEditPoints="1"/>
            </p:cNvSpPr>
            <p:nvPr/>
          </p:nvSpPr>
          <p:spPr bwMode="auto">
            <a:xfrm>
              <a:off x="327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Oval 1382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383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Oval 1384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385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Oval 1386"/>
            <p:cNvSpPr>
              <a:spLocks noChangeArrowheads="1"/>
            </p:cNvSpPr>
            <p:nvPr/>
          </p:nvSpPr>
          <p:spPr bwMode="auto">
            <a:xfrm>
              <a:off x="2606" y="1153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387"/>
            <p:cNvSpPr>
              <a:spLocks noEditPoints="1"/>
            </p:cNvSpPr>
            <p:nvPr/>
          </p:nvSpPr>
          <p:spPr bwMode="auto">
            <a:xfrm>
              <a:off x="259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Oval 1388"/>
            <p:cNvSpPr>
              <a:spLocks noChangeArrowheads="1"/>
            </p:cNvSpPr>
            <p:nvPr/>
          </p:nvSpPr>
          <p:spPr bwMode="auto">
            <a:xfrm>
              <a:off x="2606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389"/>
            <p:cNvSpPr>
              <a:spLocks noEditPoints="1"/>
            </p:cNvSpPr>
            <p:nvPr/>
          </p:nvSpPr>
          <p:spPr bwMode="auto">
            <a:xfrm>
              <a:off x="259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Oval 1390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391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33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Oval 139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39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394"/>
            <p:cNvSpPr>
              <a:spLocks/>
            </p:cNvSpPr>
            <p:nvPr/>
          </p:nvSpPr>
          <p:spPr bwMode="auto">
            <a:xfrm>
              <a:off x="2284" y="944"/>
              <a:ext cx="908" cy="1251"/>
            </a:xfrm>
            <a:custGeom>
              <a:avLst/>
              <a:gdLst>
                <a:gd name="T0" fmla="*/ 681 w 908"/>
                <a:gd name="T1" fmla="*/ 1251 h 1251"/>
                <a:gd name="T2" fmla="*/ 454 w 908"/>
                <a:gd name="T3" fmla="*/ 1251 h 1251"/>
                <a:gd name="T4" fmla="*/ 454 w 908"/>
                <a:gd name="T5" fmla="*/ 1023 h 1251"/>
                <a:gd name="T6" fmla="*/ 454 w 908"/>
                <a:gd name="T7" fmla="*/ 796 h 1251"/>
                <a:gd name="T8" fmla="*/ 681 w 908"/>
                <a:gd name="T9" fmla="*/ 796 h 1251"/>
                <a:gd name="T10" fmla="*/ 681 w 908"/>
                <a:gd name="T11" fmla="*/ 569 h 1251"/>
                <a:gd name="T12" fmla="*/ 454 w 908"/>
                <a:gd name="T13" fmla="*/ 569 h 1251"/>
                <a:gd name="T14" fmla="*/ 454 w 908"/>
                <a:gd name="T15" fmla="*/ 341 h 1251"/>
                <a:gd name="T16" fmla="*/ 227 w 908"/>
                <a:gd name="T17" fmla="*/ 341 h 1251"/>
                <a:gd name="T18" fmla="*/ 227 w 908"/>
                <a:gd name="T19" fmla="*/ 114 h 1251"/>
                <a:gd name="T20" fmla="*/ 0 w 908"/>
                <a:gd name="T21" fmla="*/ 114 h 1251"/>
                <a:gd name="T22" fmla="*/ 0 w 908"/>
                <a:gd name="T23" fmla="*/ 0 h 1251"/>
                <a:gd name="T24" fmla="*/ 0 w 908"/>
                <a:gd name="T25" fmla="*/ 228 h 1251"/>
                <a:gd name="T26" fmla="*/ 227 w 908"/>
                <a:gd name="T27" fmla="*/ 228 h 1251"/>
                <a:gd name="T28" fmla="*/ 227 w 908"/>
                <a:gd name="T29" fmla="*/ 0 h 1251"/>
                <a:gd name="T30" fmla="*/ 454 w 908"/>
                <a:gd name="T31" fmla="*/ 0 h 1251"/>
                <a:gd name="T32" fmla="*/ 227 w 908"/>
                <a:gd name="T33" fmla="*/ 0 h 1251"/>
                <a:gd name="T34" fmla="*/ 454 w 908"/>
                <a:gd name="T35" fmla="*/ 0 h 1251"/>
                <a:gd name="T36" fmla="*/ 227 w 908"/>
                <a:gd name="T37" fmla="*/ 0 h 1251"/>
                <a:gd name="T38" fmla="*/ 113 w 908"/>
                <a:gd name="T39" fmla="*/ 0 h 1251"/>
                <a:gd name="T40" fmla="*/ 0 w 908"/>
                <a:gd name="T41" fmla="*/ 0 h 1251"/>
                <a:gd name="T42" fmla="*/ 227 w 908"/>
                <a:gd name="T43" fmla="*/ 0 h 1251"/>
                <a:gd name="T44" fmla="*/ 227 w 908"/>
                <a:gd name="T45" fmla="*/ 228 h 1251"/>
                <a:gd name="T46" fmla="*/ 454 w 908"/>
                <a:gd name="T47" fmla="*/ 228 h 1251"/>
                <a:gd name="T48" fmla="*/ 454 w 908"/>
                <a:gd name="T49" fmla="*/ 455 h 1251"/>
                <a:gd name="T50" fmla="*/ 681 w 908"/>
                <a:gd name="T51" fmla="*/ 455 h 1251"/>
                <a:gd name="T52" fmla="*/ 681 w 908"/>
                <a:gd name="T53" fmla="*/ 682 h 1251"/>
                <a:gd name="T54" fmla="*/ 681 w 908"/>
                <a:gd name="T55" fmla="*/ 455 h 1251"/>
                <a:gd name="T56" fmla="*/ 681 w 908"/>
                <a:gd name="T57" fmla="*/ 682 h 1251"/>
                <a:gd name="T58" fmla="*/ 454 w 908"/>
                <a:gd name="T59" fmla="*/ 682 h 1251"/>
                <a:gd name="T60" fmla="*/ 454 w 908"/>
                <a:gd name="T61" fmla="*/ 455 h 1251"/>
                <a:gd name="T62" fmla="*/ 454 w 908"/>
                <a:gd name="T63" fmla="*/ 228 h 1251"/>
                <a:gd name="T64" fmla="*/ 681 w 908"/>
                <a:gd name="T65" fmla="*/ 228 h 1251"/>
                <a:gd name="T66" fmla="*/ 908 w 908"/>
                <a:gd name="T67" fmla="*/ 228 h 1251"/>
                <a:gd name="T68" fmla="*/ 908 w 908"/>
                <a:gd name="T69" fmla="*/ 0 h 1251"/>
                <a:gd name="T70" fmla="*/ 908 w 908"/>
                <a:gd name="T71" fmla="*/ 228 h 1251"/>
                <a:gd name="T72" fmla="*/ 681 w 908"/>
                <a:gd name="T73" fmla="*/ 228 h 1251"/>
                <a:gd name="T74" fmla="*/ 454 w 908"/>
                <a:gd name="T75" fmla="*/ 228 h 1251"/>
                <a:gd name="T76" fmla="*/ 454 w 908"/>
                <a:gd name="T77" fmla="*/ 0 h 1251"/>
                <a:gd name="T78" fmla="*/ 227 w 908"/>
                <a:gd name="T79" fmla="*/ 0 h 1251"/>
                <a:gd name="T80" fmla="*/ 0 w 908"/>
                <a:gd name="T81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08" h="1251">
                  <a:moveTo>
                    <a:pt x="681" y="1251"/>
                  </a:moveTo>
                  <a:lnTo>
                    <a:pt x="454" y="1251"/>
                  </a:lnTo>
                  <a:lnTo>
                    <a:pt x="454" y="1023"/>
                  </a:lnTo>
                  <a:lnTo>
                    <a:pt x="454" y="796"/>
                  </a:lnTo>
                  <a:lnTo>
                    <a:pt x="681" y="796"/>
                  </a:lnTo>
                  <a:lnTo>
                    <a:pt x="681" y="569"/>
                  </a:lnTo>
                  <a:lnTo>
                    <a:pt x="454" y="569"/>
                  </a:lnTo>
                  <a:lnTo>
                    <a:pt x="454" y="341"/>
                  </a:lnTo>
                  <a:lnTo>
                    <a:pt x="227" y="341"/>
                  </a:lnTo>
                  <a:lnTo>
                    <a:pt x="227" y="114"/>
                  </a:lnTo>
                  <a:lnTo>
                    <a:pt x="0" y="114"/>
                  </a:lnTo>
                  <a:lnTo>
                    <a:pt x="0" y="0"/>
                  </a:lnTo>
                  <a:lnTo>
                    <a:pt x="0" y="228"/>
                  </a:lnTo>
                  <a:lnTo>
                    <a:pt x="227" y="228"/>
                  </a:lnTo>
                  <a:lnTo>
                    <a:pt x="227" y="0"/>
                  </a:lnTo>
                  <a:lnTo>
                    <a:pt x="454" y="0"/>
                  </a:lnTo>
                  <a:lnTo>
                    <a:pt x="227" y="0"/>
                  </a:lnTo>
                  <a:lnTo>
                    <a:pt x="454" y="0"/>
                  </a:lnTo>
                  <a:lnTo>
                    <a:pt x="227" y="0"/>
                  </a:lnTo>
                  <a:lnTo>
                    <a:pt x="113" y="0"/>
                  </a:lnTo>
                  <a:lnTo>
                    <a:pt x="0" y="0"/>
                  </a:lnTo>
                  <a:lnTo>
                    <a:pt x="227" y="0"/>
                  </a:lnTo>
                  <a:lnTo>
                    <a:pt x="227" y="228"/>
                  </a:lnTo>
                  <a:lnTo>
                    <a:pt x="454" y="228"/>
                  </a:lnTo>
                  <a:lnTo>
                    <a:pt x="454" y="455"/>
                  </a:lnTo>
                  <a:lnTo>
                    <a:pt x="681" y="455"/>
                  </a:lnTo>
                  <a:lnTo>
                    <a:pt x="681" y="682"/>
                  </a:lnTo>
                  <a:lnTo>
                    <a:pt x="681" y="455"/>
                  </a:lnTo>
                  <a:lnTo>
                    <a:pt x="681" y="682"/>
                  </a:lnTo>
                  <a:lnTo>
                    <a:pt x="454" y="682"/>
                  </a:lnTo>
                  <a:lnTo>
                    <a:pt x="454" y="455"/>
                  </a:lnTo>
                  <a:lnTo>
                    <a:pt x="454" y="228"/>
                  </a:lnTo>
                  <a:lnTo>
                    <a:pt x="681" y="228"/>
                  </a:lnTo>
                  <a:lnTo>
                    <a:pt x="908" y="228"/>
                  </a:lnTo>
                  <a:lnTo>
                    <a:pt x="908" y="0"/>
                  </a:lnTo>
                  <a:lnTo>
                    <a:pt x="908" y="228"/>
                  </a:lnTo>
                  <a:lnTo>
                    <a:pt x="681" y="228"/>
                  </a:lnTo>
                  <a:lnTo>
                    <a:pt x="454" y="228"/>
                  </a:lnTo>
                  <a:lnTo>
                    <a:pt x="454" y="0"/>
                  </a:lnTo>
                  <a:lnTo>
                    <a:pt x="227" y="0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66FF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Oval 139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39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Oval 1397"/>
            <p:cNvSpPr>
              <a:spLocks noChangeArrowheads="1"/>
            </p:cNvSpPr>
            <p:nvPr/>
          </p:nvSpPr>
          <p:spPr bwMode="auto">
            <a:xfrm>
              <a:off x="2719" y="217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398"/>
            <p:cNvSpPr>
              <a:spLocks noEditPoints="1"/>
            </p:cNvSpPr>
            <p:nvPr/>
          </p:nvSpPr>
          <p:spPr bwMode="auto">
            <a:xfrm>
              <a:off x="2710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Oval 1399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400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Oval 1401"/>
            <p:cNvSpPr>
              <a:spLocks noChangeArrowheads="1"/>
            </p:cNvSpPr>
            <p:nvPr/>
          </p:nvSpPr>
          <p:spPr bwMode="auto">
            <a:xfrm>
              <a:off x="2719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402"/>
            <p:cNvSpPr>
              <a:spLocks noEditPoints="1"/>
            </p:cNvSpPr>
            <p:nvPr/>
          </p:nvSpPr>
          <p:spPr bwMode="auto">
            <a:xfrm>
              <a:off x="2710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Oval 1403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404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Oval 1405"/>
            <p:cNvSpPr>
              <a:spLocks noChangeArrowheads="1"/>
            </p:cNvSpPr>
            <p:nvPr/>
          </p:nvSpPr>
          <p:spPr bwMode="auto">
            <a:xfrm>
              <a:off x="2946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1406"/>
            <p:cNvSpPr>
              <a:spLocks noEditPoints="1"/>
            </p:cNvSpPr>
            <p:nvPr/>
          </p:nvSpPr>
          <p:spPr bwMode="auto">
            <a:xfrm>
              <a:off x="2937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Oval 1407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1408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Oval 1409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1410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Oval 1411"/>
            <p:cNvSpPr>
              <a:spLocks noChangeArrowheads="1"/>
            </p:cNvSpPr>
            <p:nvPr/>
          </p:nvSpPr>
          <p:spPr bwMode="auto">
            <a:xfrm>
              <a:off x="2492" y="1267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1412"/>
            <p:cNvSpPr>
              <a:spLocks noEditPoints="1"/>
            </p:cNvSpPr>
            <p:nvPr/>
          </p:nvSpPr>
          <p:spPr bwMode="auto">
            <a:xfrm>
              <a:off x="2483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Oval 1413"/>
            <p:cNvSpPr>
              <a:spLocks noChangeArrowheads="1"/>
            </p:cNvSpPr>
            <p:nvPr/>
          </p:nvSpPr>
          <p:spPr bwMode="auto">
            <a:xfrm>
              <a:off x="2492" y="103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1414"/>
            <p:cNvSpPr>
              <a:spLocks noEditPoints="1"/>
            </p:cNvSpPr>
            <p:nvPr/>
          </p:nvSpPr>
          <p:spPr bwMode="auto">
            <a:xfrm>
              <a:off x="2483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Oval 1415"/>
            <p:cNvSpPr>
              <a:spLocks noChangeArrowheads="1"/>
            </p:cNvSpPr>
            <p:nvPr/>
          </p:nvSpPr>
          <p:spPr bwMode="auto">
            <a:xfrm>
              <a:off x="2265" y="1039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1416"/>
            <p:cNvSpPr>
              <a:spLocks noEditPoints="1"/>
            </p:cNvSpPr>
            <p:nvPr/>
          </p:nvSpPr>
          <p:spPr bwMode="auto">
            <a:xfrm>
              <a:off x="2256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Oval 1417"/>
            <p:cNvSpPr>
              <a:spLocks noChangeArrowheads="1"/>
            </p:cNvSpPr>
            <p:nvPr/>
          </p:nvSpPr>
          <p:spPr bwMode="auto">
            <a:xfrm>
              <a:off x="2265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1418"/>
            <p:cNvSpPr>
              <a:spLocks noEditPoints="1"/>
            </p:cNvSpPr>
            <p:nvPr/>
          </p:nvSpPr>
          <p:spPr bwMode="auto">
            <a:xfrm>
              <a:off x="2256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Oval 1419"/>
            <p:cNvSpPr>
              <a:spLocks noChangeArrowheads="1"/>
            </p:cNvSpPr>
            <p:nvPr/>
          </p:nvSpPr>
          <p:spPr bwMode="auto">
            <a:xfrm>
              <a:off x="2265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420"/>
            <p:cNvSpPr>
              <a:spLocks noEditPoints="1"/>
            </p:cNvSpPr>
            <p:nvPr/>
          </p:nvSpPr>
          <p:spPr bwMode="auto">
            <a:xfrm>
              <a:off x="2256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Oval 1421"/>
            <p:cNvSpPr>
              <a:spLocks noChangeArrowheads="1"/>
            </p:cNvSpPr>
            <p:nvPr/>
          </p:nvSpPr>
          <p:spPr bwMode="auto">
            <a:xfrm>
              <a:off x="2492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422"/>
            <p:cNvSpPr>
              <a:spLocks noEditPoints="1"/>
            </p:cNvSpPr>
            <p:nvPr/>
          </p:nvSpPr>
          <p:spPr bwMode="auto">
            <a:xfrm>
              <a:off x="2483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Oval 1423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424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Oval 1425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426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Oval 1427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428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Oval 1429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430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Oval 1431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432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Oval 1433"/>
            <p:cNvSpPr>
              <a:spLocks noChangeArrowheads="1"/>
            </p:cNvSpPr>
            <p:nvPr/>
          </p:nvSpPr>
          <p:spPr bwMode="auto">
            <a:xfrm>
              <a:off x="2379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434"/>
            <p:cNvSpPr>
              <a:spLocks noEditPoints="1"/>
            </p:cNvSpPr>
            <p:nvPr/>
          </p:nvSpPr>
          <p:spPr bwMode="auto">
            <a:xfrm>
              <a:off x="237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Oval 1435"/>
            <p:cNvSpPr>
              <a:spLocks noChangeArrowheads="1"/>
            </p:cNvSpPr>
            <p:nvPr/>
          </p:nvSpPr>
          <p:spPr bwMode="auto">
            <a:xfrm>
              <a:off x="2265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436"/>
            <p:cNvSpPr>
              <a:spLocks noEditPoints="1"/>
            </p:cNvSpPr>
            <p:nvPr/>
          </p:nvSpPr>
          <p:spPr bwMode="auto">
            <a:xfrm>
              <a:off x="2256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Oval 1437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438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Oval 1439"/>
            <p:cNvSpPr>
              <a:spLocks noChangeArrowheads="1"/>
            </p:cNvSpPr>
            <p:nvPr/>
          </p:nvSpPr>
          <p:spPr bwMode="auto">
            <a:xfrm>
              <a:off x="2492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440"/>
            <p:cNvSpPr>
              <a:spLocks noEditPoints="1"/>
            </p:cNvSpPr>
            <p:nvPr/>
          </p:nvSpPr>
          <p:spPr bwMode="auto">
            <a:xfrm>
              <a:off x="2483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Oval 1441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442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Oval 1443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444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Oval 1445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446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Oval 1447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448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Oval 1449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1" name="Group 1651"/>
          <p:cNvGrpSpPr>
            <a:grpSpLocks/>
          </p:cNvGrpSpPr>
          <p:nvPr/>
        </p:nvGrpSpPr>
        <p:grpSpPr bwMode="auto">
          <a:xfrm>
            <a:off x="3581400" y="1374776"/>
            <a:ext cx="2249488" cy="2874963"/>
            <a:chOff x="2256" y="866"/>
            <a:chExt cx="1417" cy="1811"/>
          </a:xfrm>
        </p:grpSpPr>
        <p:sp>
          <p:nvSpPr>
            <p:cNvPr id="943" name="Freeform 1451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Oval 1452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1453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Oval 1454"/>
            <p:cNvSpPr>
              <a:spLocks noChangeArrowheads="1"/>
            </p:cNvSpPr>
            <p:nvPr/>
          </p:nvSpPr>
          <p:spPr bwMode="auto">
            <a:xfrm>
              <a:off x="2719" y="1608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1455"/>
            <p:cNvSpPr>
              <a:spLocks noEditPoints="1"/>
            </p:cNvSpPr>
            <p:nvPr/>
          </p:nvSpPr>
          <p:spPr bwMode="auto">
            <a:xfrm>
              <a:off x="2710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Oval 1456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1457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Oval 1458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1459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Oval 1460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1461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Oval 1462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1463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Oval 1464"/>
            <p:cNvSpPr>
              <a:spLocks noChangeArrowheads="1"/>
            </p:cNvSpPr>
            <p:nvPr/>
          </p:nvSpPr>
          <p:spPr bwMode="auto">
            <a:xfrm>
              <a:off x="3173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1465"/>
            <p:cNvSpPr>
              <a:spLocks noEditPoints="1"/>
            </p:cNvSpPr>
            <p:nvPr/>
          </p:nvSpPr>
          <p:spPr bwMode="auto">
            <a:xfrm>
              <a:off x="3164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Oval 1466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1467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Oval 1468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1469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Oval 1470"/>
            <p:cNvSpPr>
              <a:spLocks noChangeArrowheads="1"/>
            </p:cNvSpPr>
            <p:nvPr/>
          </p:nvSpPr>
          <p:spPr bwMode="auto">
            <a:xfrm>
              <a:off x="2719" y="1153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1471"/>
            <p:cNvSpPr>
              <a:spLocks noEditPoints="1"/>
            </p:cNvSpPr>
            <p:nvPr/>
          </p:nvSpPr>
          <p:spPr bwMode="auto">
            <a:xfrm>
              <a:off x="2710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Oval 1472"/>
            <p:cNvSpPr>
              <a:spLocks noChangeArrowheads="1"/>
            </p:cNvSpPr>
            <p:nvPr/>
          </p:nvSpPr>
          <p:spPr bwMode="auto">
            <a:xfrm>
              <a:off x="2719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1473"/>
            <p:cNvSpPr>
              <a:spLocks noEditPoints="1"/>
            </p:cNvSpPr>
            <p:nvPr/>
          </p:nvSpPr>
          <p:spPr bwMode="auto">
            <a:xfrm>
              <a:off x="2710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Oval 1474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1475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Oval 1476"/>
            <p:cNvSpPr>
              <a:spLocks noChangeArrowheads="1"/>
            </p:cNvSpPr>
            <p:nvPr/>
          </p:nvSpPr>
          <p:spPr bwMode="auto">
            <a:xfrm>
              <a:off x="2265" y="926"/>
              <a:ext cx="37" cy="37"/>
            </a:xfrm>
            <a:prstGeom prst="ellipse">
              <a:avLst/>
            </a:pr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1477"/>
            <p:cNvSpPr>
              <a:spLocks noEditPoints="1"/>
            </p:cNvSpPr>
            <p:nvPr/>
          </p:nvSpPr>
          <p:spPr bwMode="auto">
            <a:xfrm>
              <a:off x="2256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66FF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Oval 1478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1479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1480"/>
            <p:cNvSpPr>
              <a:spLocks/>
            </p:cNvSpPr>
            <p:nvPr/>
          </p:nvSpPr>
          <p:spPr bwMode="auto">
            <a:xfrm>
              <a:off x="2284" y="944"/>
              <a:ext cx="681" cy="1251"/>
            </a:xfrm>
            <a:custGeom>
              <a:avLst/>
              <a:gdLst>
                <a:gd name="T0" fmla="*/ 681 w 681"/>
                <a:gd name="T1" fmla="*/ 1251 h 1251"/>
                <a:gd name="T2" fmla="*/ 681 w 681"/>
                <a:gd name="T3" fmla="*/ 910 h 1251"/>
                <a:gd name="T4" fmla="*/ 567 w 681"/>
                <a:gd name="T5" fmla="*/ 682 h 1251"/>
                <a:gd name="T6" fmla="*/ 454 w 681"/>
                <a:gd name="T7" fmla="*/ 341 h 1251"/>
                <a:gd name="T8" fmla="*/ 340 w 681"/>
                <a:gd name="T9" fmla="*/ 114 h 1251"/>
                <a:gd name="T10" fmla="*/ 113 w 681"/>
                <a:gd name="T11" fmla="*/ 341 h 1251"/>
                <a:gd name="T12" fmla="*/ 0 w 681"/>
                <a:gd name="T13" fmla="*/ 114 h 1251"/>
                <a:gd name="T14" fmla="*/ 227 w 681"/>
                <a:gd name="T15" fmla="*/ 0 h 1251"/>
                <a:gd name="T16" fmla="*/ 454 w 681"/>
                <a:gd name="T17" fmla="*/ 341 h 1251"/>
                <a:gd name="T18" fmla="*/ 681 w 681"/>
                <a:gd name="T19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1" h="1251">
                  <a:moveTo>
                    <a:pt x="681" y="1251"/>
                  </a:moveTo>
                  <a:lnTo>
                    <a:pt x="681" y="910"/>
                  </a:lnTo>
                  <a:lnTo>
                    <a:pt x="567" y="682"/>
                  </a:lnTo>
                  <a:lnTo>
                    <a:pt x="454" y="341"/>
                  </a:lnTo>
                  <a:lnTo>
                    <a:pt x="340" y="114"/>
                  </a:lnTo>
                  <a:lnTo>
                    <a:pt x="113" y="341"/>
                  </a:lnTo>
                  <a:lnTo>
                    <a:pt x="0" y="114"/>
                  </a:lnTo>
                  <a:lnTo>
                    <a:pt x="227" y="0"/>
                  </a:lnTo>
                  <a:lnTo>
                    <a:pt x="454" y="341"/>
                  </a:lnTo>
                  <a:lnTo>
                    <a:pt x="681" y="0"/>
                  </a:lnTo>
                </a:path>
              </a:pathLst>
            </a:custGeom>
            <a:noFill/>
            <a:ln w="28575" cap="flat">
              <a:solidFill>
                <a:srgbClr val="99FF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Oval 1481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1482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Oval 1483"/>
            <p:cNvSpPr>
              <a:spLocks noChangeArrowheads="1"/>
            </p:cNvSpPr>
            <p:nvPr/>
          </p:nvSpPr>
          <p:spPr bwMode="auto">
            <a:xfrm>
              <a:off x="2946" y="1835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484"/>
            <p:cNvSpPr>
              <a:spLocks noEditPoints="1"/>
            </p:cNvSpPr>
            <p:nvPr/>
          </p:nvSpPr>
          <p:spPr bwMode="auto">
            <a:xfrm>
              <a:off x="293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Oval 1485"/>
            <p:cNvSpPr>
              <a:spLocks noChangeArrowheads="1"/>
            </p:cNvSpPr>
            <p:nvPr/>
          </p:nvSpPr>
          <p:spPr bwMode="auto">
            <a:xfrm>
              <a:off x="2833" y="1608"/>
              <a:ext cx="36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486"/>
            <p:cNvSpPr>
              <a:spLocks noEditPoints="1"/>
            </p:cNvSpPr>
            <p:nvPr/>
          </p:nvSpPr>
          <p:spPr bwMode="auto">
            <a:xfrm>
              <a:off x="2823" y="1598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Oval 1487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488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Oval 1489"/>
            <p:cNvSpPr>
              <a:spLocks noChangeArrowheads="1"/>
            </p:cNvSpPr>
            <p:nvPr/>
          </p:nvSpPr>
          <p:spPr bwMode="auto">
            <a:xfrm>
              <a:off x="2606" y="103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490"/>
            <p:cNvSpPr>
              <a:spLocks noEditPoints="1"/>
            </p:cNvSpPr>
            <p:nvPr/>
          </p:nvSpPr>
          <p:spPr bwMode="auto">
            <a:xfrm>
              <a:off x="259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Oval 1491"/>
            <p:cNvSpPr>
              <a:spLocks noChangeArrowheads="1"/>
            </p:cNvSpPr>
            <p:nvPr/>
          </p:nvSpPr>
          <p:spPr bwMode="auto">
            <a:xfrm>
              <a:off x="237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492"/>
            <p:cNvSpPr>
              <a:spLocks noEditPoints="1"/>
            </p:cNvSpPr>
            <p:nvPr/>
          </p:nvSpPr>
          <p:spPr bwMode="auto">
            <a:xfrm>
              <a:off x="237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Oval 1493"/>
            <p:cNvSpPr>
              <a:spLocks noChangeArrowheads="1"/>
            </p:cNvSpPr>
            <p:nvPr/>
          </p:nvSpPr>
          <p:spPr bwMode="auto">
            <a:xfrm>
              <a:off x="2265" y="1039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1494"/>
            <p:cNvSpPr>
              <a:spLocks noEditPoints="1"/>
            </p:cNvSpPr>
            <p:nvPr/>
          </p:nvSpPr>
          <p:spPr bwMode="auto">
            <a:xfrm>
              <a:off x="2256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Oval 1495"/>
            <p:cNvSpPr>
              <a:spLocks noChangeArrowheads="1"/>
            </p:cNvSpPr>
            <p:nvPr/>
          </p:nvSpPr>
          <p:spPr bwMode="auto">
            <a:xfrm>
              <a:off x="2492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1496"/>
            <p:cNvSpPr>
              <a:spLocks noEditPoints="1"/>
            </p:cNvSpPr>
            <p:nvPr/>
          </p:nvSpPr>
          <p:spPr bwMode="auto">
            <a:xfrm>
              <a:off x="2483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Oval 1497"/>
            <p:cNvSpPr>
              <a:spLocks noChangeArrowheads="1"/>
            </p:cNvSpPr>
            <p:nvPr/>
          </p:nvSpPr>
          <p:spPr bwMode="auto">
            <a:xfrm>
              <a:off x="2719" y="1267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1498"/>
            <p:cNvSpPr>
              <a:spLocks noEditPoints="1"/>
            </p:cNvSpPr>
            <p:nvPr/>
          </p:nvSpPr>
          <p:spPr bwMode="auto">
            <a:xfrm>
              <a:off x="2710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Oval 1499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1500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99FF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Oval 1501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1502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503"/>
            <p:cNvSpPr>
              <a:spLocks/>
            </p:cNvSpPr>
            <p:nvPr/>
          </p:nvSpPr>
          <p:spPr bwMode="auto">
            <a:xfrm>
              <a:off x="2965" y="944"/>
              <a:ext cx="680" cy="1251"/>
            </a:xfrm>
            <a:custGeom>
              <a:avLst/>
              <a:gdLst>
                <a:gd name="T0" fmla="*/ 0 w 680"/>
                <a:gd name="T1" fmla="*/ 1251 h 1251"/>
                <a:gd name="T2" fmla="*/ 113 w 680"/>
                <a:gd name="T3" fmla="*/ 1023 h 1251"/>
                <a:gd name="T4" fmla="*/ 113 w 680"/>
                <a:gd name="T5" fmla="*/ 796 h 1251"/>
                <a:gd name="T6" fmla="*/ 0 w 680"/>
                <a:gd name="T7" fmla="*/ 682 h 1251"/>
                <a:gd name="T8" fmla="*/ 113 w 680"/>
                <a:gd name="T9" fmla="*/ 569 h 1251"/>
                <a:gd name="T10" fmla="*/ 227 w 680"/>
                <a:gd name="T11" fmla="*/ 455 h 1251"/>
                <a:gd name="T12" fmla="*/ 340 w 680"/>
                <a:gd name="T13" fmla="*/ 341 h 1251"/>
                <a:gd name="T14" fmla="*/ 453 w 680"/>
                <a:gd name="T15" fmla="*/ 228 h 1251"/>
                <a:gd name="T16" fmla="*/ 567 w 680"/>
                <a:gd name="T17" fmla="*/ 114 h 1251"/>
                <a:gd name="T18" fmla="*/ 680 w 680"/>
                <a:gd name="T19" fmla="*/ 0 h 1251"/>
                <a:gd name="T20" fmla="*/ 227 w 680"/>
                <a:gd name="T21" fmla="*/ 228 h 1251"/>
                <a:gd name="T22" fmla="*/ 113 w 680"/>
                <a:gd name="T23" fmla="*/ 341 h 1251"/>
                <a:gd name="T24" fmla="*/ 0 w 680"/>
                <a:gd name="T25" fmla="*/ 114 h 1251"/>
                <a:gd name="T26" fmla="*/ 113 w 680"/>
                <a:gd name="T27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1251">
                  <a:moveTo>
                    <a:pt x="0" y="1251"/>
                  </a:moveTo>
                  <a:lnTo>
                    <a:pt x="113" y="1023"/>
                  </a:lnTo>
                  <a:lnTo>
                    <a:pt x="113" y="796"/>
                  </a:lnTo>
                  <a:lnTo>
                    <a:pt x="0" y="682"/>
                  </a:lnTo>
                  <a:lnTo>
                    <a:pt x="113" y="569"/>
                  </a:lnTo>
                  <a:lnTo>
                    <a:pt x="227" y="455"/>
                  </a:lnTo>
                  <a:lnTo>
                    <a:pt x="340" y="341"/>
                  </a:lnTo>
                  <a:lnTo>
                    <a:pt x="453" y="228"/>
                  </a:lnTo>
                  <a:lnTo>
                    <a:pt x="567" y="114"/>
                  </a:lnTo>
                  <a:lnTo>
                    <a:pt x="680" y="0"/>
                  </a:lnTo>
                  <a:lnTo>
                    <a:pt x="227" y="228"/>
                  </a:lnTo>
                  <a:lnTo>
                    <a:pt x="113" y="341"/>
                  </a:lnTo>
                  <a:lnTo>
                    <a:pt x="0" y="114"/>
                  </a:lnTo>
                  <a:lnTo>
                    <a:pt x="113" y="0"/>
                  </a:lnTo>
                </a:path>
              </a:pathLst>
            </a:custGeom>
            <a:noFill/>
            <a:ln w="28575" cap="flat">
              <a:solidFill>
                <a:srgbClr val="CCFF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Oval 1504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505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Oval 1506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507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Oval 1508"/>
            <p:cNvSpPr>
              <a:spLocks noChangeArrowheads="1"/>
            </p:cNvSpPr>
            <p:nvPr/>
          </p:nvSpPr>
          <p:spPr bwMode="auto">
            <a:xfrm>
              <a:off x="3059" y="1722"/>
              <a:ext cx="37" cy="36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509"/>
            <p:cNvSpPr>
              <a:spLocks noEditPoints="1"/>
            </p:cNvSpPr>
            <p:nvPr/>
          </p:nvSpPr>
          <p:spPr bwMode="auto">
            <a:xfrm>
              <a:off x="3050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Oval 1510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511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Oval 1512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513"/>
            <p:cNvSpPr>
              <a:spLocks noEditPoints="1"/>
            </p:cNvSpPr>
            <p:nvPr/>
          </p:nvSpPr>
          <p:spPr bwMode="auto">
            <a:xfrm>
              <a:off x="3050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Oval 1514"/>
            <p:cNvSpPr>
              <a:spLocks noChangeArrowheads="1"/>
            </p:cNvSpPr>
            <p:nvPr/>
          </p:nvSpPr>
          <p:spPr bwMode="auto">
            <a:xfrm>
              <a:off x="3173" y="1380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515"/>
            <p:cNvSpPr>
              <a:spLocks noEditPoints="1"/>
            </p:cNvSpPr>
            <p:nvPr/>
          </p:nvSpPr>
          <p:spPr bwMode="auto">
            <a:xfrm>
              <a:off x="3164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Oval 1516"/>
            <p:cNvSpPr>
              <a:spLocks noChangeArrowheads="1"/>
            </p:cNvSpPr>
            <p:nvPr/>
          </p:nvSpPr>
          <p:spPr bwMode="auto">
            <a:xfrm>
              <a:off x="3286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517"/>
            <p:cNvSpPr>
              <a:spLocks noEditPoints="1"/>
            </p:cNvSpPr>
            <p:nvPr/>
          </p:nvSpPr>
          <p:spPr bwMode="auto">
            <a:xfrm>
              <a:off x="327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Oval 1518"/>
            <p:cNvSpPr>
              <a:spLocks noChangeArrowheads="1"/>
            </p:cNvSpPr>
            <p:nvPr/>
          </p:nvSpPr>
          <p:spPr bwMode="auto">
            <a:xfrm>
              <a:off x="3400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519"/>
            <p:cNvSpPr>
              <a:spLocks noEditPoints="1"/>
            </p:cNvSpPr>
            <p:nvPr/>
          </p:nvSpPr>
          <p:spPr bwMode="auto">
            <a:xfrm>
              <a:off x="3391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Oval 1520"/>
            <p:cNvSpPr>
              <a:spLocks noChangeArrowheads="1"/>
            </p:cNvSpPr>
            <p:nvPr/>
          </p:nvSpPr>
          <p:spPr bwMode="auto">
            <a:xfrm>
              <a:off x="3513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521"/>
            <p:cNvSpPr>
              <a:spLocks noEditPoints="1"/>
            </p:cNvSpPr>
            <p:nvPr/>
          </p:nvSpPr>
          <p:spPr bwMode="auto">
            <a:xfrm>
              <a:off x="350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Oval 1522"/>
            <p:cNvSpPr>
              <a:spLocks noChangeArrowheads="1"/>
            </p:cNvSpPr>
            <p:nvPr/>
          </p:nvSpPr>
          <p:spPr bwMode="auto">
            <a:xfrm>
              <a:off x="3627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523"/>
            <p:cNvSpPr>
              <a:spLocks noEditPoints="1"/>
            </p:cNvSpPr>
            <p:nvPr/>
          </p:nvSpPr>
          <p:spPr bwMode="auto">
            <a:xfrm>
              <a:off x="3617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Oval 1524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525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Oval 1526"/>
            <p:cNvSpPr>
              <a:spLocks noChangeArrowheads="1"/>
            </p:cNvSpPr>
            <p:nvPr/>
          </p:nvSpPr>
          <p:spPr bwMode="auto">
            <a:xfrm>
              <a:off x="3059" y="1267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527"/>
            <p:cNvSpPr>
              <a:spLocks noEditPoints="1"/>
            </p:cNvSpPr>
            <p:nvPr/>
          </p:nvSpPr>
          <p:spPr bwMode="auto">
            <a:xfrm>
              <a:off x="3050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Oval 1528"/>
            <p:cNvSpPr>
              <a:spLocks noChangeArrowheads="1"/>
            </p:cNvSpPr>
            <p:nvPr/>
          </p:nvSpPr>
          <p:spPr bwMode="auto">
            <a:xfrm>
              <a:off x="2946" y="1039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529"/>
            <p:cNvSpPr>
              <a:spLocks noEditPoints="1"/>
            </p:cNvSpPr>
            <p:nvPr/>
          </p:nvSpPr>
          <p:spPr bwMode="auto">
            <a:xfrm>
              <a:off x="2937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Oval 1530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531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CCFF3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Oval 153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53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534"/>
            <p:cNvSpPr>
              <a:spLocks/>
            </p:cNvSpPr>
            <p:nvPr/>
          </p:nvSpPr>
          <p:spPr bwMode="auto">
            <a:xfrm>
              <a:off x="2965" y="944"/>
              <a:ext cx="0" cy="1251"/>
            </a:xfrm>
            <a:custGeom>
              <a:avLst/>
              <a:gdLst>
                <a:gd name="T0" fmla="*/ 1251 h 1251"/>
                <a:gd name="T1" fmla="*/ 1023 h 1251"/>
                <a:gd name="T2" fmla="*/ 682 h 1251"/>
                <a:gd name="T3" fmla="*/ 455 h 1251"/>
                <a:gd name="T4" fmla="*/ 228 h 1251"/>
                <a:gd name="T5" fmla="*/ 0 h 125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251">
                  <a:moveTo>
                    <a:pt x="0" y="1251"/>
                  </a:moveTo>
                  <a:lnTo>
                    <a:pt x="0" y="1023"/>
                  </a:lnTo>
                  <a:lnTo>
                    <a:pt x="0" y="682"/>
                  </a:lnTo>
                  <a:lnTo>
                    <a:pt x="0" y="455"/>
                  </a:lnTo>
                  <a:lnTo>
                    <a:pt x="0" y="228"/>
                  </a:lnTo>
                  <a:lnTo>
                    <a:pt x="0" y="0"/>
                  </a:lnTo>
                </a:path>
              </a:pathLst>
            </a:custGeom>
            <a:noFill/>
            <a:ln w="28575" cap="flat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Oval 153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153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Oval 1537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1538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Oval 1539"/>
            <p:cNvSpPr>
              <a:spLocks noChangeArrowheads="1"/>
            </p:cNvSpPr>
            <p:nvPr/>
          </p:nvSpPr>
          <p:spPr bwMode="auto">
            <a:xfrm>
              <a:off x="2946" y="1608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1540"/>
            <p:cNvSpPr>
              <a:spLocks noEditPoints="1"/>
            </p:cNvSpPr>
            <p:nvPr/>
          </p:nvSpPr>
          <p:spPr bwMode="auto">
            <a:xfrm>
              <a:off x="2937" y="1598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Oval 1541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1542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Oval 1543"/>
            <p:cNvSpPr>
              <a:spLocks noChangeArrowheads="1"/>
            </p:cNvSpPr>
            <p:nvPr/>
          </p:nvSpPr>
          <p:spPr bwMode="auto">
            <a:xfrm>
              <a:off x="2946" y="1153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1544"/>
            <p:cNvSpPr>
              <a:spLocks noEditPoints="1"/>
            </p:cNvSpPr>
            <p:nvPr/>
          </p:nvSpPr>
          <p:spPr bwMode="auto">
            <a:xfrm>
              <a:off x="2937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Oval 1545"/>
            <p:cNvSpPr>
              <a:spLocks noChangeArrowheads="1"/>
            </p:cNvSpPr>
            <p:nvPr/>
          </p:nvSpPr>
          <p:spPr bwMode="auto">
            <a:xfrm>
              <a:off x="2946" y="926"/>
              <a:ext cx="37" cy="37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1546"/>
            <p:cNvSpPr>
              <a:spLocks noEditPoints="1"/>
            </p:cNvSpPr>
            <p:nvPr/>
          </p:nvSpPr>
          <p:spPr bwMode="auto">
            <a:xfrm>
              <a:off x="2937" y="916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Oval 1547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1548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1549"/>
            <p:cNvSpPr>
              <a:spLocks/>
            </p:cNvSpPr>
            <p:nvPr/>
          </p:nvSpPr>
          <p:spPr bwMode="auto">
            <a:xfrm>
              <a:off x="2738" y="944"/>
              <a:ext cx="454" cy="1706"/>
            </a:xfrm>
            <a:custGeom>
              <a:avLst/>
              <a:gdLst>
                <a:gd name="T0" fmla="*/ 227 w 454"/>
                <a:gd name="T1" fmla="*/ 1251 h 1706"/>
                <a:gd name="T2" fmla="*/ 0 w 454"/>
                <a:gd name="T3" fmla="*/ 1478 h 1706"/>
                <a:gd name="T4" fmla="*/ 227 w 454"/>
                <a:gd name="T5" fmla="*/ 1706 h 1706"/>
                <a:gd name="T6" fmla="*/ 454 w 454"/>
                <a:gd name="T7" fmla="*/ 1478 h 1706"/>
                <a:gd name="T8" fmla="*/ 227 w 454"/>
                <a:gd name="T9" fmla="*/ 1251 h 1706"/>
                <a:gd name="T10" fmla="*/ 454 w 454"/>
                <a:gd name="T11" fmla="*/ 1023 h 1706"/>
                <a:gd name="T12" fmla="*/ 227 w 454"/>
                <a:gd name="T13" fmla="*/ 796 h 1706"/>
                <a:gd name="T14" fmla="*/ 454 w 454"/>
                <a:gd name="T15" fmla="*/ 569 h 1706"/>
                <a:gd name="T16" fmla="*/ 227 w 454"/>
                <a:gd name="T17" fmla="*/ 341 h 1706"/>
                <a:gd name="T18" fmla="*/ 454 w 454"/>
                <a:gd name="T19" fmla="*/ 114 h 1706"/>
                <a:gd name="T20" fmla="*/ 340 w 454"/>
                <a:gd name="T21" fmla="*/ 0 h 1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4" h="1706">
                  <a:moveTo>
                    <a:pt x="227" y="1251"/>
                  </a:moveTo>
                  <a:lnTo>
                    <a:pt x="0" y="1478"/>
                  </a:lnTo>
                  <a:lnTo>
                    <a:pt x="227" y="1706"/>
                  </a:lnTo>
                  <a:lnTo>
                    <a:pt x="454" y="1478"/>
                  </a:lnTo>
                  <a:lnTo>
                    <a:pt x="227" y="1251"/>
                  </a:lnTo>
                  <a:lnTo>
                    <a:pt x="454" y="1023"/>
                  </a:lnTo>
                  <a:lnTo>
                    <a:pt x="227" y="796"/>
                  </a:lnTo>
                  <a:lnTo>
                    <a:pt x="454" y="569"/>
                  </a:lnTo>
                  <a:lnTo>
                    <a:pt x="227" y="341"/>
                  </a:lnTo>
                  <a:lnTo>
                    <a:pt x="454" y="114"/>
                  </a:lnTo>
                  <a:lnTo>
                    <a:pt x="340" y="0"/>
                  </a:lnTo>
                </a:path>
              </a:pathLst>
            </a:custGeom>
            <a:noFill/>
            <a:ln w="28575" cap="flat">
              <a:solidFill>
                <a:srgbClr val="FF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Oval 1550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1551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Oval 1552"/>
            <p:cNvSpPr>
              <a:spLocks noChangeArrowheads="1"/>
            </p:cNvSpPr>
            <p:nvPr/>
          </p:nvSpPr>
          <p:spPr bwMode="auto">
            <a:xfrm>
              <a:off x="2719" y="240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1553"/>
            <p:cNvSpPr>
              <a:spLocks noEditPoints="1"/>
            </p:cNvSpPr>
            <p:nvPr/>
          </p:nvSpPr>
          <p:spPr bwMode="auto">
            <a:xfrm>
              <a:off x="2710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Oval 1554"/>
            <p:cNvSpPr>
              <a:spLocks noChangeArrowheads="1"/>
            </p:cNvSpPr>
            <p:nvPr/>
          </p:nvSpPr>
          <p:spPr bwMode="auto">
            <a:xfrm>
              <a:off x="2946" y="2631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1555"/>
            <p:cNvSpPr>
              <a:spLocks noEditPoints="1"/>
            </p:cNvSpPr>
            <p:nvPr/>
          </p:nvSpPr>
          <p:spPr bwMode="auto">
            <a:xfrm>
              <a:off x="2937" y="2622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Oval 1556"/>
            <p:cNvSpPr>
              <a:spLocks noChangeArrowheads="1"/>
            </p:cNvSpPr>
            <p:nvPr/>
          </p:nvSpPr>
          <p:spPr bwMode="auto">
            <a:xfrm>
              <a:off x="3173" y="240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1557"/>
            <p:cNvSpPr>
              <a:spLocks noEditPoints="1"/>
            </p:cNvSpPr>
            <p:nvPr/>
          </p:nvSpPr>
          <p:spPr bwMode="auto">
            <a:xfrm>
              <a:off x="3164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Oval 155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155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Oval 1560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1561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Oval 1562"/>
            <p:cNvSpPr>
              <a:spLocks noChangeArrowheads="1"/>
            </p:cNvSpPr>
            <p:nvPr/>
          </p:nvSpPr>
          <p:spPr bwMode="auto">
            <a:xfrm>
              <a:off x="2946" y="1722"/>
              <a:ext cx="37" cy="36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1563"/>
            <p:cNvSpPr>
              <a:spLocks noEditPoints="1"/>
            </p:cNvSpPr>
            <p:nvPr/>
          </p:nvSpPr>
          <p:spPr bwMode="auto">
            <a:xfrm>
              <a:off x="293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Oval 1564"/>
            <p:cNvSpPr>
              <a:spLocks noChangeArrowheads="1"/>
            </p:cNvSpPr>
            <p:nvPr/>
          </p:nvSpPr>
          <p:spPr bwMode="auto">
            <a:xfrm>
              <a:off x="3173" y="1494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1565"/>
            <p:cNvSpPr>
              <a:spLocks noEditPoints="1"/>
            </p:cNvSpPr>
            <p:nvPr/>
          </p:nvSpPr>
          <p:spPr bwMode="auto">
            <a:xfrm>
              <a:off x="3164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Oval 1566"/>
            <p:cNvSpPr>
              <a:spLocks noChangeArrowheads="1"/>
            </p:cNvSpPr>
            <p:nvPr/>
          </p:nvSpPr>
          <p:spPr bwMode="auto">
            <a:xfrm>
              <a:off x="2946" y="1267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1567"/>
            <p:cNvSpPr>
              <a:spLocks noEditPoints="1"/>
            </p:cNvSpPr>
            <p:nvPr/>
          </p:nvSpPr>
          <p:spPr bwMode="auto">
            <a:xfrm>
              <a:off x="2937" y="1257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Oval 1568"/>
            <p:cNvSpPr>
              <a:spLocks noChangeArrowheads="1"/>
            </p:cNvSpPr>
            <p:nvPr/>
          </p:nvSpPr>
          <p:spPr bwMode="auto">
            <a:xfrm>
              <a:off x="3173" y="1039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1569"/>
            <p:cNvSpPr>
              <a:spLocks noEditPoints="1"/>
            </p:cNvSpPr>
            <p:nvPr/>
          </p:nvSpPr>
          <p:spPr bwMode="auto">
            <a:xfrm>
              <a:off x="3164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Oval 1570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1571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CC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Oval 1572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1573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1574"/>
            <p:cNvSpPr>
              <a:spLocks/>
            </p:cNvSpPr>
            <p:nvPr/>
          </p:nvSpPr>
          <p:spPr bwMode="auto">
            <a:xfrm>
              <a:off x="2511" y="944"/>
              <a:ext cx="681" cy="1251"/>
            </a:xfrm>
            <a:custGeom>
              <a:avLst/>
              <a:gdLst>
                <a:gd name="T0" fmla="*/ 454 w 681"/>
                <a:gd name="T1" fmla="*/ 1251 h 1251"/>
                <a:gd name="T2" fmla="*/ 113 w 681"/>
                <a:gd name="T3" fmla="*/ 1023 h 1251"/>
                <a:gd name="T4" fmla="*/ 0 w 681"/>
                <a:gd name="T5" fmla="*/ 796 h 1251"/>
                <a:gd name="T6" fmla="*/ 227 w 681"/>
                <a:gd name="T7" fmla="*/ 569 h 1251"/>
                <a:gd name="T8" fmla="*/ 340 w 681"/>
                <a:gd name="T9" fmla="*/ 341 h 1251"/>
                <a:gd name="T10" fmla="*/ 227 w 681"/>
                <a:gd name="T11" fmla="*/ 114 h 1251"/>
                <a:gd name="T12" fmla="*/ 227 w 681"/>
                <a:gd name="T13" fmla="*/ 455 h 1251"/>
                <a:gd name="T14" fmla="*/ 454 w 681"/>
                <a:gd name="T15" fmla="*/ 455 h 1251"/>
                <a:gd name="T16" fmla="*/ 681 w 681"/>
                <a:gd name="T17" fmla="*/ 228 h 1251"/>
                <a:gd name="T18" fmla="*/ 567 w 681"/>
                <a:gd name="T19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1" h="1251">
                  <a:moveTo>
                    <a:pt x="454" y="1251"/>
                  </a:moveTo>
                  <a:lnTo>
                    <a:pt x="113" y="1023"/>
                  </a:lnTo>
                  <a:lnTo>
                    <a:pt x="0" y="796"/>
                  </a:lnTo>
                  <a:lnTo>
                    <a:pt x="227" y="569"/>
                  </a:lnTo>
                  <a:lnTo>
                    <a:pt x="340" y="341"/>
                  </a:lnTo>
                  <a:lnTo>
                    <a:pt x="227" y="114"/>
                  </a:lnTo>
                  <a:lnTo>
                    <a:pt x="227" y="455"/>
                  </a:lnTo>
                  <a:lnTo>
                    <a:pt x="454" y="455"/>
                  </a:lnTo>
                  <a:lnTo>
                    <a:pt x="681" y="228"/>
                  </a:lnTo>
                  <a:lnTo>
                    <a:pt x="567" y="0"/>
                  </a:lnTo>
                </a:path>
              </a:pathLst>
            </a:custGeom>
            <a:noFill/>
            <a:ln w="28575" cap="flat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Oval 1575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1576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Oval 1577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1578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Oval 1579"/>
            <p:cNvSpPr>
              <a:spLocks noChangeArrowheads="1"/>
            </p:cNvSpPr>
            <p:nvPr/>
          </p:nvSpPr>
          <p:spPr bwMode="auto">
            <a:xfrm>
              <a:off x="2492" y="1722"/>
              <a:ext cx="37" cy="36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580"/>
            <p:cNvSpPr>
              <a:spLocks noEditPoints="1"/>
            </p:cNvSpPr>
            <p:nvPr/>
          </p:nvSpPr>
          <p:spPr bwMode="auto">
            <a:xfrm>
              <a:off x="2483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Oval 1581"/>
            <p:cNvSpPr>
              <a:spLocks noChangeArrowheads="1"/>
            </p:cNvSpPr>
            <p:nvPr/>
          </p:nvSpPr>
          <p:spPr bwMode="auto">
            <a:xfrm>
              <a:off x="2719" y="1494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582"/>
            <p:cNvSpPr>
              <a:spLocks noEditPoints="1"/>
            </p:cNvSpPr>
            <p:nvPr/>
          </p:nvSpPr>
          <p:spPr bwMode="auto">
            <a:xfrm>
              <a:off x="2710" y="1485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Oval 1583"/>
            <p:cNvSpPr>
              <a:spLocks noChangeArrowheads="1"/>
            </p:cNvSpPr>
            <p:nvPr/>
          </p:nvSpPr>
          <p:spPr bwMode="auto">
            <a:xfrm>
              <a:off x="2833" y="1267"/>
              <a:ext cx="36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584"/>
            <p:cNvSpPr>
              <a:spLocks noEditPoints="1"/>
            </p:cNvSpPr>
            <p:nvPr/>
          </p:nvSpPr>
          <p:spPr bwMode="auto">
            <a:xfrm>
              <a:off x="2823" y="1257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Oval 1585"/>
            <p:cNvSpPr>
              <a:spLocks noChangeArrowheads="1"/>
            </p:cNvSpPr>
            <p:nvPr/>
          </p:nvSpPr>
          <p:spPr bwMode="auto">
            <a:xfrm>
              <a:off x="2719" y="1039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586"/>
            <p:cNvSpPr>
              <a:spLocks noEditPoints="1"/>
            </p:cNvSpPr>
            <p:nvPr/>
          </p:nvSpPr>
          <p:spPr bwMode="auto">
            <a:xfrm>
              <a:off x="2710" y="103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Oval 1587"/>
            <p:cNvSpPr>
              <a:spLocks noChangeArrowheads="1"/>
            </p:cNvSpPr>
            <p:nvPr/>
          </p:nvSpPr>
          <p:spPr bwMode="auto">
            <a:xfrm>
              <a:off x="2719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588"/>
            <p:cNvSpPr>
              <a:spLocks noEditPoints="1"/>
            </p:cNvSpPr>
            <p:nvPr/>
          </p:nvSpPr>
          <p:spPr bwMode="auto">
            <a:xfrm>
              <a:off x="2710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Oval 1589"/>
            <p:cNvSpPr>
              <a:spLocks noChangeArrowheads="1"/>
            </p:cNvSpPr>
            <p:nvPr/>
          </p:nvSpPr>
          <p:spPr bwMode="auto">
            <a:xfrm>
              <a:off x="2946" y="1380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590"/>
            <p:cNvSpPr>
              <a:spLocks noEditPoints="1"/>
            </p:cNvSpPr>
            <p:nvPr/>
          </p:nvSpPr>
          <p:spPr bwMode="auto">
            <a:xfrm>
              <a:off x="2937" y="1371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Oval 1591"/>
            <p:cNvSpPr>
              <a:spLocks noChangeArrowheads="1"/>
            </p:cNvSpPr>
            <p:nvPr/>
          </p:nvSpPr>
          <p:spPr bwMode="auto">
            <a:xfrm>
              <a:off x="3173" y="1153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592"/>
            <p:cNvSpPr>
              <a:spLocks noEditPoints="1"/>
            </p:cNvSpPr>
            <p:nvPr/>
          </p:nvSpPr>
          <p:spPr bwMode="auto">
            <a:xfrm>
              <a:off x="3164" y="1144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2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2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Oval 1593"/>
            <p:cNvSpPr>
              <a:spLocks noChangeArrowheads="1"/>
            </p:cNvSpPr>
            <p:nvPr/>
          </p:nvSpPr>
          <p:spPr bwMode="auto">
            <a:xfrm>
              <a:off x="3059" y="926"/>
              <a:ext cx="37" cy="37"/>
            </a:xfrm>
            <a:prstGeom prst="ellipse">
              <a:avLst/>
            </a:pr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594"/>
            <p:cNvSpPr>
              <a:spLocks noEditPoints="1"/>
            </p:cNvSpPr>
            <p:nvPr/>
          </p:nvSpPr>
          <p:spPr bwMode="auto">
            <a:xfrm>
              <a:off x="3050" y="916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99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Oval 1595"/>
            <p:cNvSpPr>
              <a:spLocks noChangeArrowheads="1"/>
            </p:cNvSpPr>
            <p:nvPr/>
          </p:nvSpPr>
          <p:spPr bwMode="auto">
            <a:xfrm>
              <a:off x="2944" y="867"/>
              <a:ext cx="154" cy="154"/>
            </a:xfrm>
            <a:prstGeom prst="ellipse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596"/>
            <p:cNvSpPr>
              <a:spLocks noEditPoints="1"/>
            </p:cNvSpPr>
            <p:nvPr/>
          </p:nvSpPr>
          <p:spPr bwMode="auto">
            <a:xfrm>
              <a:off x="2943" y="866"/>
              <a:ext cx="156" cy="157"/>
            </a:xfrm>
            <a:custGeom>
              <a:avLst/>
              <a:gdLst>
                <a:gd name="T0" fmla="*/ 272 w 544"/>
                <a:gd name="T1" fmla="*/ 10 h 544"/>
                <a:gd name="T2" fmla="*/ 533 w 544"/>
                <a:gd name="T3" fmla="*/ 272 h 544"/>
                <a:gd name="T4" fmla="*/ 533 w 544"/>
                <a:gd name="T5" fmla="*/ 272 h 544"/>
                <a:gd name="T6" fmla="*/ 272 w 544"/>
                <a:gd name="T7" fmla="*/ 533 h 544"/>
                <a:gd name="T8" fmla="*/ 11 w 544"/>
                <a:gd name="T9" fmla="*/ 272 h 544"/>
                <a:gd name="T10" fmla="*/ 272 w 544"/>
                <a:gd name="T11" fmla="*/ 10 h 544"/>
                <a:gd name="T12" fmla="*/ 272 w 544"/>
                <a:gd name="T13" fmla="*/ 0 h 544"/>
                <a:gd name="T14" fmla="*/ 0 w 544"/>
                <a:gd name="T15" fmla="*/ 272 h 544"/>
                <a:gd name="T16" fmla="*/ 272 w 544"/>
                <a:gd name="T17" fmla="*/ 544 h 544"/>
                <a:gd name="T18" fmla="*/ 544 w 544"/>
                <a:gd name="T19" fmla="*/ 272 h 544"/>
                <a:gd name="T20" fmla="*/ 544 w 544"/>
                <a:gd name="T21" fmla="*/ 272 h 544"/>
                <a:gd name="T22" fmla="*/ 272 w 544"/>
                <a:gd name="T23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4" h="544">
                  <a:moveTo>
                    <a:pt x="272" y="10"/>
                  </a:moveTo>
                  <a:cubicBezTo>
                    <a:pt x="416" y="10"/>
                    <a:pt x="533" y="127"/>
                    <a:pt x="533" y="272"/>
                  </a:cubicBezTo>
                  <a:lnTo>
                    <a:pt x="533" y="272"/>
                  </a:lnTo>
                  <a:cubicBezTo>
                    <a:pt x="533" y="416"/>
                    <a:pt x="416" y="533"/>
                    <a:pt x="272" y="533"/>
                  </a:cubicBezTo>
                  <a:cubicBezTo>
                    <a:pt x="128" y="533"/>
                    <a:pt x="11" y="416"/>
                    <a:pt x="11" y="272"/>
                  </a:cubicBezTo>
                  <a:cubicBezTo>
                    <a:pt x="11" y="127"/>
                    <a:pt x="128" y="10"/>
                    <a:pt x="272" y="10"/>
                  </a:cubicBezTo>
                  <a:close/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lnTo>
                    <a:pt x="544" y="272"/>
                  </a:lnTo>
                  <a:cubicBezTo>
                    <a:pt x="544" y="121"/>
                    <a:pt x="422" y="0"/>
                    <a:pt x="272" y="0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597"/>
            <p:cNvSpPr>
              <a:spLocks/>
            </p:cNvSpPr>
            <p:nvPr/>
          </p:nvSpPr>
          <p:spPr bwMode="auto">
            <a:xfrm>
              <a:off x="2624" y="944"/>
              <a:ext cx="908" cy="1478"/>
            </a:xfrm>
            <a:custGeom>
              <a:avLst/>
              <a:gdLst>
                <a:gd name="T0" fmla="*/ 341 w 908"/>
                <a:gd name="T1" fmla="*/ 1251 h 1478"/>
                <a:gd name="T2" fmla="*/ 341 w 908"/>
                <a:gd name="T3" fmla="*/ 1478 h 1478"/>
                <a:gd name="T4" fmla="*/ 568 w 908"/>
                <a:gd name="T5" fmla="*/ 1251 h 1478"/>
                <a:gd name="T6" fmla="*/ 341 w 908"/>
                <a:gd name="T7" fmla="*/ 1023 h 1478"/>
                <a:gd name="T8" fmla="*/ 341 w 908"/>
                <a:gd name="T9" fmla="*/ 1251 h 1478"/>
                <a:gd name="T10" fmla="*/ 341 w 908"/>
                <a:gd name="T11" fmla="*/ 1023 h 1478"/>
                <a:gd name="T12" fmla="*/ 114 w 908"/>
                <a:gd name="T13" fmla="*/ 1023 h 1478"/>
                <a:gd name="T14" fmla="*/ 341 w 908"/>
                <a:gd name="T15" fmla="*/ 1251 h 1478"/>
                <a:gd name="T16" fmla="*/ 568 w 908"/>
                <a:gd name="T17" fmla="*/ 1023 h 1478"/>
                <a:gd name="T18" fmla="*/ 908 w 908"/>
                <a:gd name="T19" fmla="*/ 1023 h 1478"/>
                <a:gd name="T20" fmla="*/ 794 w 908"/>
                <a:gd name="T21" fmla="*/ 1251 h 1478"/>
                <a:gd name="T22" fmla="*/ 681 w 908"/>
                <a:gd name="T23" fmla="*/ 910 h 1478"/>
                <a:gd name="T24" fmla="*/ 908 w 908"/>
                <a:gd name="T25" fmla="*/ 910 h 1478"/>
                <a:gd name="T26" fmla="*/ 681 w 908"/>
                <a:gd name="T27" fmla="*/ 796 h 1478"/>
                <a:gd name="T28" fmla="*/ 681 w 908"/>
                <a:gd name="T29" fmla="*/ 1023 h 1478"/>
                <a:gd name="T30" fmla="*/ 454 w 908"/>
                <a:gd name="T31" fmla="*/ 1023 h 1478"/>
                <a:gd name="T32" fmla="*/ 454 w 908"/>
                <a:gd name="T33" fmla="*/ 1251 h 1478"/>
                <a:gd name="T34" fmla="*/ 227 w 908"/>
                <a:gd name="T35" fmla="*/ 1251 h 1478"/>
                <a:gd name="T36" fmla="*/ 227 w 908"/>
                <a:gd name="T37" fmla="*/ 1478 h 1478"/>
                <a:gd name="T38" fmla="*/ 0 w 908"/>
                <a:gd name="T39" fmla="*/ 1478 h 1478"/>
                <a:gd name="T40" fmla="*/ 0 w 908"/>
                <a:gd name="T41" fmla="*/ 1251 h 1478"/>
                <a:gd name="T42" fmla="*/ 227 w 908"/>
                <a:gd name="T43" fmla="*/ 1023 h 1478"/>
                <a:gd name="T44" fmla="*/ 0 w 908"/>
                <a:gd name="T45" fmla="*/ 1023 h 1478"/>
                <a:gd name="T46" fmla="*/ 0 w 908"/>
                <a:gd name="T47" fmla="*/ 796 h 1478"/>
                <a:gd name="T48" fmla="*/ 227 w 908"/>
                <a:gd name="T49" fmla="*/ 569 h 1478"/>
                <a:gd name="T50" fmla="*/ 227 w 908"/>
                <a:gd name="T51" fmla="*/ 796 h 1478"/>
                <a:gd name="T52" fmla="*/ 454 w 908"/>
                <a:gd name="T53" fmla="*/ 569 h 1478"/>
                <a:gd name="T54" fmla="*/ 227 w 908"/>
                <a:gd name="T55" fmla="*/ 341 h 1478"/>
                <a:gd name="T56" fmla="*/ 454 w 908"/>
                <a:gd name="T57" fmla="*/ 114 h 1478"/>
                <a:gd name="T58" fmla="*/ 454 w 908"/>
                <a:gd name="T59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08" h="1478">
                  <a:moveTo>
                    <a:pt x="341" y="1251"/>
                  </a:moveTo>
                  <a:lnTo>
                    <a:pt x="341" y="1478"/>
                  </a:lnTo>
                  <a:lnTo>
                    <a:pt x="568" y="1251"/>
                  </a:lnTo>
                  <a:lnTo>
                    <a:pt x="341" y="1023"/>
                  </a:lnTo>
                  <a:lnTo>
                    <a:pt x="341" y="1251"/>
                  </a:lnTo>
                  <a:lnTo>
                    <a:pt x="341" y="1023"/>
                  </a:lnTo>
                  <a:lnTo>
                    <a:pt x="114" y="1023"/>
                  </a:lnTo>
                  <a:lnTo>
                    <a:pt x="341" y="1251"/>
                  </a:lnTo>
                  <a:lnTo>
                    <a:pt x="568" y="1023"/>
                  </a:lnTo>
                  <a:lnTo>
                    <a:pt x="908" y="1023"/>
                  </a:lnTo>
                  <a:lnTo>
                    <a:pt x="794" y="1251"/>
                  </a:lnTo>
                  <a:lnTo>
                    <a:pt x="681" y="910"/>
                  </a:lnTo>
                  <a:lnTo>
                    <a:pt x="908" y="910"/>
                  </a:lnTo>
                  <a:lnTo>
                    <a:pt x="681" y="796"/>
                  </a:lnTo>
                  <a:lnTo>
                    <a:pt x="681" y="1023"/>
                  </a:lnTo>
                  <a:lnTo>
                    <a:pt x="454" y="1023"/>
                  </a:lnTo>
                  <a:lnTo>
                    <a:pt x="454" y="1251"/>
                  </a:lnTo>
                  <a:lnTo>
                    <a:pt x="227" y="1251"/>
                  </a:lnTo>
                  <a:lnTo>
                    <a:pt x="227" y="1478"/>
                  </a:lnTo>
                  <a:lnTo>
                    <a:pt x="0" y="1478"/>
                  </a:lnTo>
                  <a:lnTo>
                    <a:pt x="0" y="1251"/>
                  </a:lnTo>
                  <a:lnTo>
                    <a:pt x="227" y="1023"/>
                  </a:lnTo>
                  <a:lnTo>
                    <a:pt x="0" y="1023"/>
                  </a:lnTo>
                  <a:lnTo>
                    <a:pt x="0" y="796"/>
                  </a:lnTo>
                  <a:lnTo>
                    <a:pt x="227" y="569"/>
                  </a:lnTo>
                  <a:lnTo>
                    <a:pt x="227" y="796"/>
                  </a:lnTo>
                  <a:lnTo>
                    <a:pt x="454" y="569"/>
                  </a:lnTo>
                  <a:lnTo>
                    <a:pt x="227" y="341"/>
                  </a:lnTo>
                  <a:lnTo>
                    <a:pt x="454" y="114"/>
                  </a:lnTo>
                  <a:lnTo>
                    <a:pt x="454" y="0"/>
                  </a:lnTo>
                </a:path>
              </a:pathLst>
            </a:custGeom>
            <a:noFill/>
            <a:ln w="28575" cap="flat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Oval 1598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599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Oval 1600"/>
            <p:cNvSpPr>
              <a:spLocks noChangeArrowheads="1"/>
            </p:cNvSpPr>
            <p:nvPr/>
          </p:nvSpPr>
          <p:spPr bwMode="auto">
            <a:xfrm>
              <a:off x="294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601"/>
            <p:cNvSpPr>
              <a:spLocks noEditPoints="1"/>
            </p:cNvSpPr>
            <p:nvPr/>
          </p:nvSpPr>
          <p:spPr bwMode="auto">
            <a:xfrm>
              <a:off x="293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Oval 1602"/>
            <p:cNvSpPr>
              <a:spLocks noChangeArrowheads="1"/>
            </p:cNvSpPr>
            <p:nvPr/>
          </p:nvSpPr>
          <p:spPr bwMode="auto">
            <a:xfrm>
              <a:off x="3173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603"/>
            <p:cNvSpPr>
              <a:spLocks noEditPoints="1"/>
            </p:cNvSpPr>
            <p:nvPr/>
          </p:nvSpPr>
          <p:spPr bwMode="auto">
            <a:xfrm>
              <a:off x="3164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Oval 1604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605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Oval 1606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607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Oval 1608"/>
            <p:cNvSpPr>
              <a:spLocks noChangeArrowheads="1"/>
            </p:cNvSpPr>
            <p:nvPr/>
          </p:nvSpPr>
          <p:spPr bwMode="auto">
            <a:xfrm>
              <a:off x="294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609"/>
            <p:cNvSpPr>
              <a:spLocks noEditPoints="1"/>
            </p:cNvSpPr>
            <p:nvPr/>
          </p:nvSpPr>
          <p:spPr bwMode="auto">
            <a:xfrm>
              <a:off x="293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Oval 1610"/>
            <p:cNvSpPr>
              <a:spLocks noChangeArrowheads="1"/>
            </p:cNvSpPr>
            <p:nvPr/>
          </p:nvSpPr>
          <p:spPr bwMode="auto">
            <a:xfrm>
              <a:off x="2719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611"/>
            <p:cNvSpPr>
              <a:spLocks noEditPoints="1"/>
            </p:cNvSpPr>
            <p:nvPr/>
          </p:nvSpPr>
          <p:spPr bwMode="auto">
            <a:xfrm>
              <a:off x="2710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Oval 1612"/>
            <p:cNvSpPr>
              <a:spLocks noChangeArrowheads="1"/>
            </p:cNvSpPr>
            <p:nvPr/>
          </p:nvSpPr>
          <p:spPr bwMode="auto">
            <a:xfrm>
              <a:off x="294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613"/>
            <p:cNvSpPr>
              <a:spLocks noEditPoints="1"/>
            </p:cNvSpPr>
            <p:nvPr/>
          </p:nvSpPr>
          <p:spPr bwMode="auto">
            <a:xfrm>
              <a:off x="293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Oval 1614"/>
            <p:cNvSpPr>
              <a:spLocks noChangeArrowheads="1"/>
            </p:cNvSpPr>
            <p:nvPr/>
          </p:nvSpPr>
          <p:spPr bwMode="auto">
            <a:xfrm>
              <a:off x="3173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615"/>
            <p:cNvSpPr>
              <a:spLocks noEditPoints="1"/>
            </p:cNvSpPr>
            <p:nvPr/>
          </p:nvSpPr>
          <p:spPr bwMode="auto">
            <a:xfrm>
              <a:off x="316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Oval 1616"/>
            <p:cNvSpPr>
              <a:spLocks noChangeArrowheads="1"/>
            </p:cNvSpPr>
            <p:nvPr/>
          </p:nvSpPr>
          <p:spPr bwMode="auto">
            <a:xfrm>
              <a:off x="3513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617"/>
            <p:cNvSpPr>
              <a:spLocks noEditPoints="1"/>
            </p:cNvSpPr>
            <p:nvPr/>
          </p:nvSpPr>
          <p:spPr bwMode="auto">
            <a:xfrm>
              <a:off x="3504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Oval 1618"/>
            <p:cNvSpPr>
              <a:spLocks noChangeArrowheads="1"/>
            </p:cNvSpPr>
            <p:nvPr/>
          </p:nvSpPr>
          <p:spPr bwMode="auto">
            <a:xfrm>
              <a:off x="3400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619"/>
            <p:cNvSpPr>
              <a:spLocks noEditPoints="1"/>
            </p:cNvSpPr>
            <p:nvPr/>
          </p:nvSpPr>
          <p:spPr bwMode="auto">
            <a:xfrm>
              <a:off x="3391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Oval 1620"/>
            <p:cNvSpPr>
              <a:spLocks noChangeArrowheads="1"/>
            </p:cNvSpPr>
            <p:nvPr/>
          </p:nvSpPr>
          <p:spPr bwMode="auto">
            <a:xfrm>
              <a:off x="3286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621"/>
            <p:cNvSpPr>
              <a:spLocks noEditPoints="1"/>
            </p:cNvSpPr>
            <p:nvPr/>
          </p:nvSpPr>
          <p:spPr bwMode="auto">
            <a:xfrm>
              <a:off x="3277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Oval 1622"/>
            <p:cNvSpPr>
              <a:spLocks noChangeArrowheads="1"/>
            </p:cNvSpPr>
            <p:nvPr/>
          </p:nvSpPr>
          <p:spPr bwMode="auto">
            <a:xfrm>
              <a:off x="3513" y="1835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623"/>
            <p:cNvSpPr>
              <a:spLocks noEditPoints="1"/>
            </p:cNvSpPr>
            <p:nvPr/>
          </p:nvSpPr>
          <p:spPr bwMode="auto">
            <a:xfrm>
              <a:off x="3504" y="1826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Oval 1624"/>
            <p:cNvSpPr>
              <a:spLocks noChangeArrowheads="1"/>
            </p:cNvSpPr>
            <p:nvPr/>
          </p:nvSpPr>
          <p:spPr bwMode="auto">
            <a:xfrm>
              <a:off x="3286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625"/>
            <p:cNvSpPr>
              <a:spLocks noEditPoints="1"/>
            </p:cNvSpPr>
            <p:nvPr/>
          </p:nvSpPr>
          <p:spPr bwMode="auto">
            <a:xfrm>
              <a:off x="327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Oval 1626"/>
            <p:cNvSpPr>
              <a:spLocks noChangeArrowheads="1"/>
            </p:cNvSpPr>
            <p:nvPr/>
          </p:nvSpPr>
          <p:spPr bwMode="auto">
            <a:xfrm>
              <a:off x="328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627"/>
            <p:cNvSpPr>
              <a:spLocks noEditPoints="1"/>
            </p:cNvSpPr>
            <p:nvPr/>
          </p:nvSpPr>
          <p:spPr bwMode="auto">
            <a:xfrm>
              <a:off x="327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Oval 1628"/>
            <p:cNvSpPr>
              <a:spLocks noChangeArrowheads="1"/>
            </p:cNvSpPr>
            <p:nvPr/>
          </p:nvSpPr>
          <p:spPr bwMode="auto">
            <a:xfrm>
              <a:off x="3059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629"/>
            <p:cNvSpPr>
              <a:spLocks noEditPoints="1"/>
            </p:cNvSpPr>
            <p:nvPr/>
          </p:nvSpPr>
          <p:spPr bwMode="auto">
            <a:xfrm>
              <a:off x="3050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Oval 1630"/>
            <p:cNvSpPr>
              <a:spLocks noChangeArrowheads="1"/>
            </p:cNvSpPr>
            <p:nvPr/>
          </p:nvSpPr>
          <p:spPr bwMode="auto">
            <a:xfrm>
              <a:off x="3059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631"/>
            <p:cNvSpPr>
              <a:spLocks noEditPoints="1"/>
            </p:cNvSpPr>
            <p:nvPr/>
          </p:nvSpPr>
          <p:spPr bwMode="auto">
            <a:xfrm>
              <a:off x="3050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Oval 1632"/>
            <p:cNvSpPr>
              <a:spLocks noChangeArrowheads="1"/>
            </p:cNvSpPr>
            <p:nvPr/>
          </p:nvSpPr>
          <p:spPr bwMode="auto">
            <a:xfrm>
              <a:off x="2833" y="2176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633"/>
            <p:cNvSpPr>
              <a:spLocks noEditPoints="1"/>
            </p:cNvSpPr>
            <p:nvPr/>
          </p:nvSpPr>
          <p:spPr bwMode="auto">
            <a:xfrm>
              <a:off x="2823" y="2167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Oval 1634"/>
            <p:cNvSpPr>
              <a:spLocks noChangeArrowheads="1"/>
            </p:cNvSpPr>
            <p:nvPr/>
          </p:nvSpPr>
          <p:spPr bwMode="auto">
            <a:xfrm>
              <a:off x="2833" y="2404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635"/>
            <p:cNvSpPr>
              <a:spLocks noEditPoints="1"/>
            </p:cNvSpPr>
            <p:nvPr/>
          </p:nvSpPr>
          <p:spPr bwMode="auto">
            <a:xfrm>
              <a:off x="2823" y="2394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Oval 1636"/>
            <p:cNvSpPr>
              <a:spLocks noChangeArrowheads="1"/>
            </p:cNvSpPr>
            <p:nvPr/>
          </p:nvSpPr>
          <p:spPr bwMode="auto">
            <a:xfrm>
              <a:off x="2606" y="240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637"/>
            <p:cNvSpPr>
              <a:spLocks noEditPoints="1"/>
            </p:cNvSpPr>
            <p:nvPr/>
          </p:nvSpPr>
          <p:spPr bwMode="auto">
            <a:xfrm>
              <a:off x="2597" y="2394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Oval 1638"/>
            <p:cNvSpPr>
              <a:spLocks noChangeArrowheads="1"/>
            </p:cNvSpPr>
            <p:nvPr/>
          </p:nvSpPr>
          <p:spPr bwMode="auto">
            <a:xfrm>
              <a:off x="2606" y="2176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639"/>
            <p:cNvSpPr>
              <a:spLocks noEditPoints="1"/>
            </p:cNvSpPr>
            <p:nvPr/>
          </p:nvSpPr>
          <p:spPr bwMode="auto">
            <a:xfrm>
              <a:off x="2597" y="2167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Oval 1640"/>
            <p:cNvSpPr>
              <a:spLocks noChangeArrowheads="1"/>
            </p:cNvSpPr>
            <p:nvPr/>
          </p:nvSpPr>
          <p:spPr bwMode="auto">
            <a:xfrm>
              <a:off x="2833" y="1949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41"/>
            <p:cNvSpPr>
              <a:spLocks noEditPoints="1"/>
            </p:cNvSpPr>
            <p:nvPr/>
          </p:nvSpPr>
          <p:spPr bwMode="auto">
            <a:xfrm>
              <a:off x="2823" y="1940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4" y="128"/>
                    <a:pt x="96" y="128"/>
                  </a:cubicBezTo>
                  <a:cubicBezTo>
                    <a:pt x="79" y="128"/>
                    <a:pt x="64" y="114"/>
                    <a:pt x="64" y="96"/>
                  </a:cubicBezTo>
                  <a:cubicBezTo>
                    <a:pt x="64" y="79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Oval 1642"/>
            <p:cNvSpPr>
              <a:spLocks noChangeArrowheads="1"/>
            </p:cNvSpPr>
            <p:nvPr/>
          </p:nvSpPr>
          <p:spPr bwMode="auto">
            <a:xfrm>
              <a:off x="2606" y="1949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43"/>
            <p:cNvSpPr>
              <a:spLocks noEditPoints="1"/>
            </p:cNvSpPr>
            <p:nvPr/>
          </p:nvSpPr>
          <p:spPr bwMode="auto">
            <a:xfrm>
              <a:off x="2597" y="1940"/>
              <a:ext cx="55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9"/>
                    <a:pt x="128" y="96"/>
                  </a:cubicBezTo>
                  <a:lnTo>
                    <a:pt x="128" y="96"/>
                  </a:lnTo>
                  <a:cubicBezTo>
                    <a:pt x="128" y="114"/>
                    <a:pt x="113" y="128"/>
                    <a:pt x="96" y="128"/>
                  </a:cubicBezTo>
                  <a:cubicBezTo>
                    <a:pt x="78" y="128"/>
                    <a:pt x="64" y="114"/>
                    <a:pt x="64" y="96"/>
                  </a:cubicBezTo>
                  <a:cubicBezTo>
                    <a:pt x="64" y="79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Oval 1644"/>
            <p:cNvSpPr>
              <a:spLocks noChangeArrowheads="1"/>
            </p:cNvSpPr>
            <p:nvPr/>
          </p:nvSpPr>
          <p:spPr bwMode="auto">
            <a:xfrm>
              <a:off x="2606" y="1722"/>
              <a:ext cx="37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45"/>
            <p:cNvSpPr>
              <a:spLocks noEditPoints="1"/>
            </p:cNvSpPr>
            <p:nvPr/>
          </p:nvSpPr>
          <p:spPr bwMode="auto">
            <a:xfrm>
              <a:off x="2597" y="1712"/>
              <a:ext cx="55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3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3" y="128"/>
                    <a:pt x="96" y="128"/>
                  </a:cubicBezTo>
                  <a:cubicBezTo>
                    <a:pt x="78" y="128"/>
                    <a:pt x="64" y="113"/>
                    <a:pt x="64" y="96"/>
                  </a:cubicBezTo>
                  <a:cubicBezTo>
                    <a:pt x="64" y="78"/>
                    <a:pt x="78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Oval 1646"/>
            <p:cNvSpPr>
              <a:spLocks noChangeArrowheads="1"/>
            </p:cNvSpPr>
            <p:nvPr/>
          </p:nvSpPr>
          <p:spPr bwMode="auto">
            <a:xfrm>
              <a:off x="2833" y="1494"/>
              <a:ext cx="36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47"/>
            <p:cNvSpPr>
              <a:spLocks noEditPoints="1"/>
            </p:cNvSpPr>
            <p:nvPr/>
          </p:nvSpPr>
          <p:spPr bwMode="auto">
            <a:xfrm>
              <a:off x="2823" y="1485"/>
              <a:ext cx="56" cy="55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Oval 1648"/>
            <p:cNvSpPr>
              <a:spLocks noChangeArrowheads="1"/>
            </p:cNvSpPr>
            <p:nvPr/>
          </p:nvSpPr>
          <p:spPr bwMode="auto">
            <a:xfrm>
              <a:off x="2833" y="1722"/>
              <a:ext cx="36" cy="36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49"/>
            <p:cNvSpPr>
              <a:spLocks noEditPoints="1"/>
            </p:cNvSpPr>
            <p:nvPr/>
          </p:nvSpPr>
          <p:spPr bwMode="auto">
            <a:xfrm>
              <a:off x="2823" y="1712"/>
              <a:ext cx="56" cy="56"/>
            </a:xfrm>
            <a:custGeom>
              <a:avLst/>
              <a:gdLst>
                <a:gd name="T0" fmla="*/ 96 w 192"/>
                <a:gd name="T1" fmla="*/ 64 h 192"/>
                <a:gd name="T2" fmla="*/ 128 w 192"/>
                <a:gd name="T3" fmla="*/ 96 h 192"/>
                <a:gd name="T4" fmla="*/ 128 w 192"/>
                <a:gd name="T5" fmla="*/ 96 h 192"/>
                <a:gd name="T6" fmla="*/ 96 w 192"/>
                <a:gd name="T7" fmla="*/ 128 h 192"/>
                <a:gd name="T8" fmla="*/ 64 w 192"/>
                <a:gd name="T9" fmla="*/ 96 h 192"/>
                <a:gd name="T10" fmla="*/ 96 w 192"/>
                <a:gd name="T11" fmla="*/ 64 h 192"/>
                <a:gd name="T12" fmla="*/ 96 w 192"/>
                <a:gd name="T13" fmla="*/ 0 h 192"/>
                <a:gd name="T14" fmla="*/ 0 w 192"/>
                <a:gd name="T15" fmla="*/ 96 h 192"/>
                <a:gd name="T16" fmla="*/ 96 w 192"/>
                <a:gd name="T17" fmla="*/ 192 h 192"/>
                <a:gd name="T18" fmla="*/ 192 w 192"/>
                <a:gd name="T19" fmla="*/ 96 h 192"/>
                <a:gd name="T20" fmla="*/ 192 w 192"/>
                <a:gd name="T21" fmla="*/ 96 h 192"/>
                <a:gd name="T22" fmla="*/ 96 w 192"/>
                <a:gd name="T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2">
                  <a:moveTo>
                    <a:pt x="96" y="64"/>
                  </a:moveTo>
                  <a:cubicBezTo>
                    <a:pt x="114" y="64"/>
                    <a:pt x="128" y="78"/>
                    <a:pt x="128" y="96"/>
                  </a:cubicBezTo>
                  <a:lnTo>
                    <a:pt x="128" y="96"/>
                  </a:lnTo>
                  <a:cubicBezTo>
                    <a:pt x="128" y="113"/>
                    <a:pt x="114" y="128"/>
                    <a:pt x="96" y="128"/>
                  </a:cubicBezTo>
                  <a:cubicBezTo>
                    <a:pt x="79" y="128"/>
                    <a:pt x="64" y="113"/>
                    <a:pt x="64" y="96"/>
                  </a:cubicBezTo>
                  <a:cubicBezTo>
                    <a:pt x="64" y="78"/>
                    <a:pt x="79" y="64"/>
                    <a:pt x="96" y="64"/>
                  </a:cubicBezTo>
                  <a:close/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49" y="192"/>
                    <a:pt x="192" y="149"/>
                    <a:pt x="192" y="96"/>
                  </a:cubicBezTo>
                  <a:lnTo>
                    <a:pt x="192" y="96"/>
                  </a:ln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Oval 1650"/>
            <p:cNvSpPr>
              <a:spLocks noChangeArrowheads="1"/>
            </p:cNvSpPr>
            <p:nvPr/>
          </p:nvSpPr>
          <p:spPr bwMode="auto">
            <a:xfrm>
              <a:off x="3059" y="1494"/>
              <a:ext cx="37" cy="37"/>
            </a:xfrm>
            <a:prstGeom prst="ellipse">
              <a:avLst/>
            </a:prstGeom>
            <a:solidFill>
              <a:srgbClr val="FF66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52" name="Freeform 1652"/>
          <p:cNvSpPr>
            <a:spLocks noEditPoints="1"/>
          </p:cNvSpPr>
          <p:nvPr/>
        </p:nvSpPr>
        <p:spPr bwMode="auto">
          <a:xfrm>
            <a:off x="4841875" y="235743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3" name="Oval 1653"/>
          <p:cNvSpPr>
            <a:spLocks noChangeArrowheads="1"/>
          </p:cNvSpPr>
          <p:nvPr/>
        </p:nvSpPr>
        <p:spPr bwMode="auto">
          <a:xfrm>
            <a:off x="4497387" y="2011363"/>
            <a:ext cx="57150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4" name="Freeform 1654"/>
          <p:cNvSpPr>
            <a:spLocks noEditPoints="1"/>
          </p:cNvSpPr>
          <p:nvPr/>
        </p:nvSpPr>
        <p:spPr bwMode="auto">
          <a:xfrm>
            <a:off x="4481512" y="199548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5" name="Oval 1655"/>
          <p:cNvSpPr>
            <a:spLocks noChangeArrowheads="1"/>
          </p:cNvSpPr>
          <p:nvPr/>
        </p:nvSpPr>
        <p:spPr bwMode="auto">
          <a:xfrm>
            <a:off x="4856163" y="1649413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6" name="Freeform 1656"/>
          <p:cNvSpPr>
            <a:spLocks noEditPoints="1"/>
          </p:cNvSpPr>
          <p:nvPr/>
        </p:nvSpPr>
        <p:spPr bwMode="auto">
          <a:xfrm>
            <a:off x="4841875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7" name="Oval 1657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8" name="Freeform 1658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66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9" name="Oval 1659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0" name="Freeform 1660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1" name="Freeform 1661"/>
          <p:cNvSpPr>
            <a:spLocks/>
          </p:cNvSpPr>
          <p:nvPr/>
        </p:nvSpPr>
        <p:spPr bwMode="auto">
          <a:xfrm>
            <a:off x="4525962" y="1498601"/>
            <a:ext cx="541338" cy="1985963"/>
          </a:xfrm>
          <a:custGeom>
            <a:avLst/>
            <a:gdLst>
              <a:gd name="T0" fmla="*/ 114 w 341"/>
              <a:gd name="T1" fmla="*/ 1251 h 1251"/>
              <a:gd name="T2" fmla="*/ 0 w 341"/>
              <a:gd name="T3" fmla="*/ 1251 h 1251"/>
              <a:gd name="T4" fmla="*/ 341 w 341"/>
              <a:gd name="T5" fmla="*/ 1251 h 1251"/>
              <a:gd name="T6" fmla="*/ 114 w 341"/>
              <a:gd name="T7" fmla="*/ 1137 h 1251"/>
              <a:gd name="T8" fmla="*/ 114 w 341"/>
              <a:gd name="T9" fmla="*/ 910 h 1251"/>
              <a:gd name="T10" fmla="*/ 114 w 341"/>
              <a:gd name="T11" fmla="*/ 682 h 1251"/>
              <a:gd name="T12" fmla="*/ 114 w 341"/>
              <a:gd name="T13" fmla="*/ 455 h 1251"/>
              <a:gd name="T14" fmla="*/ 114 w 341"/>
              <a:gd name="T15" fmla="*/ 228 h 1251"/>
              <a:gd name="T16" fmla="*/ 114 w 341"/>
              <a:gd name="T17" fmla="*/ 0 h 1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1" h="1251">
                <a:moveTo>
                  <a:pt x="114" y="1251"/>
                </a:moveTo>
                <a:lnTo>
                  <a:pt x="0" y="1251"/>
                </a:lnTo>
                <a:lnTo>
                  <a:pt x="341" y="1251"/>
                </a:lnTo>
                <a:lnTo>
                  <a:pt x="114" y="1137"/>
                </a:lnTo>
                <a:lnTo>
                  <a:pt x="114" y="910"/>
                </a:lnTo>
                <a:lnTo>
                  <a:pt x="114" y="682"/>
                </a:lnTo>
                <a:lnTo>
                  <a:pt x="114" y="455"/>
                </a:lnTo>
                <a:lnTo>
                  <a:pt x="114" y="228"/>
                </a:lnTo>
                <a:lnTo>
                  <a:pt x="114" y="0"/>
                </a:lnTo>
              </a:path>
            </a:pathLst>
          </a:custGeom>
          <a:noFill/>
          <a:ln w="28575" cap="flat">
            <a:solidFill>
              <a:srgbClr val="FF33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2" name="Oval 1662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3" name="Freeform 1663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4" name="Oval 1664"/>
          <p:cNvSpPr>
            <a:spLocks noChangeArrowheads="1"/>
          </p:cNvSpPr>
          <p:nvPr/>
        </p:nvSpPr>
        <p:spPr bwMode="auto">
          <a:xfrm>
            <a:off x="4497387" y="3454401"/>
            <a:ext cx="57150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5" name="Freeform 1665"/>
          <p:cNvSpPr>
            <a:spLocks noEditPoints="1"/>
          </p:cNvSpPr>
          <p:nvPr/>
        </p:nvSpPr>
        <p:spPr bwMode="auto">
          <a:xfrm>
            <a:off x="4481512" y="344011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6" name="Oval 1666"/>
          <p:cNvSpPr>
            <a:spLocks noChangeArrowheads="1"/>
          </p:cNvSpPr>
          <p:nvPr/>
        </p:nvSpPr>
        <p:spPr bwMode="auto">
          <a:xfrm>
            <a:off x="5037138" y="345440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7" name="Freeform 1667"/>
          <p:cNvSpPr>
            <a:spLocks noEditPoints="1"/>
          </p:cNvSpPr>
          <p:nvPr/>
        </p:nvSpPr>
        <p:spPr bwMode="auto">
          <a:xfrm>
            <a:off x="5022850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8" name="Oval 1668"/>
          <p:cNvSpPr>
            <a:spLocks noChangeArrowheads="1"/>
          </p:cNvSpPr>
          <p:nvPr/>
        </p:nvSpPr>
        <p:spPr bwMode="auto">
          <a:xfrm>
            <a:off x="4676775" y="3275013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9" name="Freeform 1669"/>
          <p:cNvSpPr>
            <a:spLocks noEditPoints="1"/>
          </p:cNvSpPr>
          <p:nvPr/>
        </p:nvSpPr>
        <p:spPr bwMode="auto">
          <a:xfrm>
            <a:off x="4662488" y="325913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0" name="Oval 1670"/>
          <p:cNvSpPr>
            <a:spLocks noChangeArrowheads="1"/>
          </p:cNvSpPr>
          <p:nvPr/>
        </p:nvSpPr>
        <p:spPr bwMode="auto">
          <a:xfrm>
            <a:off x="4676775" y="2913063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1" name="Freeform 1671"/>
          <p:cNvSpPr>
            <a:spLocks noEditPoints="1"/>
          </p:cNvSpPr>
          <p:nvPr/>
        </p:nvSpPr>
        <p:spPr bwMode="auto">
          <a:xfrm>
            <a:off x="4662488" y="289877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2" name="Oval 1672"/>
          <p:cNvSpPr>
            <a:spLocks noChangeArrowheads="1"/>
          </p:cNvSpPr>
          <p:nvPr/>
        </p:nvSpPr>
        <p:spPr bwMode="auto">
          <a:xfrm>
            <a:off x="4676775" y="255270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3" name="Freeform 1673"/>
          <p:cNvSpPr>
            <a:spLocks noEditPoints="1"/>
          </p:cNvSpPr>
          <p:nvPr/>
        </p:nvSpPr>
        <p:spPr bwMode="auto">
          <a:xfrm>
            <a:off x="4662488" y="2536826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4" name="Oval 1674"/>
          <p:cNvSpPr>
            <a:spLocks noChangeArrowheads="1"/>
          </p:cNvSpPr>
          <p:nvPr/>
        </p:nvSpPr>
        <p:spPr bwMode="auto">
          <a:xfrm>
            <a:off x="4676775" y="2190751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5" name="Freeform 1675"/>
          <p:cNvSpPr>
            <a:spLocks noEditPoints="1"/>
          </p:cNvSpPr>
          <p:nvPr/>
        </p:nvSpPr>
        <p:spPr bwMode="auto">
          <a:xfrm>
            <a:off x="4662488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6" name="Oval 1676"/>
          <p:cNvSpPr>
            <a:spLocks noChangeArrowheads="1"/>
          </p:cNvSpPr>
          <p:nvPr/>
        </p:nvSpPr>
        <p:spPr bwMode="auto">
          <a:xfrm>
            <a:off x="4676775" y="1830388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7" name="Freeform 1677"/>
          <p:cNvSpPr>
            <a:spLocks noEditPoints="1"/>
          </p:cNvSpPr>
          <p:nvPr/>
        </p:nvSpPr>
        <p:spPr bwMode="auto">
          <a:xfrm>
            <a:off x="466248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8" name="Oval 1678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9" name="Freeform 1679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33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0" name="Oval 1680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1" name="Freeform 1681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2" name="Freeform 1682"/>
          <p:cNvSpPr>
            <a:spLocks/>
          </p:cNvSpPr>
          <p:nvPr/>
        </p:nvSpPr>
        <p:spPr bwMode="auto">
          <a:xfrm>
            <a:off x="4706938" y="1498601"/>
            <a:ext cx="0" cy="1985963"/>
          </a:xfrm>
          <a:custGeom>
            <a:avLst/>
            <a:gdLst>
              <a:gd name="T0" fmla="*/ 1251 h 1251"/>
              <a:gd name="T1" fmla="*/ 1023 h 1251"/>
              <a:gd name="T2" fmla="*/ 796 h 1251"/>
              <a:gd name="T3" fmla="*/ 569 h 1251"/>
              <a:gd name="T4" fmla="*/ 341 h 1251"/>
              <a:gd name="T5" fmla="*/ 114 h 1251"/>
              <a:gd name="T6" fmla="*/ 0 h 125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1251">
                <a:moveTo>
                  <a:pt x="0" y="1251"/>
                </a:moveTo>
                <a:lnTo>
                  <a:pt x="0" y="1023"/>
                </a:lnTo>
                <a:lnTo>
                  <a:pt x="0" y="796"/>
                </a:lnTo>
                <a:lnTo>
                  <a:pt x="0" y="569"/>
                </a:lnTo>
                <a:lnTo>
                  <a:pt x="0" y="341"/>
                </a:lnTo>
                <a:lnTo>
                  <a:pt x="0" y="114"/>
                </a:lnTo>
                <a:lnTo>
                  <a:pt x="0" y="0"/>
                </a:lnTo>
              </a:path>
            </a:pathLst>
          </a:custGeom>
          <a:noFill/>
          <a:ln w="28575" cap="flat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3" name="Oval 1683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4" name="Freeform 1684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5" name="Oval 1685"/>
          <p:cNvSpPr>
            <a:spLocks noChangeArrowheads="1"/>
          </p:cNvSpPr>
          <p:nvPr/>
        </p:nvSpPr>
        <p:spPr bwMode="auto">
          <a:xfrm>
            <a:off x="4676775" y="3094038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6" name="Freeform 1686"/>
          <p:cNvSpPr>
            <a:spLocks noEditPoints="1"/>
          </p:cNvSpPr>
          <p:nvPr/>
        </p:nvSpPr>
        <p:spPr bwMode="auto">
          <a:xfrm>
            <a:off x="4662488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7" name="Oval 1687"/>
          <p:cNvSpPr>
            <a:spLocks noChangeArrowheads="1"/>
          </p:cNvSpPr>
          <p:nvPr/>
        </p:nvSpPr>
        <p:spPr bwMode="auto">
          <a:xfrm>
            <a:off x="4676775" y="2733676"/>
            <a:ext cx="58738" cy="57150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8" name="Freeform 1688"/>
          <p:cNvSpPr>
            <a:spLocks noEditPoints="1"/>
          </p:cNvSpPr>
          <p:nvPr/>
        </p:nvSpPr>
        <p:spPr bwMode="auto">
          <a:xfrm>
            <a:off x="4662488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9" name="Oval 1689"/>
          <p:cNvSpPr>
            <a:spLocks noChangeArrowheads="1"/>
          </p:cNvSpPr>
          <p:nvPr/>
        </p:nvSpPr>
        <p:spPr bwMode="auto">
          <a:xfrm>
            <a:off x="4676775" y="23717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0" name="Freeform 1690"/>
          <p:cNvSpPr>
            <a:spLocks noEditPoints="1"/>
          </p:cNvSpPr>
          <p:nvPr/>
        </p:nvSpPr>
        <p:spPr bwMode="auto">
          <a:xfrm>
            <a:off x="4662488" y="2357438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1" name="Oval 1691"/>
          <p:cNvSpPr>
            <a:spLocks noChangeArrowheads="1"/>
          </p:cNvSpPr>
          <p:nvPr/>
        </p:nvSpPr>
        <p:spPr bwMode="auto">
          <a:xfrm>
            <a:off x="4676775" y="201136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2" name="Freeform 1692"/>
          <p:cNvSpPr>
            <a:spLocks noEditPoints="1"/>
          </p:cNvSpPr>
          <p:nvPr/>
        </p:nvSpPr>
        <p:spPr bwMode="auto">
          <a:xfrm>
            <a:off x="4662488" y="1995488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3" name="Oval 1693"/>
          <p:cNvSpPr>
            <a:spLocks noChangeArrowheads="1"/>
          </p:cNvSpPr>
          <p:nvPr/>
        </p:nvSpPr>
        <p:spPr bwMode="auto">
          <a:xfrm>
            <a:off x="4676775" y="1649413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4" name="Freeform 1694"/>
          <p:cNvSpPr>
            <a:spLocks noEditPoints="1"/>
          </p:cNvSpPr>
          <p:nvPr/>
        </p:nvSpPr>
        <p:spPr bwMode="auto">
          <a:xfrm>
            <a:off x="4662488" y="1635126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5" name="Oval 1695"/>
          <p:cNvSpPr>
            <a:spLocks noChangeArrowheads="1"/>
          </p:cNvSpPr>
          <p:nvPr/>
        </p:nvSpPr>
        <p:spPr bwMode="auto">
          <a:xfrm>
            <a:off x="4676775" y="1470026"/>
            <a:ext cx="58738" cy="58738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6" name="Freeform 1696"/>
          <p:cNvSpPr>
            <a:spLocks noEditPoints="1"/>
          </p:cNvSpPr>
          <p:nvPr/>
        </p:nvSpPr>
        <p:spPr bwMode="auto">
          <a:xfrm>
            <a:off x="4662488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FF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7" name="Oval 1697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8" name="Freeform 1698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9" name="Freeform 1699"/>
          <p:cNvSpPr>
            <a:spLocks/>
          </p:cNvSpPr>
          <p:nvPr/>
        </p:nvSpPr>
        <p:spPr bwMode="auto">
          <a:xfrm>
            <a:off x="4706938" y="1498601"/>
            <a:ext cx="900113" cy="1985963"/>
          </a:xfrm>
          <a:custGeom>
            <a:avLst/>
            <a:gdLst>
              <a:gd name="T0" fmla="*/ 0 w 567"/>
              <a:gd name="T1" fmla="*/ 1251 h 1251"/>
              <a:gd name="T2" fmla="*/ 227 w 567"/>
              <a:gd name="T3" fmla="*/ 1023 h 1251"/>
              <a:gd name="T4" fmla="*/ 567 w 567"/>
              <a:gd name="T5" fmla="*/ 796 h 1251"/>
              <a:gd name="T6" fmla="*/ 227 w 567"/>
              <a:gd name="T7" fmla="*/ 455 h 1251"/>
              <a:gd name="T8" fmla="*/ 0 w 567"/>
              <a:gd name="T9" fmla="*/ 228 h 1251"/>
              <a:gd name="T10" fmla="*/ 227 w 567"/>
              <a:gd name="T11" fmla="*/ 0 h 1251"/>
              <a:gd name="T12" fmla="*/ 113 w 567"/>
              <a:gd name="T13" fmla="*/ 0 h 1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7" h="1251">
                <a:moveTo>
                  <a:pt x="0" y="1251"/>
                </a:moveTo>
                <a:lnTo>
                  <a:pt x="227" y="1023"/>
                </a:lnTo>
                <a:lnTo>
                  <a:pt x="567" y="796"/>
                </a:lnTo>
                <a:lnTo>
                  <a:pt x="227" y="455"/>
                </a:lnTo>
                <a:lnTo>
                  <a:pt x="0" y="228"/>
                </a:lnTo>
                <a:lnTo>
                  <a:pt x="227" y="0"/>
                </a:lnTo>
                <a:lnTo>
                  <a:pt x="113" y="0"/>
                </a:lnTo>
              </a:path>
            </a:pathLst>
          </a:custGeom>
          <a:noFill/>
          <a:ln w="28575" cap="flat">
            <a:solidFill>
              <a:srgbClr val="CC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0" name="Oval 1700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1" name="Freeform 1701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2" name="Oval 1702"/>
          <p:cNvSpPr>
            <a:spLocks noChangeArrowheads="1"/>
          </p:cNvSpPr>
          <p:nvPr/>
        </p:nvSpPr>
        <p:spPr bwMode="auto">
          <a:xfrm>
            <a:off x="5037138" y="309403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3" name="Freeform 1703"/>
          <p:cNvSpPr>
            <a:spLocks noEditPoints="1"/>
          </p:cNvSpPr>
          <p:nvPr/>
        </p:nvSpPr>
        <p:spPr bwMode="auto">
          <a:xfrm>
            <a:off x="5022850" y="307975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4" name="Oval 1704"/>
          <p:cNvSpPr>
            <a:spLocks noChangeArrowheads="1"/>
          </p:cNvSpPr>
          <p:nvPr/>
        </p:nvSpPr>
        <p:spPr bwMode="auto">
          <a:xfrm>
            <a:off x="5576888" y="2733676"/>
            <a:ext cx="58738" cy="57150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5" name="Freeform 1705"/>
          <p:cNvSpPr>
            <a:spLocks noEditPoints="1"/>
          </p:cNvSpPr>
          <p:nvPr/>
        </p:nvSpPr>
        <p:spPr bwMode="auto">
          <a:xfrm>
            <a:off x="5562600" y="271780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6" name="Oval 1706"/>
          <p:cNvSpPr>
            <a:spLocks noChangeArrowheads="1"/>
          </p:cNvSpPr>
          <p:nvPr/>
        </p:nvSpPr>
        <p:spPr bwMode="auto">
          <a:xfrm>
            <a:off x="5037138" y="2190751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7" name="Freeform 1707"/>
          <p:cNvSpPr>
            <a:spLocks noEditPoints="1"/>
          </p:cNvSpPr>
          <p:nvPr/>
        </p:nvSpPr>
        <p:spPr bwMode="auto">
          <a:xfrm>
            <a:off x="5022850" y="217646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3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8" name="Oval 1708"/>
          <p:cNvSpPr>
            <a:spLocks noChangeArrowheads="1"/>
          </p:cNvSpPr>
          <p:nvPr/>
        </p:nvSpPr>
        <p:spPr bwMode="auto">
          <a:xfrm>
            <a:off x="4676775" y="1830388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9" name="Freeform 1709"/>
          <p:cNvSpPr>
            <a:spLocks noEditPoints="1"/>
          </p:cNvSpPr>
          <p:nvPr/>
        </p:nvSpPr>
        <p:spPr bwMode="auto">
          <a:xfrm>
            <a:off x="4662488" y="1816101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2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2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0" name="Oval 1710"/>
          <p:cNvSpPr>
            <a:spLocks noChangeArrowheads="1"/>
          </p:cNvSpPr>
          <p:nvPr/>
        </p:nvSpPr>
        <p:spPr bwMode="auto">
          <a:xfrm>
            <a:off x="5037138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1" name="Freeform 1711"/>
          <p:cNvSpPr>
            <a:spLocks noEditPoints="1"/>
          </p:cNvSpPr>
          <p:nvPr/>
        </p:nvSpPr>
        <p:spPr bwMode="auto">
          <a:xfrm>
            <a:off x="5022850" y="1454151"/>
            <a:ext cx="87313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3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3" y="128"/>
                  <a:pt x="96" y="128"/>
                </a:cubicBezTo>
                <a:cubicBezTo>
                  <a:pt x="78" y="128"/>
                  <a:pt x="64" y="113"/>
                  <a:pt x="64" y="96"/>
                </a:cubicBezTo>
                <a:cubicBezTo>
                  <a:pt x="64" y="78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2" name="Oval 1712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3" name="Freeform 1713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CC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4" name="Oval 1714"/>
          <p:cNvSpPr>
            <a:spLocks noChangeArrowheads="1"/>
          </p:cNvSpPr>
          <p:nvPr/>
        </p:nvSpPr>
        <p:spPr bwMode="auto">
          <a:xfrm>
            <a:off x="4673600" y="1376363"/>
            <a:ext cx="244475" cy="244475"/>
          </a:xfrm>
          <a:prstGeom prst="ellipse">
            <a:avLst/>
          </a:prstGeom>
          <a:solidFill>
            <a:srgbClr val="FFFF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5" name="Freeform 1715"/>
          <p:cNvSpPr>
            <a:spLocks noEditPoints="1"/>
          </p:cNvSpPr>
          <p:nvPr/>
        </p:nvSpPr>
        <p:spPr bwMode="auto">
          <a:xfrm>
            <a:off x="4672013" y="1374776"/>
            <a:ext cx="247650" cy="249238"/>
          </a:xfrm>
          <a:custGeom>
            <a:avLst/>
            <a:gdLst>
              <a:gd name="T0" fmla="*/ 272 w 544"/>
              <a:gd name="T1" fmla="*/ 10 h 544"/>
              <a:gd name="T2" fmla="*/ 533 w 544"/>
              <a:gd name="T3" fmla="*/ 272 h 544"/>
              <a:gd name="T4" fmla="*/ 533 w 544"/>
              <a:gd name="T5" fmla="*/ 272 h 544"/>
              <a:gd name="T6" fmla="*/ 272 w 544"/>
              <a:gd name="T7" fmla="*/ 533 h 544"/>
              <a:gd name="T8" fmla="*/ 11 w 544"/>
              <a:gd name="T9" fmla="*/ 272 h 544"/>
              <a:gd name="T10" fmla="*/ 272 w 544"/>
              <a:gd name="T11" fmla="*/ 10 h 544"/>
              <a:gd name="T12" fmla="*/ 272 w 544"/>
              <a:gd name="T13" fmla="*/ 0 h 544"/>
              <a:gd name="T14" fmla="*/ 0 w 544"/>
              <a:gd name="T15" fmla="*/ 272 h 544"/>
              <a:gd name="T16" fmla="*/ 272 w 544"/>
              <a:gd name="T17" fmla="*/ 544 h 544"/>
              <a:gd name="T18" fmla="*/ 544 w 544"/>
              <a:gd name="T19" fmla="*/ 272 h 544"/>
              <a:gd name="T20" fmla="*/ 544 w 544"/>
              <a:gd name="T21" fmla="*/ 272 h 544"/>
              <a:gd name="T22" fmla="*/ 272 w 544"/>
              <a:gd name="T2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4" h="544">
                <a:moveTo>
                  <a:pt x="272" y="10"/>
                </a:moveTo>
                <a:cubicBezTo>
                  <a:pt x="416" y="10"/>
                  <a:pt x="533" y="127"/>
                  <a:pt x="533" y="272"/>
                </a:cubicBezTo>
                <a:lnTo>
                  <a:pt x="533" y="272"/>
                </a:lnTo>
                <a:cubicBezTo>
                  <a:pt x="533" y="416"/>
                  <a:pt x="416" y="533"/>
                  <a:pt x="272" y="533"/>
                </a:cubicBezTo>
                <a:cubicBezTo>
                  <a:pt x="128" y="533"/>
                  <a:pt x="11" y="416"/>
                  <a:pt x="11" y="272"/>
                </a:cubicBezTo>
                <a:cubicBezTo>
                  <a:pt x="11" y="127"/>
                  <a:pt x="128" y="10"/>
                  <a:pt x="272" y="10"/>
                </a:cubicBezTo>
                <a:close/>
                <a:moveTo>
                  <a:pt x="272" y="0"/>
                </a:moveTo>
                <a:cubicBezTo>
                  <a:pt x="122" y="0"/>
                  <a:pt x="0" y="121"/>
                  <a:pt x="0" y="272"/>
                </a:cubicBezTo>
                <a:cubicBezTo>
                  <a:pt x="0" y="422"/>
                  <a:pt x="122" y="544"/>
                  <a:pt x="272" y="544"/>
                </a:cubicBezTo>
                <a:cubicBezTo>
                  <a:pt x="422" y="544"/>
                  <a:pt x="544" y="422"/>
                  <a:pt x="544" y="272"/>
                </a:cubicBezTo>
                <a:lnTo>
                  <a:pt x="544" y="272"/>
                </a:lnTo>
                <a:cubicBezTo>
                  <a:pt x="544" y="121"/>
                  <a:pt x="422" y="0"/>
                  <a:pt x="272" y="0"/>
                </a:cubicBez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6" name="Freeform 1716"/>
          <p:cNvSpPr>
            <a:spLocks/>
          </p:cNvSpPr>
          <p:nvPr/>
        </p:nvSpPr>
        <p:spPr bwMode="auto">
          <a:xfrm>
            <a:off x="4525962" y="1498601"/>
            <a:ext cx="360363" cy="1985963"/>
          </a:xfrm>
          <a:custGeom>
            <a:avLst/>
            <a:gdLst>
              <a:gd name="T0" fmla="*/ 114 w 227"/>
              <a:gd name="T1" fmla="*/ 1251 h 1251"/>
              <a:gd name="T2" fmla="*/ 0 w 227"/>
              <a:gd name="T3" fmla="*/ 1251 h 1251"/>
              <a:gd name="T4" fmla="*/ 0 w 227"/>
              <a:gd name="T5" fmla="*/ 1023 h 1251"/>
              <a:gd name="T6" fmla="*/ 227 w 227"/>
              <a:gd name="T7" fmla="*/ 1023 h 1251"/>
              <a:gd name="T8" fmla="*/ 227 w 227"/>
              <a:gd name="T9" fmla="*/ 796 h 1251"/>
              <a:gd name="T10" fmla="*/ 0 w 227"/>
              <a:gd name="T11" fmla="*/ 796 h 1251"/>
              <a:gd name="T12" fmla="*/ 0 w 227"/>
              <a:gd name="T13" fmla="*/ 569 h 1251"/>
              <a:gd name="T14" fmla="*/ 227 w 227"/>
              <a:gd name="T15" fmla="*/ 569 h 1251"/>
              <a:gd name="T16" fmla="*/ 227 w 227"/>
              <a:gd name="T17" fmla="*/ 341 h 1251"/>
              <a:gd name="T18" fmla="*/ 0 w 227"/>
              <a:gd name="T19" fmla="*/ 341 h 1251"/>
              <a:gd name="T20" fmla="*/ 0 w 227"/>
              <a:gd name="T21" fmla="*/ 114 h 1251"/>
              <a:gd name="T22" fmla="*/ 227 w 227"/>
              <a:gd name="T23" fmla="*/ 114 h 1251"/>
              <a:gd name="T24" fmla="*/ 227 w 227"/>
              <a:gd name="T25" fmla="*/ 0 h 1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27" h="1251">
                <a:moveTo>
                  <a:pt x="114" y="1251"/>
                </a:moveTo>
                <a:lnTo>
                  <a:pt x="0" y="1251"/>
                </a:lnTo>
                <a:lnTo>
                  <a:pt x="0" y="1023"/>
                </a:lnTo>
                <a:lnTo>
                  <a:pt x="227" y="1023"/>
                </a:lnTo>
                <a:lnTo>
                  <a:pt x="227" y="796"/>
                </a:lnTo>
                <a:lnTo>
                  <a:pt x="0" y="796"/>
                </a:lnTo>
                <a:lnTo>
                  <a:pt x="0" y="569"/>
                </a:lnTo>
                <a:lnTo>
                  <a:pt x="227" y="569"/>
                </a:lnTo>
                <a:lnTo>
                  <a:pt x="227" y="341"/>
                </a:lnTo>
                <a:lnTo>
                  <a:pt x="0" y="341"/>
                </a:lnTo>
                <a:lnTo>
                  <a:pt x="0" y="114"/>
                </a:lnTo>
                <a:lnTo>
                  <a:pt x="227" y="114"/>
                </a:lnTo>
                <a:lnTo>
                  <a:pt x="227" y="0"/>
                </a:lnTo>
              </a:path>
            </a:pathLst>
          </a:custGeom>
          <a:noFill/>
          <a:ln w="28575" cap="flat">
            <a:solidFill>
              <a:srgbClr val="99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7" name="Oval 1717"/>
          <p:cNvSpPr>
            <a:spLocks noChangeArrowheads="1"/>
          </p:cNvSpPr>
          <p:nvPr/>
        </p:nvSpPr>
        <p:spPr bwMode="auto">
          <a:xfrm>
            <a:off x="4676775" y="3454401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8" name="Freeform 1718"/>
          <p:cNvSpPr>
            <a:spLocks noEditPoints="1"/>
          </p:cNvSpPr>
          <p:nvPr/>
        </p:nvSpPr>
        <p:spPr bwMode="auto">
          <a:xfrm>
            <a:off x="4662488" y="3440113"/>
            <a:ext cx="87313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79"/>
                  <a:pt x="78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9" name="Oval 1719"/>
          <p:cNvSpPr>
            <a:spLocks noChangeArrowheads="1"/>
          </p:cNvSpPr>
          <p:nvPr/>
        </p:nvSpPr>
        <p:spPr bwMode="auto">
          <a:xfrm>
            <a:off x="4497387" y="3454401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0" name="Freeform 1720"/>
          <p:cNvSpPr>
            <a:spLocks noEditPoints="1"/>
          </p:cNvSpPr>
          <p:nvPr/>
        </p:nvSpPr>
        <p:spPr bwMode="auto">
          <a:xfrm>
            <a:off x="4481512" y="3440113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1" name="Oval 1721"/>
          <p:cNvSpPr>
            <a:spLocks noChangeArrowheads="1"/>
          </p:cNvSpPr>
          <p:nvPr/>
        </p:nvSpPr>
        <p:spPr bwMode="auto">
          <a:xfrm>
            <a:off x="4497387" y="3094038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2" name="Freeform 1722"/>
          <p:cNvSpPr>
            <a:spLocks noEditPoints="1"/>
          </p:cNvSpPr>
          <p:nvPr/>
        </p:nvSpPr>
        <p:spPr bwMode="auto">
          <a:xfrm>
            <a:off x="4481512" y="307975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3" name="Oval 1723"/>
          <p:cNvSpPr>
            <a:spLocks noChangeArrowheads="1"/>
          </p:cNvSpPr>
          <p:nvPr/>
        </p:nvSpPr>
        <p:spPr bwMode="auto">
          <a:xfrm>
            <a:off x="4856163" y="3094038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4" name="Freeform 1724"/>
          <p:cNvSpPr>
            <a:spLocks noEditPoints="1"/>
          </p:cNvSpPr>
          <p:nvPr/>
        </p:nvSpPr>
        <p:spPr bwMode="auto">
          <a:xfrm>
            <a:off x="4841875" y="3079751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9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9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5" name="Oval 1725"/>
          <p:cNvSpPr>
            <a:spLocks noChangeArrowheads="1"/>
          </p:cNvSpPr>
          <p:nvPr/>
        </p:nvSpPr>
        <p:spPr bwMode="auto">
          <a:xfrm>
            <a:off x="4856163" y="2733676"/>
            <a:ext cx="58738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6" name="Freeform 1726"/>
          <p:cNvSpPr>
            <a:spLocks noEditPoints="1"/>
          </p:cNvSpPr>
          <p:nvPr/>
        </p:nvSpPr>
        <p:spPr bwMode="auto">
          <a:xfrm>
            <a:off x="4841875" y="271780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7" name="Oval 1727"/>
          <p:cNvSpPr>
            <a:spLocks noChangeArrowheads="1"/>
          </p:cNvSpPr>
          <p:nvPr/>
        </p:nvSpPr>
        <p:spPr bwMode="auto">
          <a:xfrm>
            <a:off x="4497387" y="2733676"/>
            <a:ext cx="57150" cy="57150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8" name="Freeform 1728"/>
          <p:cNvSpPr>
            <a:spLocks noEditPoints="1"/>
          </p:cNvSpPr>
          <p:nvPr/>
        </p:nvSpPr>
        <p:spPr bwMode="auto">
          <a:xfrm>
            <a:off x="4481512" y="271780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9" name="Oval 1729"/>
          <p:cNvSpPr>
            <a:spLocks noChangeArrowheads="1"/>
          </p:cNvSpPr>
          <p:nvPr/>
        </p:nvSpPr>
        <p:spPr bwMode="auto">
          <a:xfrm>
            <a:off x="4497387" y="2371726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0" name="Freeform 1730"/>
          <p:cNvSpPr>
            <a:spLocks noEditPoints="1"/>
          </p:cNvSpPr>
          <p:nvPr/>
        </p:nvSpPr>
        <p:spPr bwMode="auto">
          <a:xfrm>
            <a:off x="4481512" y="235743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1" name="Oval 1731"/>
          <p:cNvSpPr>
            <a:spLocks noChangeArrowheads="1"/>
          </p:cNvSpPr>
          <p:nvPr/>
        </p:nvSpPr>
        <p:spPr bwMode="auto">
          <a:xfrm>
            <a:off x="4856163" y="23717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2" name="Freeform 1732"/>
          <p:cNvSpPr>
            <a:spLocks noEditPoints="1"/>
          </p:cNvSpPr>
          <p:nvPr/>
        </p:nvSpPr>
        <p:spPr bwMode="auto">
          <a:xfrm>
            <a:off x="4841875" y="2357438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3" name="Oval 1733"/>
          <p:cNvSpPr>
            <a:spLocks noChangeArrowheads="1"/>
          </p:cNvSpPr>
          <p:nvPr/>
        </p:nvSpPr>
        <p:spPr bwMode="auto">
          <a:xfrm>
            <a:off x="4856163" y="201136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4" name="Freeform 1734"/>
          <p:cNvSpPr>
            <a:spLocks noEditPoints="1"/>
          </p:cNvSpPr>
          <p:nvPr/>
        </p:nvSpPr>
        <p:spPr bwMode="auto">
          <a:xfrm>
            <a:off x="4841875" y="199548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5" name="Oval 1735"/>
          <p:cNvSpPr>
            <a:spLocks noChangeArrowheads="1"/>
          </p:cNvSpPr>
          <p:nvPr/>
        </p:nvSpPr>
        <p:spPr bwMode="auto">
          <a:xfrm>
            <a:off x="4497387" y="2011363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6" name="Freeform 1736"/>
          <p:cNvSpPr>
            <a:spLocks noEditPoints="1"/>
          </p:cNvSpPr>
          <p:nvPr/>
        </p:nvSpPr>
        <p:spPr bwMode="auto">
          <a:xfrm>
            <a:off x="4481512" y="1995488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7" name="Oval 1737"/>
          <p:cNvSpPr>
            <a:spLocks noChangeArrowheads="1"/>
          </p:cNvSpPr>
          <p:nvPr/>
        </p:nvSpPr>
        <p:spPr bwMode="auto">
          <a:xfrm>
            <a:off x="4497387" y="1649413"/>
            <a:ext cx="57150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8" name="Freeform 1738"/>
          <p:cNvSpPr>
            <a:spLocks noEditPoints="1"/>
          </p:cNvSpPr>
          <p:nvPr/>
        </p:nvSpPr>
        <p:spPr bwMode="auto">
          <a:xfrm>
            <a:off x="4481512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9" name="Oval 1739"/>
          <p:cNvSpPr>
            <a:spLocks noChangeArrowheads="1"/>
          </p:cNvSpPr>
          <p:nvPr/>
        </p:nvSpPr>
        <p:spPr bwMode="auto">
          <a:xfrm>
            <a:off x="4856163" y="1649413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0" name="Freeform 1740"/>
          <p:cNvSpPr>
            <a:spLocks noEditPoints="1"/>
          </p:cNvSpPr>
          <p:nvPr/>
        </p:nvSpPr>
        <p:spPr bwMode="auto">
          <a:xfrm>
            <a:off x="4841875" y="1635126"/>
            <a:ext cx="88900" cy="87313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4"/>
                  <a:pt x="114" y="128"/>
                  <a:pt x="96" y="128"/>
                </a:cubicBezTo>
                <a:cubicBezTo>
                  <a:pt x="79" y="128"/>
                  <a:pt x="64" y="114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1" name="Oval 1741"/>
          <p:cNvSpPr>
            <a:spLocks noChangeArrowheads="1"/>
          </p:cNvSpPr>
          <p:nvPr/>
        </p:nvSpPr>
        <p:spPr bwMode="auto">
          <a:xfrm>
            <a:off x="4856163" y="1470026"/>
            <a:ext cx="58738" cy="58738"/>
          </a:xfrm>
          <a:prstGeom prst="ellipse">
            <a:avLst/>
          </a:pr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2" name="Freeform 1742"/>
          <p:cNvSpPr>
            <a:spLocks noEditPoints="1"/>
          </p:cNvSpPr>
          <p:nvPr/>
        </p:nvSpPr>
        <p:spPr bwMode="auto">
          <a:xfrm>
            <a:off x="4841875" y="1454151"/>
            <a:ext cx="88900" cy="88900"/>
          </a:xfrm>
          <a:custGeom>
            <a:avLst/>
            <a:gdLst>
              <a:gd name="T0" fmla="*/ 96 w 192"/>
              <a:gd name="T1" fmla="*/ 64 h 192"/>
              <a:gd name="T2" fmla="*/ 128 w 192"/>
              <a:gd name="T3" fmla="*/ 96 h 192"/>
              <a:gd name="T4" fmla="*/ 128 w 192"/>
              <a:gd name="T5" fmla="*/ 96 h 192"/>
              <a:gd name="T6" fmla="*/ 96 w 192"/>
              <a:gd name="T7" fmla="*/ 128 h 192"/>
              <a:gd name="T8" fmla="*/ 64 w 192"/>
              <a:gd name="T9" fmla="*/ 96 h 192"/>
              <a:gd name="T10" fmla="*/ 96 w 192"/>
              <a:gd name="T11" fmla="*/ 64 h 192"/>
              <a:gd name="T12" fmla="*/ 96 w 192"/>
              <a:gd name="T13" fmla="*/ 0 h 192"/>
              <a:gd name="T14" fmla="*/ 0 w 192"/>
              <a:gd name="T15" fmla="*/ 96 h 192"/>
              <a:gd name="T16" fmla="*/ 96 w 192"/>
              <a:gd name="T17" fmla="*/ 192 h 192"/>
              <a:gd name="T18" fmla="*/ 192 w 192"/>
              <a:gd name="T19" fmla="*/ 96 h 192"/>
              <a:gd name="T20" fmla="*/ 192 w 192"/>
              <a:gd name="T21" fmla="*/ 96 h 192"/>
              <a:gd name="T22" fmla="*/ 96 w 192"/>
              <a:gd name="T2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2" h="192">
                <a:moveTo>
                  <a:pt x="96" y="64"/>
                </a:moveTo>
                <a:cubicBezTo>
                  <a:pt x="114" y="64"/>
                  <a:pt x="128" y="78"/>
                  <a:pt x="128" y="96"/>
                </a:cubicBezTo>
                <a:lnTo>
                  <a:pt x="128" y="96"/>
                </a:lnTo>
                <a:cubicBezTo>
                  <a:pt x="128" y="113"/>
                  <a:pt x="114" y="128"/>
                  <a:pt x="96" y="128"/>
                </a:cubicBezTo>
                <a:cubicBezTo>
                  <a:pt x="79" y="128"/>
                  <a:pt x="64" y="113"/>
                  <a:pt x="64" y="96"/>
                </a:cubicBezTo>
                <a:cubicBezTo>
                  <a:pt x="64" y="78"/>
                  <a:pt x="79" y="64"/>
                  <a:pt x="96" y="6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lnTo>
                  <a:pt x="192" y="96"/>
                </a:ln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99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3" name="TextBox 1742"/>
          <p:cNvSpPr txBox="1"/>
          <p:nvPr/>
        </p:nvSpPr>
        <p:spPr>
          <a:xfrm>
            <a:off x="4206241" y="574766"/>
            <a:ext cx="7993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Taxis 3</a:t>
            </a:r>
            <a:endParaRPr lang="en-US" dirty="0"/>
          </a:p>
        </p:txBody>
      </p:sp>
      <p:sp>
        <p:nvSpPr>
          <p:cNvPr id="1745" name="TextBox 1744"/>
          <p:cNvSpPr txBox="1"/>
          <p:nvPr/>
        </p:nvSpPr>
        <p:spPr>
          <a:xfrm>
            <a:off x="0" y="1276538"/>
            <a:ext cx="3051018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Video is of 20 students’ results from Taxis condition 3, two sensors that compares their samples simultaneously. This is done with antennae that are close together.</a:t>
            </a:r>
          </a:p>
          <a:p>
            <a:endParaRPr lang="en-US" dirty="0"/>
          </a:p>
          <a:p>
            <a:r>
              <a:rPr lang="en-US" dirty="0"/>
              <a:t>T</a:t>
            </a:r>
            <a:r>
              <a:rPr lang="en-US" dirty="0" smtClean="0"/>
              <a:t>here is goal-ward motion as seen by the bias near the goal.</a:t>
            </a:r>
          </a:p>
          <a:p>
            <a:endParaRPr lang="en-US" dirty="0"/>
          </a:p>
          <a:p>
            <a:r>
              <a:rPr lang="en-US" dirty="0" smtClean="0"/>
              <a:t>Is this more efficient than making two samples sequentially? More efficient </a:t>
            </a:r>
            <a:r>
              <a:rPr lang="en-US" smtClean="0"/>
              <a:t>that wide </a:t>
            </a:r>
            <a:r>
              <a:rPr lang="en-US" dirty="0" smtClean="0"/>
              <a:t>antennae?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305369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56</TotalTime>
  <Words>423</Words>
  <Application>Microsoft Office PowerPoint</Application>
  <PresentationFormat>On-screen Show (4:3)</PresentationFormat>
  <Paragraphs>148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0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JEL</dc:creator>
  <cp:lastModifiedBy>JEL</cp:lastModifiedBy>
  <cp:revision>7</cp:revision>
  <dcterms:created xsi:type="dcterms:W3CDTF">2024-09-26T00:26:39Z</dcterms:created>
  <dcterms:modified xsi:type="dcterms:W3CDTF">2024-09-26T01:22:48Z</dcterms:modified>
</cp:coreProperties>
</file>