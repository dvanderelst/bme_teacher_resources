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7772400" cy="1005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8" y="-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3438" y="685800"/>
            <a:ext cx="26511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5ae71227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25ae71227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5ae7122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25ae7122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25ae71227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25ae71227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5ae71227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25ae71227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106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582930" y="1646132"/>
            <a:ext cx="6606540" cy="3501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30304" y="2507618"/>
            <a:ext cx="6703695" cy="418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30304" y="6731215"/>
            <a:ext cx="6703695" cy="22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28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28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28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28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28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28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3303270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934778" y="2677584"/>
            <a:ext cx="3303270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535366" y="3674111"/>
            <a:ext cx="3288089" cy="540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3934778" y="2465706"/>
            <a:ext cx="3304283" cy="120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3934778" y="3674111"/>
            <a:ext cx="3304283" cy="540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Calibri"/>
              <a:buNone/>
              <a:defRPr sz="25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304282" y="1448226"/>
            <a:ext cx="3934778" cy="714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60"/>
              <a:buChar char="•"/>
              <a:defRPr sz="2560"/>
            </a:lvl1pPr>
            <a:lvl2pPr marL="914400" lvl="1" indent="-37084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  <a:defRPr sz="2240"/>
            </a:lvl2pPr>
            <a:lvl3pPr marL="1371600" lvl="2" indent="-35051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535365" y="3017520"/>
            <a:ext cx="2506801" cy="5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12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Calibri"/>
              <a:buNone/>
              <a:defRPr sz="25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3304282" y="1448226"/>
            <a:ext cx="3934778" cy="714798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535365" y="3017520"/>
            <a:ext cx="2506801" cy="5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12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695219" y="2516717"/>
            <a:ext cx="6381962" cy="67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2138072" y="3959569"/>
            <a:ext cx="8524029" cy="1675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-1262353" y="2332223"/>
            <a:ext cx="8524029" cy="493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0"/>
              <a:buFont typeface="Calibri"/>
              <a:buNone/>
              <a:defRPr sz="3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084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Char char="•"/>
              <a:defRPr sz="2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051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003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003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003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003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004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004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15474" y="0"/>
            <a:ext cx="1300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Grid 1</a:t>
            </a:r>
            <a:endParaRPr lang="en-US" sz="3200" dirty="0"/>
          </a:p>
        </p:txBody>
      </p:sp>
      <p:grpSp>
        <p:nvGrpSpPr>
          <p:cNvPr id="366" name="Group 365"/>
          <p:cNvGrpSpPr/>
          <p:nvPr/>
        </p:nvGrpSpPr>
        <p:grpSpPr>
          <a:xfrm>
            <a:off x="491076" y="640080"/>
            <a:ext cx="6790249" cy="9235440"/>
            <a:chOff x="491076" y="640080"/>
            <a:chExt cx="6790249" cy="9235440"/>
          </a:xfrm>
        </p:grpSpPr>
        <p:pic>
          <p:nvPicPr>
            <p:cNvPr id="84" name="Google Shape;84;p13"/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1076" y="640080"/>
              <a:ext cx="6790249" cy="9235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638735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115072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91409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067746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44083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0420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96757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73094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449431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925768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402105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878442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354779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31115" y="820271"/>
              <a:ext cx="255494" cy="221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636491" y="1248346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20" name="Rectangle 19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636491" y="1684203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78" name="Rectangle 77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636491" y="2120060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96" name="Rectangle 95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Rectangle 101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106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107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 108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636491" y="2555917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111" name="Rectangle 110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5" name="Group 124"/>
            <p:cNvGrpSpPr/>
            <p:nvPr/>
          </p:nvGrpSpPr>
          <p:grpSpPr>
            <a:xfrm>
              <a:off x="636491" y="2991774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126" name="Rectangle 125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 126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 128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131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 135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636491" y="3427631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141" name="Rectangle 140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tangle 141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tangle 142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tangle 144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tangle 150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tangle 151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Group 154"/>
            <p:cNvGrpSpPr/>
            <p:nvPr/>
          </p:nvGrpSpPr>
          <p:grpSpPr>
            <a:xfrm>
              <a:off x="636491" y="3863488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156" name="Rectangle 155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 156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tangle 163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tangle 164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tangle 165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tangle 166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0" name="Group 169"/>
            <p:cNvGrpSpPr/>
            <p:nvPr/>
          </p:nvGrpSpPr>
          <p:grpSpPr>
            <a:xfrm>
              <a:off x="636491" y="4299345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171" name="Rectangle 170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tangle 175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tangle 178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0" name="Group 199"/>
            <p:cNvGrpSpPr/>
            <p:nvPr/>
          </p:nvGrpSpPr>
          <p:grpSpPr>
            <a:xfrm>
              <a:off x="636491" y="5171059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201" name="Rectangle 200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 202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 203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Rectangle 206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Rectangle 207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Rectangle 208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Rectangle 209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Rectangle 211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Rectangle 212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Rectangle 213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5" name="Group 214"/>
            <p:cNvGrpSpPr/>
            <p:nvPr/>
          </p:nvGrpSpPr>
          <p:grpSpPr>
            <a:xfrm>
              <a:off x="636491" y="5606916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216" name="Rectangle 215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Rectangle 216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Rectangle 218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Rectangle 219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Rectangle 222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Rectangle 223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 227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Rectangle 228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0" name="Group 229"/>
            <p:cNvGrpSpPr/>
            <p:nvPr/>
          </p:nvGrpSpPr>
          <p:grpSpPr>
            <a:xfrm>
              <a:off x="636491" y="6042773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231" name="Rectangle 230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Rectangle 231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Rectangle 232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" name="Rectangle 233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Rectangle 234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Rectangle 235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Rectangle 236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Rectangle 237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Rectangle 238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Rectangle 239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Rectangle 240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Rectangle 241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Rectangle 242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Rectangle 243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5" name="Group 244"/>
            <p:cNvGrpSpPr/>
            <p:nvPr/>
          </p:nvGrpSpPr>
          <p:grpSpPr>
            <a:xfrm>
              <a:off x="636491" y="6478630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246" name="Rectangle 245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Rectangle 246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Rectangle 247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Rectangle 248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Rectangle 249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Rectangle 252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tangle 253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" name="Rectangle 256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Rectangle 257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Rectangle 258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0" name="Group 259"/>
            <p:cNvGrpSpPr/>
            <p:nvPr/>
          </p:nvGrpSpPr>
          <p:grpSpPr>
            <a:xfrm>
              <a:off x="636491" y="6914487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261" name="Rectangle 260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Rectangle 261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Rectangle 262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Rectangle 263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Rectangle 264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Rectangle 265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Rectangle 266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Rectangle 267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Rectangle 268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Rectangle 269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Rectangle 270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Rectangle 271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Rectangle 272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Rectangle 273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5" name="Group 274"/>
            <p:cNvGrpSpPr/>
            <p:nvPr/>
          </p:nvGrpSpPr>
          <p:grpSpPr>
            <a:xfrm>
              <a:off x="636491" y="7350344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276" name="Rectangle 275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Rectangle 276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Rectangle 277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" name="Rectangle 278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Rectangle 279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Rectangle 280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Rectangle 281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Rectangle 282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" name="Rectangle 283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" name="Rectangle 284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Rectangle 285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Rectangle 286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" name="Rectangle 287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Rectangle 288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0" name="Group 289"/>
            <p:cNvGrpSpPr/>
            <p:nvPr/>
          </p:nvGrpSpPr>
          <p:grpSpPr>
            <a:xfrm>
              <a:off x="636491" y="7786201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291" name="Rectangle 290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" name="Rectangle 291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" name="Rectangle 292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" name="Rectangle 293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Rectangle 294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" name="Rectangle 295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Rectangle 296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Rectangle 297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Rectangle 298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Rectangle 299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Rectangle 300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Rectangle 301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Rectangle 302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Rectangle 303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5" name="Group 304"/>
            <p:cNvGrpSpPr/>
            <p:nvPr/>
          </p:nvGrpSpPr>
          <p:grpSpPr>
            <a:xfrm>
              <a:off x="636491" y="8222058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306" name="Rectangle 305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Rectangle 306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Rectangle 307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 308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" name="Rectangle 309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Rectangle 310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Rectangle 311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Rectangle 312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Rectangle 313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Rectangle 314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" name="Rectangle 315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Rectangle 316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" name="Rectangle 317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" name="Rectangle 318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0" name="Group 319"/>
            <p:cNvGrpSpPr/>
            <p:nvPr/>
          </p:nvGrpSpPr>
          <p:grpSpPr>
            <a:xfrm>
              <a:off x="636491" y="8657915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321" name="Rectangle 320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Rectangle 321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Rectangle 322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Rectangle 323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Rectangle 324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Rectangle 325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Rectangle 326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Rectangle 327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" name="Rectangle 328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" name="Rectangle 329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" name="Rectangle 330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" name="Rectangle 331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" name="Rectangle 332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Rectangle 333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5" name="Group 334"/>
            <p:cNvGrpSpPr/>
            <p:nvPr/>
          </p:nvGrpSpPr>
          <p:grpSpPr>
            <a:xfrm>
              <a:off x="636491" y="9093772"/>
              <a:ext cx="6447874" cy="221876"/>
              <a:chOff x="636491" y="1248346"/>
              <a:chExt cx="6447874" cy="221876"/>
            </a:xfrm>
            <a:solidFill>
              <a:schemeClr val="bg1"/>
            </a:solidFill>
          </p:grpSpPr>
          <p:sp>
            <p:nvSpPr>
              <p:cNvPr id="336" name="Rectangle 335"/>
              <p:cNvSpPr/>
              <p:nvPr/>
            </p:nvSpPr>
            <p:spPr>
              <a:xfrm>
                <a:off x="63649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Rectangle 336"/>
              <p:cNvSpPr/>
              <p:nvPr/>
            </p:nvSpPr>
            <p:spPr>
              <a:xfrm>
                <a:off x="111282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Rectangle 337"/>
              <p:cNvSpPr/>
              <p:nvPr/>
            </p:nvSpPr>
            <p:spPr>
              <a:xfrm>
                <a:off x="158916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" name="Rectangle 338"/>
              <p:cNvSpPr/>
              <p:nvPr/>
            </p:nvSpPr>
            <p:spPr>
              <a:xfrm>
                <a:off x="2065502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Rectangle 339"/>
              <p:cNvSpPr/>
              <p:nvPr/>
            </p:nvSpPr>
            <p:spPr>
              <a:xfrm>
                <a:off x="2541839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Rectangle 340"/>
              <p:cNvSpPr/>
              <p:nvPr/>
            </p:nvSpPr>
            <p:spPr>
              <a:xfrm>
                <a:off x="3018176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Rectangle 341"/>
              <p:cNvSpPr/>
              <p:nvPr/>
            </p:nvSpPr>
            <p:spPr>
              <a:xfrm>
                <a:off x="3494513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Rectangle 342"/>
              <p:cNvSpPr/>
              <p:nvPr/>
            </p:nvSpPr>
            <p:spPr>
              <a:xfrm>
                <a:off x="3970850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" name="Rectangle 343"/>
              <p:cNvSpPr/>
              <p:nvPr/>
            </p:nvSpPr>
            <p:spPr>
              <a:xfrm>
                <a:off x="4447187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" name="Rectangle 344"/>
              <p:cNvSpPr/>
              <p:nvPr/>
            </p:nvSpPr>
            <p:spPr>
              <a:xfrm>
                <a:off x="4923524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" name="Rectangle 345"/>
              <p:cNvSpPr/>
              <p:nvPr/>
            </p:nvSpPr>
            <p:spPr>
              <a:xfrm>
                <a:off x="539986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" name="Rectangle 346"/>
              <p:cNvSpPr/>
              <p:nvPr/>
            </p:nvSpPr>
            <p:spPr>
              <a:xfrm>
                <a:off x="5876198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" name="Rectangle 347"/>
              <p:cNvSpPr/>
              <p:nvPr/>
            </p:nvSpPr>
            <p:spPr>
              <a:xfrm>
                <a:off x="6352535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" name="Rectangle 348"/>
              <p:cNvSpPr/>
              <p:nvPr/>
            </p:nvSpPr>
            <p:spPr>
              <a:xfrm>
                <a:off x="6828871" y="1248346"/>
                <a:ext cx="255494" cy="22187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636491" y="9529623"/>
              <a:ext cx="6447874" cy="221876"/>
              <a:chOff x="636491" y="9529623"/>
              <a:chExt cx="6447874" cy="221876"/>
            </a:xfrm>
          </p:grpSpPr>
          <p:sp>
            <p:nvSpPr>
              <p:cNvPr id="351" name="Rectangle 350"/>
              <p:cNvSpPr/>
              <p:nvPr/>
            </p:nvSpPr>
            <p:spPr>
              <a:xfrm>
                <a:off x="636491" y="9529623"/>
                <a:ext cx="255494" cy="2218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" name="Rectangle 351"/>
              <p:cNvSpPr/>
              <p:nvPr/>
            </p:nvSpPr>
            <p:spPr>
              <a:xfrm>
                <a:off x="1112828" y="9529623"/>
                <a:ext cx="255494" cy="2218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" name="Rectangle 352"/>
              <p:cNvSpPr/>
              <p:nvPr/>
            </p:nvSpPr>
            <p:spPr>
              <a:xfrm>
                <a:off x="1589165" y="9529623"/>
                <a:ext cx="255494" cy="2218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" name="Rectangle 353"/>
              <p:cNvSpPr/>
              <p:nvPr/>
            </p:nvSpPr>
            <p:spPr>
              <a:xfrm>
                <a:off x="2065502" y="9529623"/>
                <a:ext cx="255494" cy="2218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" name="Rectangle 354"/>
              <p:cNvSpPr/>
              <p:nvPr/>
            </p:nvSpPr>
            <p:spPr>
              <a:xfrm>
                <a:off x="2541839" y="9529623"/>
                <a:ext cx="255494" cy="2218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" name="Rectangle 355"/>
              <p:cNvSpPr/>
              <p:nvPr/>
            </p:nvSpPr>
            <p:spPr>
              <a:xfrm>
                <a:off x="3018176" y="9529623"/>
                <a:ext cx="255494" cy="2218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Rectangle 358"/>
              <p:cNvSpPr/>
              <p:nvPr/>
            </p:nvSpPr>
            <p:spPr>
              <a:xfrm>
                <a:off x="4447187" y="9529623"/>
                <a:ext cx="255494" cy="2218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Rectangle 359"/>
              <p:cNvSpPr/>
              <p:nvPr/>
            </p:nvSpPr>
            <p:spPr>
              <a:xfrm>
                <a:off x="4923524" y="9529623"/>
                <a:ext cx="255494" cy="2218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Rectangle 360"/>
              <p:cNvSpPr/>
              <p:nvPr/>
            </p:nvSpPr>
            <p:spPr>
              <a:xfrm>
                <a:off x="5399861" y="9529623"/>
                <a:ext cx="255494" cy="2218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Rectangle 361"/>
              <p:cNvSpPr/>
              <p:nvPr/>
            </p:nvSpPr>
            <p:spPr>
              <a:xfrm>
                <a:off x="5876198" y="9529623"/>
                <a:ext cx="255494" cy="2218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Rectangle 362"/>
              <p:cNvSpPr/>
              <p:nvPr/>
            </p:nvSpPr>
            <p:spPr>
              <a:xfrm>
                <a:off x="6352535" y="9529623"/>
                <a:ext cx="255494" cy="2218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" name="Rectangle 363"/>
              <p:cNvSpPr/>
              <p:nvPr/>
            </p:nvSpPr>
            <p:spPr>
              <a:xfrm>
                <a:off x="6828871" y="9529623"/>
                <a:ext cx="255494" cy="2218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5" name="Group 364"/>
            <p:cNvGrpSpPr/>
            <p:nvPr/>
          </p:nvGrpSpPr>
          <p:grpSpPr>
            <a:xfrm>
              <a:off x="636491" y="4735202"/>
              <a:ext cx="6447874" cy="221876"/>
              <a:chOff x="636491" y="4735202"/>
              <a:chExt cx="6447874" cy="221876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636491" y="4735202"/>
                <a:ext cx="6447874" cy="221876"/>
                <a:chOff x="636491" y="4735202"/>
                <a:chExt cx="6447874" cy="221876"/>
              </a:xfrm>
            </p:grpSpPr>
            <p:sp>
              <p:nvSpPr>
                <p:cNvPr id="186" name="Rectangle 185"/>
                <p:cNvSpPr/>
                <p:nvPr/>
              </p:nvSpPr>
              <p:spPr>
                <a:xfrm>
                  <a:off x="636491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 186"/>
                <p:cNvSpPr/>
                <p:nvPr/>
              </p:nvSpPr>
              <p:spPr>
                <a:xfrm>
                  <a:off x="1112828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 187"/>
                <p:cNvSpPr/>
                <p:nvPr/>
              </p:nvSpPr>
              <p:spPr>
                <a:xfrm>
                  <a:off x="1589165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 188"/>
                <p:cNvSpPr/>
                <p:nvPr/>
              </p:nvSpPr>
              <p:spPr>
                <a:xfrm>
                  <a:off x="2065502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 189"/>
                <p:cNvSpPr/>
                <p:nvPr/>
              </p:nvSpPr>
              <p:spPr>
                <a:xfrm>
                  <a:off x="2541839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 190"/>
                <p:cNvSpPr/>
                <p:nvPr/>
              </p:nvSpPr>
              <p:spPr>
                <a:xfrm>
                  <a:off x="3018176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 192"/>
                <p:cNvSpPr/>
                <p:nvPr/>
              </p:nvSpPr>
              <p:spPr>
                <a:xfrm>
                  <a:off x="3970850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" name="Rectangle 193"/>
                <p:cNvSpPr/>
                <p:nvPr/>
              </p:nvSpPr>
              <p:spPr>
                <a:xfrm>
                  <a:off x="4447187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" name="Rectangle 194"/>
                <p:cNvSpPr/>
                <p:nvPr/>
              </p:nvSpPr>
              <p:spPr>
                <a:xfrm>
                  <a:off x="4923524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" name="Rectangle 195"/>
                <p:cNvSpPr/>
                <p:nvPr/>
              </p:nvSpPr>
              <p:spPr>
                <a:xfrm>
                  <a:off x="5399861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" name="Rectangle 196"/>
                <p:cNvSpPr/>
                <p:nvPr/>
              </p:nvSpPr>
              <p:spPr>
                <a:xfrm>
                  <a:off x="5876198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" name="Rectangle 197"/>
                <p:cNvSpPr/>
                <p:nvPr/>
              </p:nvSpPr>
              <p:spPr>
                <a:xfrm>
                  <a:off x="6352535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Rectangle 198"/>
                <p:cNvSpPr/>
                <p:nvPr/>
              </p:nvSpPr>
              <p:spPr>
                <a:xfrm>
                  <a:off x="6828871" y="4735202"/>
                  <a:ext cx="255494" cy="2218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" name="Rectangle 5"/>
              <p:cNvSpPr/>
              <p:nvPr/>
            </p:nvSpPr>
            <p:spPr>
              <a:xfrm>
                <a:off x="3516406" y="4740088"/>
                <a:ext cx="262218" cy="1613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6" name="Google Shape;86;p13"/>
          <p:cNvSpPr/>
          <p:nvPr/>
        </p:nvSpPr>
        <p:spPr>
          <a:xfrm>
            <a:off x="3069131" y="4522864"/>
            <a:ext cx="640080" cy="5486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075" y="640080"/>
            <a:ext cx="6790250" cy="92354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215474" y="0"/>
            <a:ext cx="1300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Grid 2</a:t>
            </a:r>
            <a:endParaRPr lang="en-US" sz="3200" dirty="0"/>
          </a:p>
        </p:txBody>
      </p:sp>
      <p:sp>
        <p:nvSpPr>
          <p:cNvPr id="4" name="Google Shape;86;p13"/>
          <p:cNvSpPr/>
          <p:nvPr/>
        </p:nvSpPr>
        <p:spPr>
          <a:xfrm>
            <a:off x="3338072" y="4610270"/>
            <a:ext cx="640080" cy="5486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076" y="640080"/>
            <a:ext cx="6790249" cy="92354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215474" y="0"/>
            <a:ext cx="1300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Grid 3</a:t>
            </a:r>
            <a:endParaRPr lang="en-US" sz="3200" dirty="0"/>
          </a:p>
        </p:txBody>
      </p:sp>
      <p:sp>
        <p:nvSpPr>
          <p:cNvPr id="4" name="Google Shape;86;p13"/>
          <p:cNvSpPr/>
          <p:nvPr/>
        </p:nvSpPr>
        <p:spPr>
          <a:xfrm>
            <a:off x="3338072" y="4610270"/>
            <a:ext cx="640080" cy="5486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076" y="640080"/>
            <a:ext cx="6790249" cy="923544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4407125" y="4228502"/>
            <a:ext cx="64008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Narrow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467625" y="4509417"/>
            <a:ext cx="640080" cy="5486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15474" y="0"/>
            <a:ext cx="1300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Grid 4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757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10</Words>
  <Application>Microsoft Office PowerPoint</Application>
  <PresentationFormat>Custom</PresentationFormat>
  <Paragraphs>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JEL</dc:creator>
  <cp:lastModifiedBy>JEL</cp:lastModifiedBy>
  <cp:revision>9</cp:revision>
  <dcterms:modified xsi:type="dcterms:W3CDTF">2024-06-18T13:41:34Z</dcterms:modified>
</cp:coreProperties>
</file>